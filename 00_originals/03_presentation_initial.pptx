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基于科学思维的物理竞赛试题分析及教学策略研究——以35 - 42届全国中学微信用户2026.03</a:t>
            </a:r>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1.2.4.5.CONTENTS目录3.6.第一部分 引言第二部分 物理竞赛试题评价框架的建立第三部分 基于评价框架的第35 - 42届复赛试题评价与分析第四部分 基于试题评价结论的教学策略设计第五部分 教学策略的实证研究（验证提升效果）第六部分 结论</a:t>
            </a:r>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第一部分 引言01</a:t>
            </a:r>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随着基础教育改革深化，核心素养培养已成为物理教学的关键导向。教学实践需超越单纯的知识灌输，转向科学思维能力的深度培育。教学重心应聚焦于模型建构与逻辑推理等高阶思维训练，以提升学生解决复杂物理问题的创新能力，切实落实素养导向的育人目标。核心素养背景新要求研究背景与问题提出物理竞赛作为选拔拔尖创新人才的关键平台，凭借其试题的高度综合性与开放性，深度考查学生的科学思维。这种高阶挑战能促使学生突破常规学习模式，进行深度探究与逻辑构建，从而有效激发创新意识，是早期发现和培养高素质物理人才的重要载体。物理竞赛人才作用当前竞赛教学普遍存在重解题技巧、轻思维培养的现象。教师多侧重于应试技巧的训练，忽视了对试题背后科学思维要素的系统分析。这种功利化的教学模式导致教学与竞赛的高阶需求脱节，严重影响了学生综合能力与核心素养的有效提升。当前竞赛教学问题</a:t>
            </a:r>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123本研究旨在深入剖析复赛试题，精准挖掘其中蕴含的科学思维要素。据此探索能够提升学生科学推理与建模能力的教学策略，优化竞赛教学模式，切实推动教学重点由单纯的知识灌输转向高阶思维能力的系统培养。研究目的研究目的与意义理论意义将科学思维深度融入物理竞赛试题分析，能够厘清其在物理学科中的具体表现形式，弥补当前研究缺乏高阶物理情境系统分析的不足。构建基于科学思维的试题评价框架，不仅丰富了物理教育评价理论体系，更为核心素养导向下的课程设计提供了坚实的理论支撑。实际意义本研究为一线教师提供科学且可操作的竞赛教学策略。通过剖析复赛试题，提炼科学思维考查趋势，助力教师精准把握命题规律并优化教学设计。引导教师在培训中渗透模型建构与推理训练，提升学生在高水平竞赛中的思维表现与综合素质，促进拔尖创新人才的早期培养。</a:t>
            </a:r>
            <a:endParaRPr kumimoji="1"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试题分析研究现状国内外研究已从侧重解题技巧与模型解析，逐步转向试题量化评价与高阶思维挖掘，综合难度模型及SOLO分类理论得到广泛应用。然而现有成果多停留于单题赏析或年度回顾，缺乏对连续多届复赛的纵向系统考察。此外本土化理论生成不足，试题分析与教学策略转化间的联动机制尚不完善。研究现状综述科学思维测评现状科学思维概念历经从一般性要素探究到学科化体系建构的演变。董博清等学者将其具体界定为模型建构、科学推理、科学论证与质疑创新四个维度，Muduli与Wu等人则分别强调了论证性推理与元认知调控的重要性。目前，该理论已深度融入物理教育评价体系，成为衡量学生高阶认知能力与思维品质的关键标尺。SOLO理论评价现状SOLO分类理论在物理教学评价中已被用于衡量学生的思维层次与认知结构。相关研究利用该理论将试题划分为关联结构或抽象拓展结构，揭示了竞赛试题对学生跨模块知识整合能力的高要求。不过，现有应用多局限于宏观的认知层次划分，缺乏与物理学科特定的科学思维要素深度耦合，导致在精准评价学生建模、推理等具体思维品质时存在局限性。现有研究切入点现有研究多局限于单题赏析或年度回顾，缺乏对第35至42届复赛试题的系统性纵向比较，且理论多借用国外框架，本土化适配性不足。既往研究偏重定性描述，缺乏大规模文本数据支撑，致使试题思维要素难以转化为可操作的教学范式。本研究拟构建本土化评价框架，联动分析试题逻辑与教学策略，填补这一空白。</a:t>
            </a:r>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核心概念界定科学思维作为物理学科核心素养的关键要素，涵盖了模型建构、科学推理、科学论证及质疑创新四个维度，强调从单纯的知识记忆向深层认知结构的跃迁。物理竞赛试题特指全国中学生物理竞赛复赛中用于选拔拔尖创新人才的高难度测试载体，其核心在于通过复杂物理情境，综合考查学生运用科学思维解决非常规问题的能力，而非仅仅检测公式的机械记忆。研究设计研究技术路线本研究遵循“文献梳理—试题分析—策略构建—实证验证”的技术路线。通过文献分析确立理论基础，运用内容分析法对第35至42届复赛试题进行编码，挖掘思维要素。结合结论构建教学策略体系，依托实验班与对照班开展实证研究，利用前后测对比数据验证策略提升思维能力的有效性。研究方法本研究综合运用文献分析、内容分析及实证研究法。通过梳理文献奠定理论基础，利用内容分析法对第35至42届复赛试题进行深度编码，挖掘其中的科学思维要素。结合问卷与访谈法洞察师生现状，并通过实证研究验证所构建教学策略的有效性。</a:t>
            </a:r>
            <a:endParaRPr kumimoji="1"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第二部分 物理竞赛试题评价框架的建立02</a:t>
            </a:r>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物理学科素养核心素养视域下，物理教学应超越单纯的知识传授，聚焦科学思维这一关键维度。其内涵具体涵盖模型建构、科学推理、科学论证及质疑创新四个要素。明确这四大思维要素，为后续构建竞赛试题评价体系提供了坚实的理论支撑与逻辑起点。建立框架的理论依据SOLO分类理论SOLO分类理论是衡量思维深度的标尺。该理论依据学习成果的结构复杂性，划分为前结构到抽象拓展结构五个层级。它能有效甄别学生在解题中是机械套用公式，还是实现了跨模块的逻辑整合与高阶抽象拓展。</a:t>
            </a:r>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确定评价指标基于物理学科核心素养理论，将科学思维解构为模型建构、科学推理、科学论证与质疑创新四个核心维度。针对竞赛试题特点，进一步细化各维度的具体观测指标，如理想化模型的抽象程度、逻辑推演的严密性及批判性思维的呈现方式，从而建立起一套可量化、可操作的试题思维能力评价标准，为后续的深度分析奠定基础。试题评价框架的具体构建划分评价等级依据SOLO分类理论，构建包含“思维要素”与“思维深度”的二维评价矩阵。横向确立多点结构、关联结构与抽象拓展结构三个层级，纵向涵盖模型建构、科学推理、科学论证及质疑创新四要素，通过此表精准量化试题对思维深度的具体要求，为后续教学策略设计提供依据。验证框架合理性确立框架的科学性需经过严格验证。通过邀请物理教育专家进行效度评审，修正了部分指标描述；经真题编码试用后，数据显示该框架能有效区分试题的认知层次，充分证实了其在物理竞赛评价中的适用性与可操作性。</a:t>
            </a:r>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第三部分 基于评价框架的第35 - 42届复赛试题评价与分析03</a:t>
            </a:r>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010203对第35至42届复赛试题的统计分析表明，力学与电磁学仍是考查核心，热学、光学及近代物理的占比显著提升。试题情境复杂度持续攀升，高频出现多过程耦合与非线性系统。命题趋势已由单一模型转向综合探究，极度重视学生在复杂情境下提取信息与构建模型的能力。知识点分布评价利用框架进行总体评价与统计对第35至42届复赛试题的统计分析表明，模型建构与科学推理是考查频率最高的两个思维要素，且呈现逐年上升趋势，体现了命题对学生抽象概括与逻辑演绎能力的深度侧重。科学论证与质疑创新类试题占比虽低，但在近年命题中权重有所提升，反映出竞赛对学生批判性思维与创新意识的重视程度正在增加。思维要素统计借助SOLO分类理论纵向剖析可见，试题思维深度呈显著进阶态势。早期命题多停留于多点结构，侧重公式机械调用；近年试题则大幅向关联结构及抽象拓展结构跃迁，凸显命题风格向跨模块知识整合与非线性复杂系统逻辑推演的深度演变。思维深度分析</a:t>
            </a:r>
            <a:endParaRPr kumimoji="1"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模型建构试题分析聚焦第35至42届复赛中涉及非线性系统与多体耦合的典型试题分析，此类题目显著侧重于考查学生的抽象建模能力。解题者需从复杂物理情境中剥离非本质因素，通过理想化假设构建质点或刚体模型，将实际问题转化为数学表述，这一过程深刻检验了对物理本质的洞察力及模型迁移能力。利用框架对典型试题的深入评价科学推理试题分析科学推理类试题着重考察逻辑演绎与数学工具的综合运用。面对多体耦合或非线性系统，解题者需熟练运用微积分、微分方程等手段进行定量分析，并在复杂物理过程中厘清变量间的因果关系，实现从单一规律调用向跨模块整合的逻辑跃迁。论证创新试题分析此类试题重点考察考生评估证据、构建逻辑链条及反思假设的能力。命题常通过设置理论佯谬或开放性情境，促使考生审视物理模型边界，在论证过程中展现批判性思维，并鼓励学生打破常规路径进行独创性表达，体现了对高阶科学探究素养的深度追求。</a:t>
            </a:r>
            <a:endParaRPr kumimoji="1"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命题规律总结第35届至第42届复赛试题呈现出从知识立意向能力立意转化的显著趋势。命题者愈发注重情境的复杂性与开放性，倾向于考查学生在非线性系统中的抽象拓展思维。试题思维深度普遍达到关联结构及以上层次，重点聚焦于高阶模型建构、多模块逻辑推理及科学论证能力，而非单纯公式推导，这标志着竞赛对科学思维综合素养的要求日益严苛。从试题评价中得出的教学启示对第35至42届复赛试题的深度剖析显示，学生在应对高阶思维考查时存在显著短板。模型建构方面，难以完成从标准模型向非常规情境的有效迁移；科学推理过程中，往往缺乏严密的逻辑链条与深层数学推演能力。这种“重解题技巧、轻思维本质”的教学现状，导致学生难以处理复杂物理情境，亟需针对性地调整教学方向以弥合思维鸿沟。教学问题诊断</a:t>
            </a:r>
            <a:endParaRPr kumimoji="1"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第四部分 基于试题评价结论的教学策略设计04</a:t>
            </a:r>
            <a:endParaRPr kumimoji="1"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基于前文试题分析结果，教学目标需从传统解题技巧训练转向高阶科学思维培养。针对复赛命题中模型建构与质疑创新要素占比提升的现状，教学设计应聚焦提升学生在复杂情境下的逻辑推理与论证能力，确保教学导向与核心素养评价标准深度契合。确立教学目标教学策略的总体设计思路针对前文分析揭示的学生在模型建构与科学论证上的认知短板，教学内容设计需打破传统知识罗列范式。课程应聚焦高阶思维训练，引入复杂物理情境下的模型抽象专题，强化学生从实际问题向物理模型转化的能力。增设逻辑推理与证据评估模块，通过针对性训练修补论证链条断裂问题，从而实现从单纯解题技巧向科学思维品质的根本性跃升。设计教学内容</a:t>
            </a:r>
            <a:endParaRPr kumimoji="1"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0102引导拆解情境针对复杂的物理情境，教学应侧重于引导学生运用抽象概括能力进行情境重构。通过识别问题中的关键物理量与边界条件，采用逐步剥离法剔除次要干扰因素。借助可视化手段将模糊的实景转化为清晰的物理图景，帮助学生理清物理过程，从而实现对复杂情境的有效拆解，为构建准确的物理模型奠定基础。针对“模型建构”能力的教学策略训练修正迁移教学实践中应注重变式训练，引导学生剖析理想模型的适用边界。面对非标准情境，学生需识别核心物理量，对原有模型进行参数修正或结构重构。通过对比不同物理机制的异同，强化模型的抽象概括与迁移能力，使学生在解决复杂问题时能灵活调整物理模型。</a:t>
            </a:r>
            <a:endParaRPr kumimoji="1"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物理竞赛高阶思维常依赖于数学工具与物理图像的深度融合。教学中应引导学生利用微积分、矢量分析等工具量化描述物理过程，借助函数图像直观呈现规律变化趋势。这种数形结合的训练不仅能强化逻辑推理的严密性，还能帮助学生从定量角度构建精准的物理模型，从而有效提升解决复杂情境问题的综合能力。数形结合训练针对“科学推理与论证”能力的教学策略刻意设计违背直觉的物理情境能有效打破思维定势，当既有知识无法解释新现象时，认知冲突便被触发。这迫使学生跳出机械套用公式的舒适区，在深层思维博弈中激发探究欲。通过自我辩驳与重构，学生将在不断质疑中强化逻辑论证能力，实现从解题技巧向科学思维的根本跃升。制造认知冲突</a:t>
            </a:r>
            <a:endParaRPr kumimoji="1"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利用佯谬培养教学中引入经典物理佯谬，可制造强烈的认知冲突，迫使学生直面逻辑矛盾。在剖析佯谬成因的过程中，学生需重新审视概念的适用边界与前提条件，这一过程能有效打破固有思维定势。通过对佯谬的深度反思与逻辑重构，不仅能修正错误认知，更能强化质疑意识，从而在根本上提升批判性思维的深度与严谨性。针对“质疑创新”能力的教学策略激发创新意识通过一题多解打破思维定势，鼓励学生尝试不同物理模型与数学工具的组合，如利用几何性质求解力学极值。结合变式训练对试题条件进行增减或情境迁移，促使学生在动态变化中重构认知结构。这种多角度辨析与深度重构的过程，能有效激发创新意识并提升灵活应变能力。</a:t>
            </a:r>
            <a:endParaRPr kumimoji="1"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第五部分 教学策略的实证研究（验证提升效果）05</a:t>
            </a:r>
            <a:endParaRPr kumimoji="1"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实验对象分组本研究选取某中学高一、高二年级物理竞赛班学生为实验对象，确保样本具备扎实的物理基础与探究潜质。为保障研究的科学性，将两个平行班分别设定为实验组与对照组。经检验，两组前测成绩无显著差异，实验组实施基于科学思维的教学策略，对照组沿用常规模式，以此保证对比分析的严谨性。实证研究的设计测量工具使用本研究设计了科学思维测评卷作为核心测量工具，该测评卷严格依据物理学科核心素养与SOLO分类理论编制，重点涵盖模型建构、科学推理及论证创新等维度。通过在实验前后对被试进行施测，精准量化学生思维结构层次的具体变化，从而客观验证基于科学思维的教学策略在提升竞赛生思维品质方面的实际成效。教学干预实施教学干预选取完整培训周期，对照组沿用传统讲授模式，实验班严格实施“问题驱动—模型建构—论证反思—创新拓展”策略。通过引入认知冲突情境及变式训练，将科学思维要素显性化，规范教学实施流程，在强化模型建构与逻辑推理能力的确保研究过程的规范性与可复现性。</a:t>
            </a:r>
            <a:endParaRPr kumimoji="1"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实验班与对照班的竞赛成绩前后测对比显示，实验组平均分与高分段占比显著提升，数据差异具有统计学显著性。这一结果有力证实，基于科学思维的教学策略能有效深化学生对复杂物理情境的理解，显著增强其解决高难度竞赛试题的实战能力。成绩前后对比实验数据的统计与分析依据SOLO分类理论对前后测数据进行剖析，结果显示学生思维结构呈现显著优化。实验班学生由单一的多点结构向关联结构乃至抽象拓展结构大幅跃迁，高分段人数明显增加，有力证实了针对性教学干预有效促进了思维层级的深化与重构。SOLO层次分析实验数据显示，不同基础学生的思维提升幅度呈现显著差异。基础薄弱的学生在模型建构与科学推理维度上进步更为明显，而基础扎实的学生则在质疑创新层面表现更为突出。这一结果证实了教学策略具有广泛的适应性，能够有效匹配各层级学生的认知发展需求，实现差异化提升。不同基础差异</a:t>
            </a:r>
            <a:endParaRPr kumimoji="1"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实证数据显示，该教学策略显著提升了学生的科学思维水平。实验组不仅在竞赛成绩上表现优异，其思维结构更实现了向关联及抽象拓展层次的跨越。尤其在模型建构与科学推理维度，教学干预有效优化了学生的认知路径，验证了策略在培养拔尖创新人才方面的实效性。策略有效性实验结论实施过程中发现，高认知负荷的模型建构任务易引发学生畏难情绪，导致干预效果边际递减。后续策略需细化分层教学机制，针对不同思维水平的学生设置差异化的最近发展区。优化教学案例的梯度设计，强化元认知策略的显性指导，促使学生在深度反思中实现科学思维的迭代升级。实施反思</a:t>
            </a:r>
            <a:endParaRPr kumimoji="1"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第六部分 结论06</a:t>
            </a:r>
            <a:endParaRPr kumimoji="1"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主要发现本研究构建了融合科学思维要素与SOLO分类理论的二维评价框架，揭示了复赛试题对高阶思维能力的考查趋势。基于此设计的“问题驱动—模型建构—论证反思—创新拓展”教学策略，经实证验证显著提升了学生的竞赛成绩与思维层次，实现了竞赛教学由技巧训练向思维培养的有效转型。研究总结研究限制本研究受客观条件限制存在一定不足。样本仅选取自单所学校的竞赛班，容量较小，致使结论的普适性受到制约。教学干预周期仅为一个竞赛培训年度，缺乏对科学思维能力发展的长期纵向追踪。后续研究需扩大样本范围并延长观测周期，以进一步验证教学策略在不同教学环境中的适用性。</a:t>
            </a:r>
            <a:endParaRPr kumimoji="1"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本研究仍存在局限。受限于样本规模，研究结论的普适性有待大样本数据进一步验证。在理论层面，对科学思维微观认知机制的剖析尚显浅显，缺乏跨学科视角的深度挖掘。实证研究时间跨度较短，未能对学生思维能力不足与问题未来展望</a:t>
            </a:r>
            <a:endParaRPr kumimoji="1"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谢谢大家微信用户2026.03</a:t>
            </a:r>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23.jpeg"/><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6.jpeg"/><Relationship Id="rId1" Type="http://schemas.openxmlformats.org/officeDocument/2006/relationships/image" Target="../media/image25.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28.jpeg"/><Relationship Id="rId1"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H="1">
            <a:off x="-288" y="0"/>
            <a:ext cx="4649758" cy="6858000"/>
          </a:xfrm>
          <a:custGeom>
            <a:avLst/>
            <a:gdLst>
              <a:gd name="connsiteX0" fmla="*/ 846 w 4649758"/>
              <a:gd name="connsiteY0" fmla="*/ 0 h 6858000"/>
              <a:gd name="connsiteX1" fmla="*/ 4649758 w 4649758"/>
              <a:gd name="connsiteY1" fmla="*/ 0 h 6858000"/>
              <a:gd name="connsiteX2" fmla="*/ 4649758 w 4649758"/>
              <a:gd name="connsiteY2" fmla="*/ 6858000 h 6858000"/>
              <a:gd name="connsiteX3" fmla="*/ 0 w 4649758"/>
              <a:gd name="connsiteY3" fmla="*/ 6858000 h 6858000"/>
              <a:gd name="connsiteX4" fmla="*/ 192080 w 4649758"/>
              <a:gd name="connsiteY4" fmla="*/ 6516879 h 6858000"/>
              <a:gd name="connsiteX5" fmla="*/ 943835 w 4649758"/>
              <a:gd name="connsiteY5" fmla="*/ 3429635 h 6858000"/>
              <a:gd name="connsiteX6" fmla="*/ 15451 w 4649758"/>
              <a:gd name="connsiteY6" fmla="*/ 23495 h 6858000"/>
            </a:gdLst>
            <a:ahLst/>
            <a:cxnLst/>
            <a:rect l="l" t="t" r="r" b="b"/>
            <a:pathLst>
              <a:path w="4649758" h="6858000">
                <a:moveTo>
                  <a:pt x="846" y="0"/>
                </a:moveTo>
                <a:lnTo>
                  <a:pt x="4649758" y="0"/>
                </a:lnTo>
                <a:lnTo>
                  <a:pt x="4649758" y="6858000"/>
                </a:lnTo>
                <a:lnTo>
                  <a:pt x="0" y="6858000"/>
                </a:lnTo>
                <a:lnTo>
                  <a:pt x="192080" y="6516879"/>
                </a:lnTo>
                <a:cubicBezTo>
                  <a:pt x="672547" y="5592892"/>
                  <a:pt x="943835" y="4543108"/>
                  <a:pt x="943835" y="3429635"/>
                </a:cubicBezTo>
                <a:cubicBezTo>
                  <a:pt x="943835" y="2186305"/>
                  <a:pt x="605375" y="1021715"/>
                  <a:pt x="15451" y="23495"/>
                </a:cubicBezTo>
                <a:close/>
              </a:path>
            </a:pathLst>
          </a:custGeom>
          <a:gradFill>
            <a:gsLst>
              <a:gs pos="0">
                <a:schemeClr val="accent5">
                  <a:alpha val="5000"/>
                </a:schemeClr>
              </a:gs>
              <a:gs pos="100000">
                <a:schemeClr val="accent1">
                  <a:alpha val="5000"/>
                </a:schemeClr>
              </a:gs>
            </a:gsLst>
            <a:lin ang="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7084059" y="307340"/>
            <a:ext cx="5107941" cy="6243320"/>
          </a:xfrm>
          <a:custGeom>
            <a:avLst/>
            <a:gdLst>
              <a:gd name="connsiteX0" fmla="*/ 1986280 w 5107940"/>
              <a:gd name="connsiteY0" fmla="*/ 0 h 6243320"/>
              <a:gd name="connsiteX1" fmla="*/ 5107940 w 5107940"/>
              <a:gd name="connsiteY1" fmla="*/ 3121660 h 6243320"/>
              <a:gd name="connsiteX2" fmla="*/ 1986280 w 5107940"/>
              <a:gd name="connsiteY2" fmla="*/ 6243320 h 6243320"/>
              <a:gd name="connsiteX3" fmla="*/ 615 w 5107940"/>
              <a:gd name="connsiteY3" fmla="*/ 5530485 h 6243320"/>
              <a:gd name="connsiteX4" fmla="*/ 0 w 5107940"/>
              <a:gd name="connsiteY4" fmla="*/ 5529926 h 6243320"/>
              <a:gd name="connsiteX5" fmla="*/ 0 w 5107940"/>
              <a:gd name="connsiteY5" fmla="*/ 713394 h 6243320"/>
              <a:gd name="connsiteX6" fmla="*/ 615 w 5107940"/>
              <a:gd name="connsiteY6" fmla="*/ 712836 h 6243320"/>
              <a:gd name="connsiteX7" fmla="*/ 1986280 w 5107940"/>
              <a:gd name="connsiteY7" fmla="*/ 0 h 6243320"/>
            </a:gdLst>
            <a:ahLst/>
            <a:cxnLst/>
            <a:rect l="l" t="t" r="r" b="b"/>
            <a:pathLst>
              <a:path w="5107940" h="6243320">
                <a:moveTo>
                  <a:pt x="1986280" y="0"/>
                </a:moveTo>
                <a:cubicBezTo>
                  <a:pt x="3710325" y="0"/>
                  <a:pt x="5107940" y="1397615"/>
                  <a:pt x="5107940" y="3121660"/>
                </a:cubicBezTo>
                <a:cubicBezTo>
                  <a:pt x="5107940" y="4845705"/>
                  <a:pt x="3710325" y="6243320"/>
                  <a:pt x="1986280" y="6243320"/>
                </a:cubicBezTo>
                <a:cubicBezTo>
                  <a:pt x="1232011" y="6243320"/>
                  <a:pt x="540222" y="5975808"/>
                  <a:pt x="615" y="5530485"/>
                </a:cubicBezTo>
                <a:lnTo>
                  <a:pt x="0" y="5529926"/>
                </a:lnTo>
                <a:lnTo>
                  <a:pt x="0" y="713394"/>
                </a:lnTo>
                <a:lnTo>
                  <a:pt x="615" y="712836"/>
                </a:lnTo>
                <a:cubicBezTo>
                  <a:pt x="540222" y="267512"/>
                  <a:pt x="1232011" y="0"/>
                  <a:pt x="1986280" y="0"/>
                </a:cubicBezTo>
                <a:close/>
              </a:path>
            </a:pathLst>
          </a:custGeom>
          <a:gradFill>
            <a:gsLst>
              <a:gs pos="12000">
                <a:schemeClr val="accent1"/>
              </a:gs>
              <a:gs pos="100000">
                <a:schemeClr val="accent5"/>
              </a:gs>
            </a:gsLst>
            <a:path path="circle">
              <a:fillToRect t="100000" r="100000"/>
            </a:path>
            <a:tileRect l="-100000" b="-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6713854" y="0"/>
            <a:ext cx="5478146" cy="6858000"/>
          </a:xfrm>
          <a:custGeom>
            <a:avLst/>
            <a:gdLst>
              <a:gd name="connsiteX0" fmla="*/ 1327778 w 5478145"/>
              <a:gd name="connsiteY0" fmla="*/ 0 h 6858000"/>
              <a:gd name="connsiteX1" fmla="*/ 2644783 w 5478145"/>
              <a:gd name="connsiteY1" fmla="*/ 0 h 6858000"/>
              <a:gd name="connsiteX2" fmla="*/ 2690013 w 5478145"/>
              <a:gd name="connsiteY2" fmla="*/ 8077 h 6858000"/>
              <a:gd name="connsiteX3" fmla="*/ 5478145 w 5478145"/>
              <a:gd name="connsiteY3" fmla="*/ 3429000 h 6858000"/>
              <a:gd name="connsiteX4" fmla="*/ 2690013 w 5478145"/>
              <a:gd name="connsiteY4" fmla="*/ 6849923 h 6858000"/>
              <a:gd name="connsiteX5" fmla="*/ 2644782 w 5478145"/>
              <a:gd name="connsiteY5" fmla="*/ 6858000 h 6858000"/>
              <a:gd name="connsiteX6" fmla="*/ 1327778 w 5478145"/>
              <a:gd name="connsiteY6" fmla="*/ 6858000 h 6858000"/>
              <a:gd name="connsiteX7" fmla="*/ 1282548 w 5478145"/>
              <a:gd name="connsiteY7" fmla="*/ 6849923 h 6858000"/>
              <a:gd name="connsiteX8" fmla="*/ 33945 w 5478145"/>
              <a:gd name="connsiteY8" fmla="*/ 6324510 h 6858000"/>
              <a:gd name="connsiteX9" fmla="*/ 0 w 5478145"/>
              <a:gd name="connsiteY9" fmla="*/ 6299126 h 6858000"/>
              <a:gd name="connsiteX10" fmla="*/ 0 w 5478145"/>
              <a:gd name="connsiteY10" fmla="*/ 558874 h 6858000"/>
              <a:gd name="connsiteX11" fmla="*/ 33945 w 5478145"/>
              <a:gd name="connsiteY11" fmla="*/ 533491 h 6858000"/>
              <a:gd name="connsiteX12" fmla="*/ 1282548 w 5478145"/>
              <a:gd name="connsiteY12" fmla="*/ 8077 h 6858000"/>
            </a:gdLst>
            <a:ahLst/>
            <a:cxnLst/>
            <a:rect l="l" t="t" r="r" b="b"/>
            <a:pathLst>
              <a:path w="5478145" h="6858000">
                <a:moveTo>
                  <a:pt x="1327778" y="0"/>
                </a:moveTo>
                <a:lnTo>
                  <a:pt x="2644783" y="0"/>
                </a:lnTo>
                <a:lnTo>
                  <a:pt x="2690013" y="8077"/>
                </a:lnTo>
                <a:cubicBezTo>
                  <a:pt x="4281197" y="333681"/>
                  <a:pt x="5478145" y="1741559"/>
                  <a:pt x="5478145" y="3429000"/>
                </a:cubicBezTo>
                <a:cubicBezTo>
                  <a:pt x="5478145" y="5116441"/>
                  <a:pt x="4281197" y="6524320"/>
                  <a:pt x="2690013" y="6849923"/>
                </a:cubicBezTo>
                <a:lnTo>
                  <a:pt x="2644782" y="6858000"/>
                </a:lnTo>
                <a:lnTo>
                  <a:pt x="1327778" y="6858000"/>
                </a:lnTo>
                <a:lnTo>
                  <a:pt x="1282548" y="6849923"/>
                </a:lnTo>
                <a:cubicBezTo>
                  <a:pt x="827924" y="6756893"/>
                  <a:pt x="405482" y="6575515"/>
                  <a:pt x="33945" y="6324510"/>
                </a:cubicBezTo>
                <a:lnTo>
                  <a:pt x="0" y="6299126"/>
                </a:lnTo>
                <a:lnTo>
                  <a:pt x="0" y="558874"/>
                </a:lnTo>
                <a:lnTo>
                  <a:pt x="33945" y="533491"/>
                </a:lnTo>
                <a:cubicBezTo>
                  <a:pt x="405482" y="282485"/>
                  <a:pt x="827924" y="101107"/>
                  <a:pt x="1282548" y="8077"/>
                </a:cubicBezTo>
                <a:close/>
              </a:path>
            </a:pathLst>
          </a:custGeom>
          <a:noFill/>
          <a:ln w="12700" cap="flat">
            <a:gradFill>
              <a:gsLst>
                <a:gs pos="30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457439" y="680720"/>
            <a:ext cx="4734561" cy="5496560"/>
          </a:xfrm>
          <a:custGeom>
            <a:avLst/>
            <a:gdLst>
              <a:gd name="connsiteX0" fmla="*/ 1986280 w 4734560"/>
              <a:gd name="connsiteY0" fmla="*/ 0 h 5496560"/>
              <a:gd name="connsiteX1" fmla="*/ 4734560 w 4734560"/>
              <a:gd name="connsiteY1" fmla="*/ 2748280 h 5496560"/>
              <a:gd name="connsiteX2" fmla="*/ 1986280 w 4734560"/>
              <a:gd name="connsiteY2" fmla="*/ 5496560 h 5496560"/>
              <a:gd name="connsiteX3" fmla="*/ 42953 w 4734560"/>
              <a:gd name="connsiteY3" fmla="*/ 4691608 h 5496560"/>
              <a:gd name="connsiteX4" fmla="*/ 0 w 4734560"/>
              <a:gd name="connsiteY4" fmla="*/ 4644348 h 5496560"/>
              <a:gd name="connsiteX5" fmla="*/ 0 w 4734560"/>
              <a:gd name="connsiteY5" fmla="*/ 852213 h 5496560"/>
              <a:gd name="connsiteX6" fmla="*/ 42953 w 4734560"/>
              <a:gd name="connsiteY6" fmla="*/ 804953 h 5496560"/>
              <a:gd name="connsiteX7" fmla="*/ 1986280 w 4734560"/>
              <a:gd name="connsiteY7" fmla="*/ 0 h 5496560"/>
            </a:gdLst>
            <a:ahLst/>
            <a:cxnLst/>
            <a:rect l="l" t="t" r="r" b="b"/>
            <a:pathLst>
              <a:path w="4734560" h="5496560">
                <a:moveTo>
                  <a:pt x="1986280" y="0"/>
                </a:moveTo>
                <a:cubicBezTo>
                  <a:pt x="3504113" y="0"/>
                  <a:pt x="4734560" y="1230447"/>
                  <a:pt x="4734560" y="2748280"/>
                </a:cubicBezTo>
                <a:cubicBezTo>
                  <a:pt x="4734560" y="4266113"/>
                  <a:pt x="3504113" y="5496560"/>
                  <a:pt x="1986280" y="5496560"/>
                </a:cubicBezTo>
                <a:cubicBezTo>
                  <a:pt x="1227364" y="5496560"/>
                  <a:pt x="540294" y="5188949"/>
                  <a:pt x="42953" y="4691608"/>
                </a:cubicBezTo>
                <a:lnTo>
                  <a:pt x="0" y="4644348"/>
                </a:lnTo>
                <a:lnTo>
                  <a:pt x="0" y="852213"/>
                </a:lnTo>
                <a:lnTo>
                  <a:pt x="42953" y="804953"/>
                </a:lnTo>
                <a:cubicBezTo>
                  <a:pt x="540294" y="307612"/>
                  <a:pt x="1227364" y="0"/>
                  <a:pt x="1986280" y="0"/>
                </a:cubicBezTo>
                <a:close/>
              </a:path>
            </a:pathLst>
          </a:cu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6" name="图片"/>
          <p:cNvPicPr>
            <a:picLocks noChangeAspect="1"/>
          </p:cNvPicPr>
          <p:nvPr/>
        </p:nvPicPr>
        <p:blipFill>
          <a:blip r:embed="rId1">
            <a:alphaModFix amt="100000"/>
          </a:blip>
          <a:srcRect l="28136" r="13130"/>
          <a:stretch>
            <a:fillRect/>
          </a:stretch>
        </p:blipFill>
        <p:spPr>
          <a:xfrm flipH="1">
            <a:off x="7609204" y="830580"/>
            <a:ext cx="4582796" cy="5196840"/>
          </a:xfrm>
          <a:custGeom>
            <a:avLst/>
            <a:gdLst/>
            <a:ahLst/>
            <a:cxnLst/>
            <a:rect l="l" t="t" r="r" b="b"/>
            <a:pathLst>
              <a:path w="4582796" h="5196840">
                <a:moveTo>
                  <a:pt x="1984426" y="0"/>
                </a:moveTo>
                <a:cubicBezTo>
                  <a:pt x="3419467" y="0"/>
                  <a:pt x="4582796" y="1163352"/>
                  <a:pt x="4582796" y="2598420"/>
                </a:cubicBezTo>
                <a:cubicBezTo>
                  <a:pt x="4582796" y="4033488"/>
                  <a:pt x="3419467" y="5196840"/>
                  <a:pt x="1984426" y="5196840"/>
                </a:cubicBezTo>
                <a:cubicBezTo>
                  <a:pt x="1266906" y="5196840"/>
                  <a:pt x="617314" y="4906002"/>
                  <a:pt x="147102" y="4435781"/>
                </a:cubicBezTo>
                <a:lnTo>
                  <a:pt x="0" y="4273925"/>
                </a:lnTo>
                <a:lnTo>
                  <a:pt x="0" y="922915"/>
                </a:lnTo>
                <a:lnTo>
                  <a:pt x="147102" y="761060"/>
                </a:lnTo>
                <a:cubicBezTo>
                  <a:pt x="617314" y="290838"/>
                  <a:pt x="1266906" y="0"/>
                  <a:pt x="1984426" y="0"/>
                </a:cubicBezTo>
                <a:close/>
              </a:path>
            </a:pathLst>
          </a:custGeom>
          <a:noFill/>
          <a:ln>
            <a:noFill/>
          </a:ln>
        </p:spPr>
      </p:pic>
      <p:sp>
        <p:nvSpPr>
          <p:cNvPr id="7" name="标题 1"/>
          <p:cNvSpPr txBox="1"/>
          <p:nvPr/>
        </p:nvSpPr>
        <p:spPr>
          <a:xfrm>
            <a:off x="688340" y="1543050"/>
            <a:ext cx="5881589" cy="3388995"/>
          </a:xfrm>
          <a:prstGeom prst="rect">
            <a:avLst/>
          </a:prstGeom>
          <a:noFill/>
          <a:ln>
            <a:noFill/>
          </a:ln>
        </p:spPr>
        <p:txBody>
          <a:bodyPr vert="horz" wrap="square" lIns="0" tIns="0" rIns="0" bIns="0" rtlCol="0" anchor="ctr"/>
          <a:lstStyle/>
          <a:p>
            <a:pPr algn="l">
              <a:lnSpc>
                <a:spcPct val="130000"/>
              </a:lnSpc>
            </a:pPr>
            <a:r>
              <a:rPr kumimoji="1" lang="en-US" altLang="zh-CN" sz="4600">
                <a:ln w="12700">
                  <a:noFill/>
                </a:ln>
                <a:solidFill>
                  <a:srgbClr val="404040">
                    <a:alpha val="100000"/>
                  </a:srgbClr>
                </a:solidFill>
                <a:latin typeface="OPPOSans H"/>
                <a:ea typeface="OPPOSans H"/>
                <a:cs typeface="OPPOSans H"/>
              </a:rPr>
              <a:t>基于科学思维的物理竞赛试题分析及教学策略研究——以35 - 42届全国中学</a:t>
            </a:r>
            <a:endParaRPr kumimoji="1" lang="zh-CN" altLang="en-US"/>
          </a:p>
        </p:txBody>
      </p:sp>
      <p:sp>
        <p:nvSpPr>
          <p:cNvPr id="8" name="标题 1"/>
          <p:cNvSpPr txBox="1"/>
          <p:nvPr/>
        </p:nvSpPr>
        <p:spPr>
          <a:xfrm>
            <a:off x="688340" y="5101590"/>
            <a:ext cx="2449830" cy="455930"/>
          </a:xfrm>
          <a:prstGeom prst="roundRect">
            <a:avLst>
              <a:gd name="adj" fmla="val 50000"/>
            </a:avLst>
          </a:prstGeom>
          <a:gradFill>
            <a:gsLst>
              <a:gs pos="0">
                <a:schemeClr val="accent5"/>
              </a:gs>
              <a:gs pos="80000">
                <a:schemeClr val="accent1"/>
              </a:gs>
            </a:gsLst>
            <a:lin ang="2700000" scaled="0"/>
          </a:gradFill>
          <a:ln w="12700" cap="flat">
            <a:noFill/>
            <a:miter/>
          </a:ln>
        </p:spPr>
        <p:txBody>
          <a:bodyPr vert="horz" wrap="square" lIns="91440" tIns="45720" rIns="91440" bIns="45720" rtlCol="0" anchor="ct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XXX</a:t>
            </a:r>
            <a:endParaRPr kumimoji="1" lang="zh-CN" altLang="en-US"/>
          </a:p>
        </p:txBody>
      </p:sp>
      <p:sp>
        <p:nvSpPr>
          <p:cNvPr id="9" name="标题 1"/>
          <p:cNvSpPr txBox="1"/>
          <p:nvPr/>
        </p:nvSpPr>
        <p:spPr>
          <a:xfrm>
            <a:off x="3541395" y="5101590"/>
            <a:ext cx="2665730" cy="455930"/>
          </a:xfrm>
          <a:prstGeom prst="roundRect">
            <a:avLst>
              <a:gd name="adj" fmla="val 50000"/>
            </a:avLst>
          </a:prstGeom>
          <a:gradFill>
            <a:gsLst>
              <a:gs pos="0">
                <a:schemeClr val="accent5"/>
              </a:gs>
              <a:gs pos="80000">
                <a:schemeClr val="accent1"/>
              </a:gs>
            </a:gsLst>
            <a:lin ang="2700000" scaled="0"/>
          </a:gradFill>
          <a:ln w="12700" cap="flat">
            <a:noFill/>
            <a:miter/>
          </a:ln>
        </p:spPr>
        <p:txBody>
          <a:bodyPr vert="horz" wrap="square" lIns="91440" tIns="45720" rIns="91440" bIns="45720" rtlCol="0" anchor="ct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2026.03</a:t>
            </a:r>
            <a:endParaRPr kumimoji="1" lang="zh-CN" altLang="en-US"/>
          </a:p>
        </p:txBody>
      </p:sp>
      <p:sp>
        <p:nvSpPr>
          <p:cNvPr id="10" name="标题 1"/>
          <p:cNvSpPr txBox="1"/>
          <p:nvPr/>
        </p:nvSpPr>
        <p:spPr>
          <a:xfrm>
            <a:off x="5715" y="5938520"/>
            <a:ext cx="2395335" cy="919480"/>
          </a:xfrm>
          <a:custGeom>
            <a:avLst/>
            <a:gdLst>
              <a:gd name="connsiteX0" fmla="*/ 465455 w 1926590"/>
              <a:gd name="connsiteY0" fmla="*/ 0 h 1624330"/>
              <a:gd name="connsiteX1" fmla="*/ 1926590 w 1926590"/>
              <a:gd name="connsiteY1" fmla="*/ 1461135 h 1624330"/>
              <a:gd name="connsiteX2" fmla="*/ 1919047 w 1926590"/>
              <a:gd name="connsiteY2" fmla="*/ 1610528 h 1624330"/>
              <a:gd name="connsiteX3" fmla="*/ 1916940 w 1926590"/>
              <a:gd name="connsiteY3" fmla="*/ 1624330 h 1624330"/>
              <a:gd name="connsiteX4" fmla="*/ 0 w 1926590"/>
              <a:gd name="connsiteY4" fmla="*/ 1624330 h 1624330"/>
              <a:gd name="connsiteX5" fmla="*/ 0 w 1926590"/>
              <a:gd name="connsiteY5" fmla="*/ 77021 h 1624330"/>
              <a:gd name="connsiteX6" fmla="*/ 30958 w 1926590"/>
              <a:gd name="connsiteY6" fmla="*/ 65690 h 1624330"/>
              <a:gd name="connsiteX7" fmla="*/ 465455 w 1926590"/>
              <a:gd name="connsiteY7" fmla="*/ 0 h 1624330"/>
            </a:gdLst>
            <a:ahLst/>
            <a:cxnLst/>
            <a:rect l="l" t="t" r="r" b="b"/>
            <a:pathLst>
              <a:path w="3772" h="1448">
                <a:moveTo>
                  <a:pt x="1047" y="0"/>
                </a:moveTo>
                <a:cubicBezTo>
                  <a:pt x="2168" y="0"/>
                  <a:pt x="3158" y="561"/>
                  <a:pt x="3751" y="1417"/>
                </a:cubicBezTo>
                <a:lnTo>
                  <a:pt x="3772" y="1448"/>
                </a:lnTo>
                <a:lnTo>
                  <a:pt x="0" y="1448"/>
                </a:lnTo>
                <a:lnTo>
                  <a:pt x="0" y="173"/>
                </a:lnTo>
                <a:lnTo>
                  <a:pt x="70" y="148"/>
                </a:lnTo>
                <a:cubicBezTo>
                  <a:pt x="379" y="52"/>
                  <a:pt x="707" y="0"/>
                  <a:pt x="1047" y="0"/>
                </a:cubicBez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88340" y="10036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21000">
                <a:schemeClr val="accent1">
                  <a:lumMod val="20000"/>
                  <a:lumOff val="80000"/>
                  <a:alpha val="0"/>
                </a:schemeClr>
              </a:gs>
              <a:gs pos="100000">
                <a:schemeClr val="accent1">
                  <a:lumMod val="40000"/>
                  <a:lumOff val="60000"/>
                  <a:alpha val="15000"/>
                </a:schemeClr>
              </a:gs>
            </a:gsLst>
            <a:lin ang="360000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0" y="0"/>
            <a:ext cx="1288749" cy="6835671"/>
          </a:xfrm>
          <a:prstGeom prst="rect">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cxnSp>
        <p:nvCxnSpPr>
          <p:cNvPr id="4" name="线条 1"/>
          <p:cNvCxnSpPr/>
          <p:nvPr/>
        </p:nvCxnSpPr>
        <p:spPr>
          <a:xfrm flipH="1">
            <a:off x="3878915" y="1817500"/>
            <a:ext cx="4558651" cy="0"/>
          </a:xfrm>
          <a:prstGeom prst="line">
            <a:avLst/>
          </a:prstGeom>
          <a:noFill/>
          <a:ln w="12700" cap="sq">
            <a:solidFill>
              <a:schemeClr val="tx1"/>
            </a:solidFill>
            <a:miter/>
          </a:ln>
        </p:spPr>
      </p:cxnSp>
      <p:sp>
        <p:nvSpPr>
          <p:cNvPr id="5" name="标题 1"/>
          <p:cNvSpPr txBox="1"/>
          <p:nvPr/>
        </p:nvSpPr>
        <p:spPr>
          <a:xfrm>
            <a:off x="2537273" y="2655819"/>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1.</a:t>
            </a:r>
            <a:endParaRPr kumimoji="1" lang="zh-CN" altLang="en-US"/>
          </a:p>
        </p:txBody>
      </p:sp>
      <p:sp>
        <p:nvSpPr>
          <p:cNvPr id="6" name="标题 1"/>
          <p:cNvSpPr txBox="1"/>
          <p:nvPr/>
        </p:nvSpPr>
        <p:spPr>
          <a:xfrm>
            <a:off x="2537273" y="3633364"/>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2.</a:t>
            </a:r>
            <a:endParaRPr kumimoji="1" lang="zh-CN" altLang="en-US"/>
          </a:p>
        </p:txBody>
      </p:sp>
      <p:sp>
        <p:nvSpPr>
          <p:cNvPr id="7" name="标题 1"/>
          <p:cNvSpPr txBox="1"/>
          <p:nvPr/>
        </p:nvSpPr>
        <p:spPr>
          <a:xfrm>
            <a:off x="3372259" y="2539367"/>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第一部分 引言</a:t>
            </a:r>
            <a:endParaRPr kumimoji="1" lang="zh-CN" altLang="en-US"/>
          </a:p>
        </p:txBody>
      </p:sp>
      <p:sp>
        <p:nvSpPr>
          <p:cNvPr id="8" name="标题 1"/>
          <p:cNvSpPr txBox="1"/>
          <p:nvPr/>
        </p:nvSpPr>
        <p:spPr>
          <a:xfrm>
            <a:off x="3372259" y="3510189"/>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第二部分 物理竞赛试题评价框架的建立</a:t>
            </a:r>
            <a:endParaRPr kumimoji="1" lang="zh-CN" altLang="en-US"/>
          </a:p>
        </p:txBody>
      </p:sp>
      <p:sp>
        <p:nvSpPr>
          <p:cNvPr id="9" name="标题 1"/>
          <p:cNvSpPr txBox="1"/>
          <p:nvPr/>
        </p:nvSpPr>
        <p:spPr>
          <a:xfrm>
            <a:off x="6503775" y="2655819"/>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4.</a:t>
            </a:r>
            <a:endParaRPr kumimoji="1" lang="zh-CN" altLang="en-US"/>
          </a:p>
        </p:txBody>
      </p:sp>
      <p:sp>
        <p:nvSpPr>
          <p:cNvPr id="10" name="标题 1"/>
          <p:cNvSpPr txBox="1"/>
          <p:nvPr/>
        </p:nvSpPr>
        <p:spPr>
          <a:xfrm>
            <a:off x="6503775" y="3633364"/>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5.</a:t>
            </a:r>
            <a:endParaRPr kumimoji="1" lang="zh-CN" altLang="en-US"/>
          </a:p>
        </p:txBody>
      </p:sp>
      <p:sp>
        <p:nvSpPr>
          <p:cNvPr id="11" name="标题 1"/>
          <p:cNvSpPr txBox="1"/>
          <p:nvPr/>
        </p:nvSpPr>
        <p:spPr>
          <a:xfrm>
            <a:off x="7338761" y="2539367"/>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第四部分 基于试题评价结论的教学策略设计</a:t>
            </a:r>
            <a:endParaRPr kumimoji="1" lang="zh-CN" altLang="en-US"/>
          </a:p>
        </p:txBody>
      </p:sp>
      <p:sp>
        <p:nvSpPr>
          <p:cNvPr id="12" name="标题 1"/>
          <p:cNvSpPr txBox="1"/>
          <p:nvPr/>
        </p:nvSpPr>
        <p:spPr>
          <a:xfrm>
            <a:off x="7338761" y="3510189"/>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第五部分 教学策略的实证研究（验证提升效果）</a:t>
            </a:r>
            <a:endParaRPr kumimoji="1" lang="zh-CN" altLang="en-US"/>
          </a:p>
        </p:txBody>
      </p:sp>
      <p:sp>
        <p:nvSpPr>
          <p:cNvPr id="13" name="标题 1"/>
          <p:cNvSpPr txBox="1"/>
          <p:nvPr/>
        </p:nvSpPr>
        <p:spPr>
          <a:xfrm>
            <a:off x="2971686" y="1055351"/>
            <a:ext cx="6236287" cy="649317"/>
          </a:xfrm>
          <a:prstGeom prst="rect">
            <a:avLst/>
          </a:prstGeom>
          <a:noFill/>
          <a:ln>
            <a:noFill/>
          </a:ln>
        </p:spPr>
        <p:txBody>
          <a:bodyPr vert="horz" wrap="square" lIns="0" tIns="0" rIns="0" bIns="0" rtlCol="0" anchor="ctr"/>
          <a:lstStyle/>
          <a:p>
            <a:pPr algn="ctr">
              <a:lnSpc>
                <a:spcPct val="120000"/>
              </a:lnSpc>
            </a:pPr>
            <a:r>
              <a:rPr kumimoji="1" lang="en-US" altLang="zh-CN" sz="7200">
                <a:ln w="12700">
                  <a:noFill/>
                </a:ln>
                <a:solidFill>
                  <a:srgbClr val="B3D6FF">
                    <a:alpha val="100000"/>
                  </a:srgbClr>
                </a:solidFill>
                <a:latin typeface="OPPOSans H"/>
                <a:ea typeface="OPPOSans H"/>
                <a:cs typeface="OPPOSans H"/>
              </a:rPr>
              <a:t>CONTENTS</a:t>
            </a:r>
            <a:endParaRPr kumimoji="1" lang="zh-CN" altLang="en-US"/>
          </a:p>
        </p:txBody>
      </p:sp>
      <p:sp>
        <p:nvSpPr>
          <p:cNvPr id="14" name="标题 1"/>
          <p:cNvSpPr txBox="1"/>
          <p:nvPr/>
        </p:nvSpPr>
        <p:spPr>
          <a:xfrm>
            <a:off x="5117986" y="852151"/>
            <a:ext cx="2769187" cy="852517"/>
          </a:xfrm>
          <a:prstGeom prst="rect">
            <a:avLst/>
          </a:prstGeom>
          <a:noFill/>
          <a:ln>
            <a:noFill/>
          </a:ln>
        </p:spPr>
        <p:txBody>
          <a:bodyPr vert="horz" wrap="square" lIns="0" tIns="0" rIns="0" bIns="0" rtlCol="0" anchor="ctr"/>
          <a:lstStyle/>
          <a:p>
            <a:pPr algn="ctr">
              <a:lnSpc>
                <a:spcPct val="120000"/>
              </a:lnSpc>
            </a:pPr>
            <a:r>
              <a:rPr kumimoji="1" lang="en-US" altLang="zh-CN" sz="7200">
                <a:ln w="12700">
                  <a:noFill/>
                </a:ln>
                <a:solidFill>
                  <a:srgbClr val="003C83">
                    <a:alpha val="100000"/>
                  </a:srgbClr>
                </a:solidFill>
                <a:latin typeface="OPPOSans H"/>
                <a:ea typeface="OPPOSans H"/>
                <a:cs typeface="OPPOSans H"/>
              </a:rPr>
              <a:t>目录</a:t>
            </a:r>
            <a:endParaRPr kumimoji="1" lang="zh-CN" altLang="en-US"/>
          </a:p>
        </p:txBody>
      </p:sp>
      <p:sp>
        <p:nvSpPr>
          <p:cNvPr id="15" name="标题 1"/>
          <p:cNvSpPr txBox="1"/>
          <p:nvPr/>
        </p:nvSpPr>
        <p:spPr>
          <a:xfrm>
            <a:off x="2537273" y="4547764"/>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3.</a:t>
            </a:r>
            <a:endParaRPr kumimoji="1" lang="zh-CN" altLang="en-US"/>
          </a:p>
        </p:txBody>
      </p:sp>
      <p:sp>
        <p:nvSpPr>
          <p:cNvPr id="16" name="标题 1"/>
          <p:cNvSpPr txBox="1"/>
          <p:nvPr/>
        </p:nvSpPr>
        <p:spPr>
          <a:xfrm>
            <a:off x="3372259" y="4424589"/>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第三部分 基于评价框架的第35 - 42届复赛试题评价与分析</a:t>
            </a:r>
            <a:endParaRPr kumimoji="1" lang="zh-CN" altLang="en-US"/>
          </a:p>
        </p:txBody>
      </p:sp>
      <p:sp>
        <p:nvSpPr>
          <p:cNvPr id="17" name="标题 1"/>
          <p:cNvSpPr txBox="1"/>
          <p:nvPr/>
        </p:nvSpPr>
        <p:spPr>
          <a:xfrm>
            <a:off x="6503775" y="4547764"/>
            <a:ext cx="677194" cy="470434"/>
          </a:xfrm>
          <a:prstGeom prst="rect">
            <a:avLst/>
          </a:prstGeom>
          <a:noFill/>
          <a:ln>
            <a:noFill/>
          </a:ln>
        </p:spPr>
        <p:txBody>
          <a:bodyPr vert="horz" wrap="square" lIns="0" tIns="0" rIns="0" bIns="0" rtlCol="0" anchor="ctr"/>
          <a:lstStyle/>
          <a:p>
            <a:pPr algn="r">
              <a:lnSpc>
                <a:spcPct val="120000"/>
              </a:lnSpc>
            </a:pPr>
            <a:r>
              <a:rPr kumimoji="1" lang="en-US" altLang="zh-CN" sz="2000">
                <a:ln w="12700">
                  <a:noFill/>
                </a:ln>
                <a:solidFill>
                  <a:srgbClr val="003C83">
                    <a:alpha val="100000"/>
                  </a:srgbClr>
                </a:solidFill>
                <a:latin typeface="OPPOSans H"/>
                <a:ea typeface="OPPOSans H"/>
                <a:cs typeface="OPPOSans H"/>
              </a:rPr>
              <a:t>6.</a:t>
            </a:r>
            <a:endParaRPr kumimoji="1" lang="zh-CN" altLang="en-US"/>
          </a:p>
        </p:txBody>
      </p:sp>
      <p:sp>
        <p:nvSpPr>
          <p:cNvPr id="18" name="标题 1"/>
          <p:cNvSpPr txBox="1"/>
          <p:nvPr/>
        </p:nvSpPr>
        <p:spPr>
          <a:xfrm>
            <a:off x="7338761" y="4424589"/>
            <a:ext cx="2732812" cy="709079"/>
          </a:xfrm>
          <a:prstGeom prst="rect">
            <a:avLst/>
          </a:prstGeom>
          <a:noFill/>
          <a:ln>
            <a:noFill/>
          </a:ln>
        </p:spPr>
        <p:txBody>
          <a:bodyPr vert="horz" wrap="square" lIns="0" tIns="0" rIns="0" bIns="0" rtlCol="0" anchor="ctr"/>
          <a:lstStyle/>
          <a:p>
            <a:pPr algn="l">
              <a:lnSpc>
                <a:spcPct val="120000"/>
              </a:lnSpc>
            </a:pPr>
            <a:r>
              <a:rPr kumimoji="1" lang="en-US" altLang="zh-CN" sz="1500">
                <a:ln w="12700">
                  <a:noFill/>
                </a:ln>
                <a:solidFill>
                  <a:srgbClr val="003C83">
                    <a:alpha val="100000"/>
                  </a:srgbClr>
                </a:solidFill>
                <a:latin typeface="Source Han Sans CN Bold Bold"/>
                <a:ea typeface="Source Han Sans CN Bold Bold"/>
                <a:cs typeface="Source Han Sans CN Bold Bold"/>
              </a:rPr>
              <a:t>第六部分 结论</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5300">
                <a:ln w="12700">
                  <a:noFill/>
                </a:ln>
                <a:solidFill>
                  <a:srgbClr val="003C83">
                    <a:alpha val="100000"/>
                  </a:srgbClr>
                </a:solidFill>
                <a:latin typeface="OPPOSans H"/>
                <a:ea typeface="OPPOSans H"/>
                <a:cs typeface="OPPOSans H"/>
              </a:rPr>
              <a:t>第一部分 引言</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01</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H="1">
            <a:off x="7592378" y="3307038"/>
            <a:ext cx="4599621" cy="584200"/>
          </a:xfrm>
          <a:custGeom>
            <a:avLst/>
            <a:gdLst>
              <a:gd name="connsiteX0" fmla="*/ 3199568 w 3199568"/>
              <a:gd name="connsiteY0" fmla="*/ 584200 h 584200"/>
              <a:gd name="connsiteX1" fmla="*/ 2863850 w 3199568"/>
              <a:gd name="connsiteY1" fmla="*/ 0 h 584200"/>
              <a:gd name="connsiteX2" fmla="*/ 0 w 3199568"/>
              <a:gd name="connsiteY2" fmla="*/ 0 h 584200"/>
            </a:gdLst>
            <a:ahLst/>
            <a:cxnLst/>
            <a:rect l="l" t="t" r="r" b="b"/>
            <a:pathLst>
              <a:path w="3199568" h="584200">
                <a:moveTo>
                  <a:pt x="3199568" y="584200"/>
                </a:moveTo>
                <a:lnTo>
                  <a:pt x="2863850" y="0"/>
                </a:lnTo>
                <a:lnTo>
                  <a:pt x="0" y="0"/>
                </a:lnTo>
              </a:path>
            </a:pathLst>
          </a:custGeom>
          <a:noFill/>
          <a:ln w="12700" cap="sq">
            <a:solidFill>
              <a:schemeClr val="accent1"/>
            </a:solidFill>
            <a:miter/>
          </a:ln>
        </p:spPr>
        <p:txBody>
          <a:bodyPr vert="horz" wrap="square" lIns="91440" tIns="45720" rIns="91440" bIns="45720" rtlCol="0" anchor="ctr"/>
          <a:lstStyle/>
          <a:p>
            <a:pPr algn="r">
              <a:lnSpc>
                <a:spcPct val="100000"/>
              </a:lnSpc>
            </a:pPr>
            <a:endParaRPr kumimoji="1" lang="zh-CN" altLang="en-US"/>
          </a:p>
        </p:txBody>
      </p:sp>
      <p:sp>
        <p:nvSpPr>
          <p:cNvPr id="3" name="标题 1"/>
          <p:cNvSpPr txBox="1"/>
          <p:nvPr/>
        </p:nvSpPr>
        <p:spPr>
          <a:xfrm>
            <a:off x="0" y="3307038"/>
            <a:ext cx="4599621" cy="584200"/>
          </a:xfrm>
          <a:custGeom>
            <a:avLst/>
            <a:gdLst>
              <a:gd name="connsiteX0" fmla="*/ 3199568 w 3199568"/>
              <a:gd name="connsiteY0" fmla="*/ 584200 h 584200"/>
              <a:gd name="connsiteX1" fmla="*/ 2863850 w 3199568"/>
              <a:gd name="connsiteY1" fmla="*/ 0 h 584200"/>
              <a:gd name="connsiteX2" fmla="*/ 0 w 3199568"/>
              <a:gd name="connsiteY2" fmla="*/ 0 h 584200"/>
            </a:gdLst>
            <a:ahLst/>
            <a:cxnLst/>
            <a:rect l="l" t="t" r="r" b="b"/>
            <a:pathLst>
              <a:path w="3199568" h="584200">
                <a:moveTo>
                  <a:pt x="3199568" y="584200"/>
                </a:moveTo>
                <a:lnTo>
                  <a:pt x="2863850" y="0"/>
                </a:lnTo>
                <a:lnTo>
                  <a:pt x="0" y="0"/>
                </a:lnTo>
              </a:path>
            </a:pathLst>
          </a:custGeom>
          <a:noFill/>
          <a:ln w="12700" cap="sq">
            <a:solidFill>
              <a:schemeClr val="accent1"/>
            </a:solidFill>
            <a:miter/>
          </a:ln>
        </p:spPr>
        <p:txBody>
          <a:bodyPr vert="horz" wrap="square" lIns="91440" tIns="45720" rIns="91440" bIns="45720" rtlCol="0" anchor="ctr"/>
          <a:lstStyle/>
          <a:p>
            <a:pPr algn="r">
              <a:lnSpc>
                <a:spcPct val="100000"/>
              </a:lnSpc>
            </a:pPr>
            <a:endParaRPr kumimoji="1" lang="zh-CN" altLang="en-US"/>
          </a:p>
        </p:txBody>
      </p:sp>
      <p:sp>
        <p:nvSpPr>
          <p:cNvPr id="4" name="标题 1"/>
          <p:cNvSpPr txBox="1"/>
          <p:nvPr/>
        </p:nvSpPr>
        <p:spPr>
          <a:xfrm flipH="1">
            <a:off x="6180872" y="4965700"/>
            <a:ext cx="6011128"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accent1">
                  <a:lumMod val="40000"/>
                  <a:lumOff val="60000"/>
                  <a:alpha val="0"/>
                </a:schemeClr>
              </a:gs>
              <a:gs pos="100000">
                <a:schemeClr val="accent1">
                  <a:lumMod val="40000"/>
                  <a:lumOff val="60000"/>
                </a:schemeClr>
              </a:gs>
            </a:gsLst>
            <a:lin ang="5400000" scaled="0"/>
          </a:gradFill>
          <a:ln w="12700" cap="sq">
            <a:gradFill>
              <a:gsLst>
                <a:gs pos="0">
                  <a:schemeClr val="accent1"/>
                </a:gs>
                <a:gs pos="60000">
                  <a:schemeClr val="accent1">
                    <a:alpha val="0"/>
                  </a:schemeClr>
                </a:gs>
              </a:gsLst>
              <a:lin ang="16200000" scaled="0"/>
            </a:gra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0" y="4965699"/>
            <a:ext cx="6011128"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accent1">
                  <a:lumMod val="40000"/>
                  <a:lumOff val="60000"/>
                  <a:alpha val="0"/>
                </a:schemeClr>
              </a:gs>
              <a:gs pos="100000">
                <a:schemeClr val="accent1">
                  <a:lumMod val="40000"/>
                  <a:lumOff val="60000"/>
                </a:schemeClr>
              </a:gs>
            </a:gsLst>
            <a:lin ang="5400000" scaled="0"/>
          </a:gradFill>
          <a:ln w="12700" cap="sq">
            <a:gradFill>
              <a:gsLst>
                <a:gs pos="0">
                  <a:schemeClr val="accent1"/>
                </a:gs>
                <a:gs pos="60000">
                  <a:schemeClr val="accent1">
                    <a:alpha val="0"/>
                  </a:schemeClr>
                </a:gs>
              </a:gsLst>
              <a:lin ang="162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421156" y="4302305"/>
            <a:ext cx="3619500" cy="923163"/>
          </a:xfrm>
          <a:prstGeom prst="rect">
            <a:avLst/>
          </a:prstGeom>
          <a:noFill/>
          <a:ln>
            <a:noFill/>
          </a:ln>
        </p:spPr>
        <p:txBody>
          <a:bodyPr vert="horz" wrap="square" lIns="0" tIns="0" rIns="0" bIns="0" rtlCol="0" anchor="t">
            <a:spAutoFit/>
          </a:bodyPr>
          <a:lstStyle/>
          <a:p>
            <a:pPr algn="r">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物理竞赛作为选拔拔尖创新人才的关键平台，凭借其试题的高度综合性与开放性，深度考查学生的科学思维。这种高阶挑战能促使学生突破常规学习模式，进行深度探究与逻辑构建，从而有效激发创新意识，是早期发现和培养高素质物理人才的重要载体。</a:t>
            </a:r>
            <a:endParaRPr kumimoji="1" lang="zh-CN" altLang="en-US"/>
          </a:p>
        </p:txBody>
      </p:sp>
      <p:sp>
        <p:nvSpPr>
          <p:cNvPr id="7" name="标题 1"/>
          <p:cNvSpPr txBox="1"/>
          <p:nvPr/>
        </p:nvSpPr>
        <p:spPr>
          <a:xfrm>
            <a:off x="421156" y="3497538"/>
            <a:ext cx="3615388" cy="804766"/>
          </a:xfrm>
          <a:prstGeom prst="rect">
            <a:avLst/>
          </a:prstGeom>
          <a:noFill/>
          <a:ln>
            <a:noFill/>
          </a:ln>
        </p:spPr>
        <p:txBody>
          <a:bodyPr vert="horz" wrap="square" lIns="91440" tIns="45720" rIns="91440" bIns="45720" rtlCol="0" anchor="b"/>
          <a:lstStyle/>
          <a:p>
            <a:pPr algn="r">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物理竞赛人才作用</a:t>
            </a:r>
            <a:endParaRPr kumimoji="1" lang="zh-CN" altLang="en-US"/>
          </a:p>
        </p:txBody>
      </p:sp>
      <p:sp>
        <p:nvSpPr>
          <p:cNvPr id="8" name="标题 1"/>
          <p:cNvSpPr txBox="1"/>
          <p:nvPr/>
        </p:nvSpPr>
        <p:spPr>
          <a:xfrm>
            <a:off x="8155456" y="4302305"/>
            <a:ext cx="3619500" cy="923163"/>
          </a:xfrm>
          <a:prstGeom prst="rect">
            <a:avLst/>
          </a:prstGeom>
          <a:noFill/>
          <a:ln>
            <a:noFill/>
          </a:ln>
        </p:spPr>
        <p:txBody>
          <a:bodyPr vert="horz" wrap="square" lIns="0" tIns="0" rIns="0" bIns="0" rtlCol="0" anchor="t">
            <a:spAutoFit/>
          </a:bodyPr>
          <a:lstStyle/>
          <a:p>
            <a:pPr algn="l">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当前竞赛教学普遍存在重解题技巧、轻思维培养的现象。教师多侧重于应试技巧的训练，忽视了对试题背后科学思维要素的系统分析。这种功利化的教学模式导致教学与竞赛的高阶需求脱节，严重影响了学生综合能力与核心素养的有效提升。</a:t>
            </a:r>
            <a:endParaRPr kumimoji="1" lang="zh-CN" altLang="en-US"/>
          </a:p>
        </p:txBody>
      </p:sp>
      <p:sp>
        <p:nvSpPr>
          <p:cNvPr id="9" name="标题 1"/>
          <p:cNvSpPr txBox="1"/>
          <p:nvPr/>
        </p:nvSpPr>
        <p:spPr>
          <a:xfrm>
            <a:off x="8155456" y="3497538"/>
            <a:ext cx="3615388" cy="804766"/>
          </a:xfrm>
          <a:prstGeom prst="rect">
            <a:avLst/>
          </a:prstGeom>
          <a:noFill/>
          <a:ln>
            <a:noFill/>
          </a:ln>
        </p:spPr>
        <p:txBody>
          <a:bodyPr vert="horz" wrap="square" lIns="91440" tIns="45720" rIns="91440" bIns="45720" rtlCol="0" anchor="b"/>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当前竞赛教学问题</a:t>
            </a:r>
            <a:endParaRPr kumimoji="1" lang="zh-CN" altLang="en-US"/>
          </a:p>
        </p:txBody>
      </p:sp>
      <p:sp>
        <p:nvSpPr>
          <p:cNvPr id="10" name="标题 1"/>
          <p:cNvSpPr txBox="1"/>
          <p:nvPr/>
        </p:nvSpPr>
        <p:spPr>
          <a:xfrm flipH="1">
            <a:off x="6180871" y="4965700"/>
            <a:ext cx="4105681"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bg1">
                  <a:alpha val="0"/>
                </a:schemeClr>
              </a:gs>
              <a:gs pos="100000">
                <a:schemeClr val="bg1">
                  <a:alpha val="5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905447" y="4965699"/>
            <a:ext cx="4105681"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bg1">
                  <a:alpha val="0"/>
                </a:schemeClr>
              </a:gs>
              <a:gs pos="100000">
                <a:schemeClr val="bg1">
                  <a:alpha val="5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a:off x="6180872" y="4965700"/>
            <a:ext cx="1915332"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bg1">
                  <a:alpha val="0"/>
                </a:schemeClr>
              </a:gs>
              <a:gs pos="100000">
                <a:schemeClr val="bg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095796" y="4965699"/>
            <a:ext cx="1915332" cy="1892300"/>
          </a:xfrm>
          <a:custGeom>
            <a:avLst/>
            <a:gdLst>
              <a:gd name="connsiteX0" fmla="*/ 4391105 w 6011128"/>
              <a:gd name="connsiteY0" fmla="*/ 0 h 3227641"/>
              <a:gd name="connsiteX1" fmla="*/ 6011128 w 6011128"/>
              <a:gd name="connsiteY1" fmla="*/ 1841 h 3227641"/>
              <a:gd name="connsiteX2" fmla="*/ 6011128 w 6011128"/>
              <a:gd name="connsiteY2" fmla="*/ 3227641 h 3227641"/>
              <a:gd name="connsiteX3" fmla="*/ 0 w 6011128"/>
              <a:gd name="connsiteY3" fmla="*/ 3227641 h 3227641"/>
              <a:gd name="connsiteX4" fmla="*/ 4391105 w 6011128"/>
              <a:gd name="connsiteY4" fmla="*/ 0 h 3227641"/>
            </a:gdLst>
            <a:ahLst/>
            <a:cxnLst/>
            <a:rect l="l" t="t" r="r" b="b"/>
            <a:pathLst>
              <a:path w="6011128" h="3227641">
                <a:moveTo>
                  <a:pt x="4391105" y="0"/>
                </a:moveTo>
                <a:lnTo>
                  <a:pt x="6011128" y="1841"/>
                </a:lnTo>
                <a:lnTo>
                  <a:pt x="6011128" y="3227641"/>
                </a:lnTo>
                <a:lnTo>
                  <a:pt x="0" y="3227641"/>
                </a:lnTo>
                <a:lnTo>
                  <a:pt x="4391105" y="0"/>
                </a:lnTo>
                <a:close/>
              </a:path>
            </a:pathLst>
          </a:custGeom>
          <a:gradFill>
            <a:gsLst>
              <a:gs pos="20000">
                <a:schemeClr val="bg1">
                  <a:alpha val="0"/>
                </a:schemeClr>
              </a:gs>
              <a:gs pos="100000">
                <a:schemeClr val="bg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flipH="1">
            <a:off x="4255387" y="3003608"/>
            <a:ext cx="3681227" cy="3219392"/>
          </a:xfrm>
          <a:custGeom>
            <a:avLst/>
            <a:gdLst>
              <a:gd name="connsiteX0" fmla="*/ 1258473 w 5048249"/>
              <a:gd name="connsiteY0" fmla="*/ 0 h 4414913"/>
              <a:gd name="connsiteX1" fmla="*/ 3789830 w 5048249"/>
              <a:gd name="connsiteY1" fmla="*/ 0 h 4414913"/>
              <a:gd name="connsiteX2" fmla="*/ 4066600 w 5048249"/>
              <a:gd name="connsiteY2" fmla="*/ 171053 h 4414913"/>
              <a:gd name="connsiteX3" fmla="*/ 5015609 w 5048249"/>
              <a:gd name="connsiteY3" fmla="*/ 2069072 h 4414913"/>
              <a:gd name="connsiteX4" fmla="*/ 5015609 w 5048249"/>
              <a:gd name="connsiteY4" fmla="*/ 2345842 h 4414913"/>
              <a:gd name="connsiteX5" fmla="*/ 4066600 w 5048249"/>
              <a:gd name="connsiteY5" fmla="*/ 4243860 h 4414913"/>
              <a:gd name="connsiteX6" fmla="*/ 3789830 w 5048249"/>
              <a:gd name="connsiteY6" fmla="*/ 4414913 h 4414913"/>
              <a:gd name="connsiteX7" fmla="*/ 1258473 w 5048249"/>
              <a:gd name="connsiteY7" fmla="*/ 4414913 h 4414913"/>
              <a:gd name="connsiteX8" fmla="*/ 981703 w 5048249"/>
              <a:gd name="connsiteY8" fmla="*/ 4243860 h 4414913"/>
              <a:gd name="connsiteX9" fmla="*/ 32694 w 5048249"/>
              <a:gd name="connsiteY9" fmla="*/ 2345842 h 4414913"/>
              <a:gd name="connsiteX10" fmla="*/ 32694 w 5048249"/>
              <a:gd name="connsiteY10" fmla="*/ 2069072 h 4414913"/>
              <a:gd name="connsiteX11" fmla="*/ 981703 w 5048249"/>
              <a:gd name="connsiteY11" fmla="*/ 171053 h 4414913"/>
              <a:gd name="connsiteX12" fmla="*/ 1258473 w 5048249"/>
              <a:gd name="connsiteY12" fmla="*/ 0 h 4414913"/>
            </a:gdLst>
            <a:ahLst/>
            <a:cxnLst/>
            <a:rect l="l" t="t" r="r" b="b"/>
            <a:pathLst>
              <a:path w="5048249" h="4414913">
                <a:moveTo>
                  <a:pt x="1258473" y="0"/>
                </a:moveTo>
                <a:lnTo>
                  <a:pt x="3789830" y="0"/>
                </a:lnTo>
                <a:cubicBezTo>
                  <a:pt x="3907062" y="0"/>
                  <a:pt x="4014172" y="66198"/>
                  <a:pt x="4066600" y="171053"/>
                </a:cubicBezTo>
                <a:lnTo>
                  <a:pt x="5015609" y="2069072"/>
                </a:lnTo>
                <a:cubicBezTo>
                  <a:pt x="5059130" y="2156116"/>
                  <a:pt x="5059130" y="2258798"/>
                  <a:pt x="5015609" y="2345842"/>
                </a:cubicBezTo>
                <a:lnTo>
                  <a:pt x="4066600" y="4243860"/>
                </a:lnTo>
                <a:cubicBezTo>
                  <a:pt x="4014172" y="4348715"/>
                  <a:pt x="3907062" y="4414913"/>
                  <a:pt x="3789830" y="4414913"/>
                </a:cubicBezTo>
                <a:lnTo>
                  <a:pt x="1258473" y="4414913"/>
                </a:lnTo>
                <a:cubicBezTo>
                  <a:pt x="1141241" y="4414913"/>
                  <a:pt x="1034131" y="4348715"/>
                  <a:pt x="981703" y="4243860"/>
                </a:cubicBezTo>
                <a:lnTo>
                  <a:pt x="32694" y="2345842"/>
                </a:lnTo>
                <a:cubicBezTo>
                  <a:pt x="-10898" y="2258659"/>
                  <a:pt x="-10898" y="2156254"/>
                  <a:pt x="32694" y="2069072"/>
                </a:cubicBezTo>
                <a:lnTo>
                  <a:pt x="981703" y="171053"/>
                </a:lnTo>
                <a:cubicBezTo>
                  <a:pt x="1034131" y="66198"/>
                  <a:pt x="1141241" y="0"/>
                  <a:pt x="1258473" y="0"/>
                </a:cubicBezTo>
                <a:close/>
              </a:path>
            </a:pathLst>
          </a:custGeom>
          <a:gradFill>
            <a:gsLst>
              <a:gs pos="49000">
                <a:schemeClr val="bg1"/>
              </a:gs>
              <a:gs pos="100000">
                <a:schemeClr val="accent1"/>
              </a:gs>
            </a:gsLst>
            <a:path path="circle">
              <a:fillToRect l="50000" t="50000" r="50000" b="50000"/>
            </a:path>
            <a:tileRect/>
          </a:gradFill>
          <a:ln w="12700" cap="sq">
            <a:noFill/>
            <a:miter/>
          </a:ln>
          <a:effectLst>
            <a:outerShdw blurRad="381000" dist="254000" dir="5400000" algn="t" rotWithShape="0">
              <a:schemeClr val="accent1">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288306" y="1953127"/>
            <a:ext cx="3619500" cy="1153953"/>
          </a:xfrm>
          <a:prstGeom prst="rect">
            <a:avLst/>
          </a:prstGeom>
          <a:noFill/>
          <a:ln>
            <a:noFill/>
          </a:ln>
        </p:spPr>
        <p:txBody>
          <a:bodyPr vert="horz" wrap="square" lIns="0" tIns="0" rIns="0" bIns="0" rtlCol="0" anchor="t">
            <a:spAutoFit/>
          </a:bodyPr>
          <a:lstStyle/>
          <a:p>
            <a:pPr algn="ctr">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随着基础教育改革深化，核心素养培养已成为物理教学的关键导向。教学实践需超越单纯的知识灌输，转向科学思维能力的深度培育。教学重心应聚焦于模型建构与逻辑推理等高阶思维训练，以提升学生解决复杂物理问题的创新能力，切实落实素养导向的育人目标。</a:t>
            </a:r>
            <a:endParaRPr kumimoji="1" lang="zh-CN" altLang="en-US"/>
          </a:p>
        </p:txBody>
      </p:sp>
      <p:sp>
        <p:nvSpPr>
          <p:cNvPr id="16" name="标题 1"/>
          <p:cNvSpPr txBox="1"/>
          <p:nvPr/>
        </p:nvSpPr>
        <p:spPr>
          <a:xfrm>
            <a:off x="4288306" y="1148360"/>
            <a:ext cx="3615388" cy="804766"/>
          </a:xfrm>
          <a:prstGeom prst="rect">
            <a:avLst/>
          </a:prstGeom>
          <a:noFill/>
          <a:ln>
            <a:noFill/>
          </a:ln>
        </p:spPr>
        <p:txBody>
          <a:bodyPr vert="horz" wrap="square" lIns="91440" tIns="45720" rIns="91440" bIns="45720" rtlCol="0" anchor="b"/>
          <a:lstStyle/>
          <a:p>
            <a:pPr algn="ctr">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核心素养背景新要求</a:t>
            </a:r>
            <a:endParaRPr kumimoji="1" lang="zh-CN" altLang="en-US"/>
          </a:p>
        </p:txBody>
      </p:sp>
      <p:sp>
        <p:nvSpPr>
          <p:cNvPr id="17" name="PA_任意多边形 7"/>
          <p:cNvSpPr txBox="1"/>
          <p:nvPr/>
        </p:nvSpPr>
        <p:spPr>
          <a:xfrm>
            <a:off x="4611074" y="3314672"/>
            <a:ext cx="2969853" cy="2597264"/>
          </a:xfrm>
          <a:custGeom>
            <a:avLst/>
            <a:gdLst>
              <a:gd name="connsiteX0" fmla="*/ 1258473 w 5048249"/>
              <a:gd name="connsiteY0" fmla="*/ 0 h 4414913"/>
              <a:gd name="connsiteX1" fmla="*/ 3789830 w 5048249"/>
              <a:gd name="connsiteY1" fmla="*/ 0 h 4414913"/>
              <a:gd name="connsiteX2" fmla="*/ 4066600 w 5048249"/>
              <a:gd name="connsiteY2" fmla="*/ 171053 h 4414913"/>
              <a:gd name="connsiteX3" fmla="*/ 5015609 w 5048249"/>
              <a:gd name="connsiteY3" fmla="*/ 2069072 h 4414913"/>
              <a:gd name="connsiteX4" fmla="*/ 5015609 w 5048249"/>
              <a:gd name="connsiteY4" fmla="*/ 2345842 h 4414913"/>
              <a:gd name="connsiteX5" fmla="*/ 4066600 w 5048249"/>
              <a:gd name="connsiteY5" fmla="*/ 4243860 h 4414913"/>
              <a:gd name="connsiteX6" fmla="*/ 3789830 w 5048249"/>
              <a:gd name="connsiteY6" fmla="*/ 4414913 h 4414913"/>
              <a:gd name="connsiteX7" fmla="*/ 1258473 w 5048249"/>
              <a:gd name="connsiteY7" fmla="*/ 4414913 h 4414913"/>
              <a:gd name="connsiteX8" fmla="*/ 981703 w 5048249"/>
              <a:gd name="connsiteY8" fmla="*/ 4243860 h 4414913"/>
              <a:gd name="connsiteX9" fmla="*/ 32694 w 5048249"/>
              <a:gd name="connsiteY9" fmla="*/ 2345842 h 4414913"/>
              <a:gd name="connsiteX10" fmla="*/ 32694 w 5048249"/>
              <a:gd name="connsiteY10" fmla="*/ 2069072 h 4414913"/>
              <a:gd name="connsiteX11" fmla="*/ 981703 w 5048249"/>
              <a:gd name="connsiteY11" fmla="*/ 171053 h 4414913"/>
              <a:gd name="connsiteX12" fmla="*/ 1258473 w 5048249"/>
              <a:gd name="connsiteY12" fmla="*/ 0 h 4414913"/>
            </a:gdLst>
            <a:ahLst/>
            <a:cxnLst/>
            <a:rect l="l" t="t" r="r" b="b"/>
            <a:pathLst>
              <a:path w="5048249" h="4414913">
                <a:moveTo>
                  <a:pt x="1258473" y="0"/>
                </a:moveTo>
                <a:lnTo>
                  <a:pt x="3789830" y="0"/>
                </a:lnTo>
                <a:cubicBezTo>
                  <a:pt x="3907062" y="0"/>
                  <a:pt x="4014172" y="66198"/>
                  <a:pt x="4066600" y="171053"/>
                </a:cubicBezTo>
                <a:lnTo>
                  <a:pt x="5015609" y="2069072"/>
                </a:lnTo>
                <a:cubicBezTo>
                  <a:pt x="5059130" y="2156116"/>
                  <a:pt x="5059130" y="2258798"/>
                  <a:pt x="5015609" y="2345842"/>
                </a:cubicBezTo>
                <a:lnTo>
                  <a:pt x="4066600" y="4243860"/>
                </a:lnTo>
                <a:cubicBezTo>
                  <a:pt x="4014172" y="4348715"/>
                  <a:pt x="3907062" y="4414913"/>
                  <a:pt x="3789830" y="4414913"/>
                </a:cubicBezTo>
                <a:lnTo>
                  <a:pt x="1258473" y="4414913"/>
                </a:lnTo>
                <a:cubicBezTo>
                  <a:pt x="1141241" y="4414913"/>
                  <a:pt x="1034131" y="4348715"/>
                  <a:pt x="981703" y="4243860"/>
                </a:cubicBezTo>
                <a:lnTo>
                  <a:pt x="32694" y="2345842"/>
                </a:lnTo>
                <a:cubicBezTo>
                  <a:pt x="-10898" y="2258659"/>
                  <a:pt x="-10898" y="2156254"/>
                  <a:pt x="32694" y="2069072"/>
                </a:cubicBezTo>
                <a:lnTo>
                  <a:pt x="981703" y="171053"/>
                </a:lnTo>
                <a:cubicBezTo>
                  <a:pt x="1034131" y="66198"/>
                  <a:pt x="1141241" y="0"/>
                  <a:pt x="1258473" y="0"/>
                </a:cubicBezTo>
                <a:close/>
              </a:path>
            </a:pathLst>
          </a:custGeom>
          <a:solidFill>
            <a:schemeClr val="bg1"/>
          </a:solidFill>
          <a:ln w="12700" cap="sq">
            <a:noFill/>
            <a:miter/>
          </a:ln>
          <a:effectLst>
            <a:outerShdw blurRad="63500" sx="102000" sy="102000" algn="ctr" rotWithShape="0">
              <a:schemeClr val="tx1">
                <a:lumMod val="65000"/>
                <a:lumOff val="35000"/>
                <a:alpha val="20000"/>
              </a:schemeClr>
            </a:outerShdw>
          </a:effectLst>
        </p:spPr>
        <p:txBody>
          <a:bodyPr vert="horz" wrap="square" lIns="91440" tIns="45720" rIns="91440" bIns="45720" rtlCol="0" anchor="ctr"/>
          <a:lstStyle/>
          <a:p>
            <a:pPr algn="ctr">
              <a:lnSpc>
                <a:spcPct val="110000"/>
              </a:lnSpc>
            </a:pPr>
            <a:endParaRPr kumimoji="1" lang="zh-CN" altLang="en-US"/>
          </a:p>
        </p:txBody>
      </p:sp>
      <p:pic>
        <p:nvPicPr>
          <p:cNvPr id="18" name="图片 23"/>
          <p:cNvPicPr>
            <a:picLocks noChangeAspect="1"/>
          </p:cNvPicPr>
          <p:nvPr/>
        </p:nvPicPr>
        <p:blipFill>
          <a:blip r:embed="rId1">
            <a:alphaModFix amt="100000"/>
          </a:blip>
          <a:srcRect l="17958" r="17958"/>
          <a:stretch>
            <a:fillRect/>
          </a:stretch>
        </p:blipFill>
        <p:spPr>
          <a:xfrm>
            <a:off x="4667814" y="3364294"/>
            <a:ext cx="2856373" cy="2498020"/>
          </a:xfrm>
          <a:custGeom>
            <a:avLst/>
            <a:gdLst>
              <a:gd name="csX0" fmla="*/ 1095732 w 4395428"/>
              <a:gd name="csY0" fmla="*/ 0 h 3843990"/>
              <a:gd name="csX1" fmla="*/ 3299743 w 4395428"/>
              <a:gd name="csY1" fmla="*/ 0 h 3843990"/>
              <a:gd name="csX2" fmla="*/ 3540722 w 4395428"/>
              <a:gd name="csY2" fmla="*/ 148933 h 3843990"/>
              <a:gd name="csX3" fmla="*/ 4367009 w 4395428"/>
              <a:gd name="csY3" fmla="*/ 1801506 h 3843990"/>
              <a:gd name="csX4" fmla="*/ 4367009 w 4395428"/>
              <a:gd name="csY4" fmla="*/ 2042485 h 3843990"/>
              <a:gd name="csX5" fmla="*/ 3540722 w 4395428"/>
              <a:gd name="csY5" fmla="*/ 3695057 h 3843990"/>
              <a:gd name="csX6" fmla="*/ 3299743 w 4395428"/>
              <a:gd name="csY6" fmla="*/ 3843990 h 3843990"/>
              <a:gd name="csX7" fmla="*/ 1095732 w 4395428"/>
              <a:gd name="csY7" fmla="*/ 3843990 h 3843990"/>
              <a:gd name="csX8" fmla="*/ 854753 w 4395428"/>
              <a:gd name="csY8" fmla="*/ 3695057 h 3843990"/>
              <a:gd name="csX9" fmla="*/ 28466 w 4395428"/>
              <a:gd name="csY9" fmla="*/ 2042485 h 3843990"/>
              <a:gd name="csX10" fmla="*/ 28466 w 4395428"/>
              <a:gd name="csY10" fmla="*/ 1801506 h 3843990"/>
              <a:gd name="csX11" fmla="*/ 854753 w 4395428"/>
              <a:gd name="csY11" fmla="*/ 148933 h 3843990"/>
              <a:gd name="csX12" fmla="*/ 1095732 w 4395428"/>
              <a:gd name="csY12" fmla="*/ 0 h 3843990"/>
            </a:gdLst>
            <a:ahLst/>
            <a:cxnLst/>
            <a:rect l="l" t="t" r="r" b="b"/>
            <a:pathLst>
              <a:path w="4395428" h="3843990">
                <a:moveTo>
                  <a:pt x="1095732" y="0"/>
                </a:moveTo>
                <a:lnTo>
                  <a:pt x="3299743" y="0"/>
                </a:lnTo>
                <a:cubicBezTo>
                  <a:pt x="3401815" y="0"/>
                  <a:pt x="3495074" y="57638"/>
                  <a:pt x="3540722" y="148933"/>
                </a:cubicBezTo>
                <a:lnTo>
                  <a:pt x="4367009" y="1801506"/>
                </a:lnTo>
                <a:cubicBezTo>
                  <a:pt x="4404902" y="1877294"/>
                  <a:pt x="4404902" y="1966697"/>
                  <a:pt x="4367009" y="2042485"/>
                </a:cubicBezTo>
                <a:lnTo>
                  <a:pt x="3540722" y="3695057"/>
                </a:lnTo>
                <a:cubicBezTo>
                  <a:pt x="3495074" y="3786353"/>
                  <a:pt x="3401815" y="3843990"/>
                  <a:pt x="3299743" y="3843990"/>
                </a:cubicBezTo>
                <a:lnTo>
                  <a:pt x="1095732" y="3843990"/>
                </a:lnTo>
                <a:cubicBezTo>
                  <a:pt x="993660" y="3843990"/>
                  <a:pt x="900401" y="3786353"/>
                  <a:pt x="854753" y="3695057"/>
                </a:cubicBezTo>
                <a:lnTo>
                  <a:pt x="28466" y="2042485"/>
                </a:lnTo>
                <a:cubicBezTo>
                  <a:pt x="-9488" y="1966576"/>
                  <a:pt x="-9488" y="1877414"/>
                  <a:pt x="28466" y="1801506"/>
                </a:cubicBezTo>
                <a:lnTo>
                  <a:pt x="854753" y="148933"/>
                </a:lnTo>
                <a:cubicBezTo>
                  <a:pt x="900401" y="57638"/>
                  <a:pt x="993660" y="0"/>
                  <a:pt x="1095732" y="0"/>
                </a:cubicBezTo>
                <a:close/>
              </a:path>
            </a:pathLst>
          </a:custGeom>
          <a:noFill/>
          <a:ln>
            <a:noFill/>
          </a:ln>
        </p:spPr>
      </p:pic>
      <p:sp>
        <p:nvSpPr>
          <p:cNvPr id="19"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研究背景与问题提出</a:t>
            </a:r>
            <a:endParaRPr kumimoji="1" lang="zh-CN" altLang="en-US"/>
          </a:p>
        </p:txBody>
      </p:sp>
      <p:sp>
        <p:nvSpPr>
          <p:cNvPr id="20"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7542200" y="1446800"/>
            <a:ext cx="3456000" cy="4320000"/>
          </a:xfrm>
          <a:prstGeom prst="round2DiagRect">
            <a:avLst/>
          </a:prstGeom>
          <a:solidFill>
            <a:schemeClr val="accent1">
              <a:lumMod val="20000"/>
              <a:lumOff val="80000"/>
              <a:alpha val="50000"/>
            </a:schemeClr>
          </a:solidFill>
          <a:ln cap="flat">
            <a:noFill/>
            <a:prstDash val="solid"/>
            <a:miter/>
          </a:ln>
          <a:effectLst/>
        </p:spPr>
        <p:txBody>
          <a:bodyPr vert="horz" wrap="square" lIns="91440" tIns="45720" rIns="91440" bIns="45720" rtlCol="0" anchor="ctr"/>
          <a:lstStyle/>
          <a:p>
            <a:pPr algn="ctr">
              <a:lnSpc>
                <a:spcPct val="100000"/>
              </a:lnSpc>
            </a:pPr>
            <a:endParaRPr kumimoji="1" lang="zh-CN" altLang="en-US"/>
          </a:p>
        </p:txBody>
      </p:sp>
      <p:pic>
        <p:nvPicPr>
          <p:cNvPr id="3" name="图片"/>
          <p:cNvPicPr>
            <a:picLocks noChangeAspect="1"/>
          </p:cNvPicPr>
          <p:nvPr/>
        </p:nvPicPr>
        <p:blipFill>
          <a:blip r:embed="rId1">
            <a:alphaModFix amt="100000"/>
          </a:blip>
          <a:srcRect l="20486" r="20486"/>
          <a:stretch>
            <a:fillRect/>
          </a:stretch>
        </p:blipFill>
        <p:spPr>
          <a:xfrm>
            <a:off x="7740199" y="1662800"/>
            <a:ext cx="3060000" cy="3888000"/>
          </a:xfrm>
          <a:custGeom>
            <a:avLst/>
            <a:gdLst/>
            <a:ahLst/>
            <a:cxnLst/>
            <a:rect l="l" t="t" r="r" b="b"/>
            <a:pathLst>
              <a:path w="3060000" h="3888000">
                <a:moveTo>
                  <a:pt x="424942" y="0"/>
                </a:moveTo>
                <a:lnTo>
                  <a:pt x="3060000" y="0"/>
                </a:lnTo>
                <a:lnTo>
                  <a:pt x="3060000" y="3463058"/>
                </a:lnTo>
                <a:cubicBezTo>
                  <a:pt x="3060000" y="3697747"/>
                  <a:pt x="2869747" y="3888000"/>
                  <a:pt x="2635058" y="3888000"/>
                </a:cubicBezTo>
                <a:lnTo>
                  <a:pt x="0" y="3888000"/>
                </a:lnTo>
                <a:lnTo>
                  <a:pt x="0" y="424942"/>
                </a:lnTo>
                <a:cubicBezTo>
                  <a:pt x="0" y="190253"/>
                  <a:pt x="190253" y="0"/>
                  <a:pt x="424942" y="0"/>
                </a:cubicBezTo>
                <a:close/>
              </a:path>
            </a:pathLst>
          </a:custGeom>
          <a:noFill/>
          <a:ln>
            <a:noFill/>
          </a:ln>
        </p:spPr>
      </p:pic>
      <p:sp>
        <p:nvSpPr>
          <p:cNvPr id="4" name="标题 1"/>
          <p:cNvSpPr txBox="1"/>
          <p:nvPr/>
        </p:nvSpPr>
        <p:spPr>
          <a:xfrm rot="1800000">
            <a:off x="1902411" y="3491807"/>
            <a:ext cx="896586" cy="727230"/>
          </a:xfrm>
          <a:prstGeom prst="rect">
            <a:avLst/>
          </a:prstGeom>
          <a:gradFill>
            <a:gsLst>
              <a:gs pos="6000">
                <a:schemeClr val="accent1">
                  <a:lumMod val="20000"/>
                  <a:lumOff val="80000"/>
                </a:schemeClr>
              </a:gs>
              <a:gs pos="70000">
                <a:schemeClr val="bg1"/>
              </a:gs>
            </a:gsLst>
            <a:lin ang="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800000">
            <a:off x="1902413" y="5144777"/>
            <a:ext cx="896586" cy="727230"/>
          </a:xfrm>
          <a:prstGeom prst="rect">
            <a:avLst/>
          </a:prstGeom>
          <a:gradFill>
            <a:gsLst>
              <a:gs pos="6000">
                <a:schemeClr val="accent1">
                  <a:lumMod val="20000"/>
                  <a:lumOff val="80000"/>
                </a:schemeClr>
              </a:gs>
              <a:gs pos="70000">
                <a:schemeClr val="bg1"/>
              </a:gs>
            </a:gsLst>
            <a:lin ang="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1800000">
            <a:off x="1902411" y="1693934"/>
            <a:ext cx="896586" cy="727230"/>
          </a:xfrm>
          <a:prstGeom prst="rect">
            <a:avLst/>
          </a:prstGeom>
          <a:gradFill>
            <a:gsLst>
              <a:gs pos="6000">
                <a:schemeClr val="accent1">
                  <a:lumMod val="20000"/>
                  <a:lumOff val="80000"/>
                </a:schemeClr>
              </a:gs>
              <a:gs pos="70000">
                <a:schemeClr val="bg1"/>
              </a:gs>
            </a:gsLst>
            <a:lin ang="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603265" y="1469671"/>
            <a:ext cx="729499" cy="729498"/>
          </a:xfrm>
          <a:prstGeom prst="ellipse">
            <a:avLst/>
          </a:prstGeom>
          <a:gradFill>
            <a:gsLst>
              <a:gs pos="6000">
                <a:schemeClr val="accent1">
                  <a:lumMod val="40000"/>
                  <a:lumOff val="60000"/>
                </a:schemeClr>
              </a:gs>
              <a:gs pos="100000">
                <a:schemeClr val="accent1"/>
              </a:gs>
            </a:gsLst>
            <a:lin ang="270000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603265" y="3265106"/>
            <a:ext cx="729499" cy="729498"/>
          </a:xfrm>
          <a:prstGeom prst="ellipse">
            <a:avLst/>
          </a:prstGeom>
          <a:gradFill>
            <a:gsLst>
              <a:gs pos="6000">
                <a:schemeClr val="accent1">
                  <a:lumMod val="40000"/>
                  <a:lumOff val="60000"/>
                </a:schemeClr>
              </a:gs>
              <a:gs pos="100000">
                <a:schemeClr val="accent1"/>
              </a:gs>
            </a:gsLst>
            <a:lin ang="270000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603265" y="4933542"/>
            <a:ext cx="729499" cy="729498"/>
          </a:xfrm>
          <a:prstGeom prst="ellipse">
            <a:avLst/>
          </a:prstGeom>
          <a:gradFill>
            <a:gsLst>
              <a:gs pos="6000">
                <a:schemeClr val="accent1">
                  <a:lumMod val="40000"/>
                  <a:lumOff val="60000"/>
                </a:schemeClr>
              </a:gs>
              <a:gs pos="100000">
                <a:schemeClr val="accent1"/>
              </a:gs>
            </a:gsLst>
            <a:lin ang="270000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2537014" y="1885228"/>
            <a:ext cx="4699000" cy="1107796"/>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262626">
                    <a:alpha val="100000"/>
                  </a:srgbClr>
                </a:solidFill>
                <a:latin typeface="Source Han Sans CN Normal"/>
                <a:ea typeface="Source Han Sans CN Normal"/>
                <a:cs typeface="Source Han Sans CN Normal"/>
              </a:rPr>
              <a:t>本研究旨在深入剖析复赛试题，精准挖掘其中蕴含的科学思维要素。据此探索能够提升学生科学推理与建模能力的教学策略，优化竞赛教学模式，切实推动教学重点由单纯的知识灌输转向高阶思维能力的系统培养。</a:t>
            </a:r>
            <a:endParaRPr kumimoji="1" lang="zh-CN" altLang="en-US"/>
          </a:p>
        </p:txBody>
      </p:sp>
      <p:sp>
        <p:nvSpPr>
          <p:cNvPr id="11" name="标题 1"/>
          <p:cNvSpPr txBox="1"/>
          <p:nvPr/>
        </p:nvSpPr>
        <p:spPr>
          <a:xfrm>
            <a:off x="2537014" y="1487573"/>
            <a:ext cx="4701208" cy="405277"/>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研究目的</a:t>
            </a:r>
            <a:endParaRPr kumimoji="1" lang="zh-CN" altLang="en-US"/>
          </a:p>
        </p:txBody>
      </p:sp>
      <p:sp>
        <p:nvSpPr>
          <p:cNvPr id="12" name="标题 1"/>
          <p:cNvSpPr txBox="1"/>
          <p:nvPr/>
        </p:nvSpPr>
        <p:spPr>
          <a:xfrm>
            <a:off x="2537014" y="3283008"/>
            <a:ext cx="4701208" cy="405277"/>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理论意义</a:t>
            </a:r>
            <a:endParaRPr kumimoji="1" lang="zh-CN" altLang="en-US"/>
          </a:p>
        </p:txBody>
      </p:sp>
      <p:sp>
        <p:nvSpPr>
          <p:cNvPr id="13" name="标题 1"/>
          <p:cNvSpPr txBox="1"/>
          <p:nvPr/>
        </p:nvSpPr>
        <p:spPr>
          <a:xfrm>
            <a:off x="2537014" y="4951444"/>
            <a:ext cx="4701208" cy="405277"/>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实际意义</a:t>
            </a:r>
            <a:endParaRPr kumimoji="1" lang="zh-CN" altLang="en-US"/>
          </a:p>
        </p:txBody>
      </p:sp>
      <p:sp>
        <p:nvSpPr>
          <p:cNvPr id="14" name="标题 1"/>
          <p:cNvSpPr txBox="1"/>
          <p:nvPr/>
        </p:nvSpPr>
        <p:spPr>
          <a:xfrm>
            <a:off x="1764962" y="1673437"/>
            <a:ext cx="412031" cy="305196"/>
          </a:xfrm>
          <a:prstGeom prst="rect">
            <a:avLst/>
          </a:prstGeom>
          <a:noFill/>
          <a:ln>
            <a:noFill/>
          </a:ln>
        </p:spPr>
        <p:txBody>
          <a:bodyPr vert="horz" wrap="square" lIns="0" tIns="0" rIns="0" bIns="0" rtlCol="0" anchor="ctr"/>
          <a:lstStyle/>
          <a:p>
            <a:pPr algn="ctr">
              <a:lnSpc>
                <a:spcPct val="110000"/>
              </a:lnSpc>
            </a:pPr>
            <a:r>
              <a:rPr kumimoji="1" lang="en-US" altLang="zh-CN" sz="1800">
                <a:ln w="12700">
                  <a:noFill/>
                </a:ln>
                <a:solidFill>
                  <a:srgbClr val="FFFFFF">
                    <a:alpha val="100000"/>
                  </a:srgbClr>
                </a:solidFill>
                <a:latin typeface="OPPOSans H"/>
                <a:ea typeface="OPPOSans H"/>
                <a:cs typeface="OPPOSans H"/>
              </a:rPr>
              <a:t>1</a:t>
            </a:r>
            <a:endParaRPr kumimoji="1" lang="zh-CN" altLang="en-US"/>
          </a:p>
        </p:txBody>
      </p:sp>
      <p:sp>
        <p:nvSpPr>
          <p:cNvPr id="15" name="标题 1"/>
          <p:cNvSpPr txBox="1"/>
          <p:nvPr/>
        </p:nvSpPr>
        <p:spPr>
          <a:xfrm>
            <a:off x="1764962" y="3450776"/>
            <a:ext cx="412031" cy="305196"/>
          </a:xfrm>
          <a:prstGeom prst="rect">
            <a:avLst/>
          </a:prstGeom>
          <a:noFill/>
          <a:ln>
            <a:noFill/>
          </a:ln>
        </p:spPr>
        <p:txBody>
          <a:bodyPr vert="horz" wrap="square" lIns="0" tIns="0" rIns="0" bIns="0" rtlCol="0" anchor="ctr"/>
          <a:lstStyle/>
          <a:p>
            <a:pPr algn="ctr">
              <a:lnSpc>
                <a:spcPct val="110000"/>
              </a:lnSpc>
            </a:pPr>
            <a:r>
              <a:rPr kumimoji="1" lang="en-US" altLang="zh-CN" sz="1800">
                <a:ln w="12700">
                  <a:noFill/>
                </a:ln>
                <a:solidFill>
                  <a:srgbClr val="FFFFFF">
                    <a:alpha val="100000"/>
                  </a:srgbClr>
                </a:solidFill>
                <a:latin typeface="OPPOSans H"/>
                <a:ea typeface="OPPOSans H"/>
                <a:cs typeface="OPPOSans H"/>
              </a:rPr>
              <a:t>2</a:t>
            </a:r>
            <a:endParaRPr kumimoji="1" lang="zh-CN" altLang="en-US"/>
          </a:p>
        </p:txBody>
      </p:sp>
      <p:sp>
        <p:nvSpPr>
          <p:cNvPr id="16" name="标题 1"/>
          <p:cNvSpPr txBox="1"/>
          <p:nvPr/>
        </p:nvSpPr>
        <p:spPr>
          <a:xfrm>
            <a:off x="1764962" y="5144007"/>
            <a:ext cx="412031" cy="305196"/>
          </a:xfrm>
          <a:prstGeom prst="rect">
            <a:avLst/>
          </a:prstGeom>
          <a:noFill/>
          <a:ln>
            <a:noFill/>
          </a:ln>
        </p:spPr>
        <p:txBody>
          <a:bodyPr vert="horz" wrap="square" lIns="0" tIns="0" rIns="0" bIns="0" rtlCol="0" anchor="ctr"/>
          <a:lstStyle/>
          <a:p>
            <a:pPr algn="ctr">
              <a:lnSpc>
                <a:spcPct val="110000"/>
              </a:lnSpc>
            </a:pPr>
            <a:r>
              <a:rPr kumimoji="1" lang="en-US" altLang="zh-CN" sz="1800">
                <a:ln w="12700">
                  <a:noFill/>
                </a:ln>
                <a:solidFill>
                  <a:srgbClr val="FFFFFF">
                    <a:alpha val="100000"/>
                  </a:srgbClr>
                </a:solidFill>
                <a:latin typeface="OPPOSans H"/>
                <a:ea typeface="OPPOSans H"/>
                <a:cs typeface="OPPOSans H"/>
              </a:rPr>
              <a:t>3</a:t>
            </a:r>
            <a:endParaRPr kumimoji="1" lang="zh-CN" altLang="en-US"/>
          </a:p>
        </p:txBody>
      </p:sp>
      <p:sp>
        <p:nvSpPr>
          <p:cNvPr id="17" name="标题 1"/>
          <p:cNvSpPr txBox="1"/>
          <p:nvPr/>
        </p:nvSpPr>
        <p:spPr>
          <a:xfrm>
            <a:off x="2537014" y="3701328"/>
            <a:ext cx="4699000" cy="1107796"/>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262626">
                    <a:alpha val="100000"/>
                  </a:srgbClr>
                </a:solidFill>
                <a:latin typeface="Source Han Sans CN Normal"/>
                <a:ea typeface="Source Han Sans CN Normal"/>
                <a:cs typeface="Source Han Sans CN Normal"/>
              </a:rPr>
              <a:t>将科学思维深度融入物理竞赛试题分析，能够厘清其在物理学科中的具体表现形式，弥补当前研究缺乏高阶物理情境系统分析的不足。构建基于科学思维的试题评价框架，不仅丰富了物理教育评价理论体系，更为核心素养导向下的课程设计提供了坚实的理论支撑。</a:t>
            </a:r>
            <a:endParaRPr kumimoji="1" lang="zh-CN" altLang="en-US"/>
          </a:p>
        </p:txBody>
      </p:sp>
      <p:sp>
        <p:nvSpPr>
          <p:cNvPr id="18" name="标题 1"/>
          <p:cNvSpPr txBox="1"/>
          <p:nvPr/>
        </p:nvSpPr>
        <p:spPr>
          <a:xfrm>
            <a:off x="2537014" y="5352328"/>
            <a:ext cx="4699000" cy="1107796"/>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262626">
                    <a:alpha val="100000"/>
                  </a:srgbClr>
                </a:solidFill>
                <a:latin typeface="Source Han Sans CN Normal"/>
                <a:ea typeface="Source Han Sans CN Normal"/>
                <a:cs typeface="Source Han Sans CN Normal"/>
              </a:rPr>
              <a:t>本研究为一线教师提供科学且可操作的竞赛教学策略。通过剖析复赛试题，提炼科学思维考查趋势，助力教师精准把握命题规律并优化教学设计。引导教师在培训中渗透模型建构与推理训练，提升学生在高水平竞赛中的思维表现与综合素质，促进拔尖创新人才的早期培养。</a:t>
            </a:r>
            <a:endParaRPr kumimoji="1" lang="zh-CN" altLang="en-US"/>
          </a:p>
        </p:txBody>
      </p:sp>
      <p:sp>
        <p:nvSpPr>
          <p:cNvPr id="19"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研究目的与意义</a:t>
            </a:r>
            <a:endParaRPr kumimoji="1" lang="zh-CN" altLang="en-US"/>
          </a:p>
        </p:txBody>
      </p:sp>
      <p:sp>
        <p:nvSpPr>
          <p:cNvPr id="20"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pic>
        <p:nvPicPr>
          <p:cNvPr id="2" name="图片 16"/>
          <p:cNvPicPr>
            <a:picLocks noChangeAspect="1"/>
          </p:cNvPicPr>
          <p:nvPr/>
        </p:nvPicPr>
        <p:blipFill>
          <a:blip r:embed="rId1">
            <a:alphaModFix amt="100000"/>
          </a:blip>
          <a:srcRect l="18924" r="18924"/>
          <a:stretch>
            <a:fillRect/>
          </a:stretch>
        </p:blipFill>
        <p:spPr>
          <a:xfrm>
            <a:off x="7576521" y="12560"/>
            <a:ext cx="5010877" cy="6832879"/>
          </a:xfrm>
          <a:custGeom>
            <a:avLst/>
            <a:gdLst>
              <a:gd name="csX0" fmla="*/ 0 w 5010877"/>
              <a:gd name="csY0" fmla="*/ 0 h 6832879"/>
              <a:gd name="csX1" fmla="*/ 5010877 w 5010877"/>
              <a:gd name="csY1" fmla="*/ 0 h 6832879"/>
              <a:gd name="csX2" fmla="*/ 5010877 w 5010877"/>
              <a:gd name="csY2" fmla="*/ 6832879 h 6832879"/>
              <a:gd name="csX3" fmla="*/ 0 w 5010877"/>
              <a:gd name="csY3" fmla="*/ 6832879 h 6832879"/>
              <a:gd name="csX4" fmla="*/ 0 w 5010877"/>
              <a:gd name="csY4" fmla="*/ 3973348 h 6832879"/>
              <a:gd name="csX5" fmla="*/ 960186 w 5010877"/>
              <a:gd name="csY5" fmla="*/ 3416440 h 6832879"/>
              <a:gd name="csX6" fmla="*/ 0 w 5010877"/>
              <a:gd name="csY6" fmla="*/ 2859532 h 6832879"/>
            </a:gdLst>
            <a:ahLst/>
            <a:cxnLst/>
            <a:rect l="l" t="t" r="r" b="b"/>
            <a:pathLst>
              <a:path w="5010877" h="6832879">
                <a:moveTo>
                  <a:pt x="0" y="0"/>
                </a:moveTo>
                <a:lnTo>
                  <a:pt x="5010877" y="0"/>
                </a:lnTo>
                <a:lnTo>
                  <a:pt x="5010877" y="6832879"/>
                </a:lnTo>
                <a:lnTo>
                  <a:pt x="0" y="6832879"/>
                </a:lnTo>
                <a:lnTo>
                  <a:pt x="0" y="3973348"/>
                </a:lnTo>
                <a:lnTo>
                  <a:pt x="960186" y="3416440"/>
                </a:lnTo>
                <a:lnTo>
                  <a:pt x="0" y="2859532"/>
                </a:lnTo>
                <a:close/>
              </a:path>
            </a:pathLst>
          </a:custGeom>
          <a:noFill/>
          <a:ln>
            <a:noFill/>
          </a:ln>
        </p:spPr>
      </p:pic>
      <p:sp>
        <p:nvSpPr>
          <p:cNvPr id="3" name="isheji-2"/>
          <p:cNvSpPr txBox="1"/>
          <p:nvPr/>
        </p:nvSpPr>
        <p:spPr>
          <a:xfrm>
            <a:off x="746864" y="1320800"/>
            <a:ext cx="2958231" cy="2361060"/>
          </a:xfrm>
          <a:prstGeom prst="roundRect">
            <a:avLst>
              <a:gd name="adj" fmla="val 7067"/>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4" name="isheji-3"/>
          <p:cNvSpPr txBox="1"/>
          <p:nvPr/>
        </p:nvSpPr>
        <p:spPr>
          <a:xfrm>
            <a:off x="4028089" y="1320800"/>
            <a:ext cx="2958231" cy="2361060"/>
          </a:xfrm>
          <a:prstGeom prst="roundRect">
            <a:avLst>
              <a:gd name="adj" fmla="val 7067"/>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5" name="isheji-5"/>
          <p:cNvSpPr txBox="1"/>
          <p:nvPr/>
        </p:nvSpPr>
        <p:spPr>
          <a:xfrm>
            <a:off x="746864" y="3944686"/>
            <a:ext cx="2958231" cy="2361060"/>
          </a:xfrm>
          <a:prstGeom prst="roundRect">
            <a:avLst>
              <a:gd name="adj" fmla="val 7067"/>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6" name="isheji-6"/>
          <p:cNvSpPr txBox="1"/>
          <p:nvPr/>
        </p:nvSpPr>
        <p:spPr>
          <a:xfrm>
            <a:off x="4028089" y="3944686"/>
            <a:ext cx="2958231" cy="2361060"/>
          </a:xfrm>
          <a:prstGeom prst="roundRect">
            <a:avLst>
              <a:gd name="adj" fmla="val 7067"/>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7" name="isheji-9"/>
          <p:cNvSpPr txBox="1"/>
          <p:nvPr/>
        </p:nvSpPr>
        <p:spPr>
          <a:xfrm>
            <a:off x="2117254" y="2199902"/>
            <a:ext cx="217450" cy="4748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isheji-10"/>
          <p:cNvSpPr txBox="1"/>
          <p:nvPr/>
        </p:nvSpPr>
        <p:spPr>
          <a:xfrm>
            <a:off x="992979" y="1447801"/>
            <a:ext cx="2466000" cy="672588"/>
          </a:xfrm>
          <a:prstGeom prst="rect">
            <a:avLst/>
          </a:prstGeom>
          <a:noFill/>
          <a:ln>
            <a:noFill/>
          </a:ln>
        </p:spPr>
        <p:txBody>
          <a:bodyPr vert="horz" wrap="square" lIns="0" tIns="0" rIns="0" bIns="0" rtlCol="0" anchor="b"/>
          <a:lstStyle/>
          <a:p>
            <a:pPr algn="ctr">
              <a:lnSpc>
                <a:spcPct val="12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试题分析研究现状</a:t>
            </a:r>
            <a:endParaRPr kumimoji="1" lang="zh-CN" altLang="en-US"/>
          </a:p>
        </p:txBody>
      </p:sp>
      <p:sp>
        <p:nvSpPr>
          <p:cNvPr id="9" name="isheji-11"/>
          <p:cNvSpPr txBox="1"/>
          <p:nvPr/>
        </p:nvSpPr>
        <p:spPr>
          <a:xfrm>
            <a:off x="992979" y="2288820"/>
            <a:ext cx="2463800" cy="1118215"/>
          </a:xfrm>
          <a:prstGeom prst="rect">
            <a:avLst/>
          </a:prstGeom>
          <a:noFill/>
          <a:ln>
            <a:noFill/>
          </a:ln>
        </p:spPr>
        <p:txBody>
          <a:bodyPr vert="horz" wrap="square" lIns="0" tIns="0" rIns="0" bIns="0" rtlCol="0" anchor="t">
            <a:spAutoFit/>
          </a:bodyPr>
          <a:lstStyle/>
          <a:p>
            <a:pPr algn="ctr">
              <a:lnSpc>
                <a:spcPct val="150000"/>
              </a:lnSpc>
            </a:pPr>
            <a:r>
              <a:rPr kumimoji="1" lang="en-US" altLang="zh-CN" sz="810">
                <a:ln w="12700">
                  <a:noFill/>
                </a:ln>
                <a:solidFill>
                  <a:srgbClr val="262626">
                    <a:alpha val="100000"/>
                  </a:srgbClr>
                </a:solidFill>
                <a:latin typeface="Source Han Sans CN Normal"/>
                <a:ea typeface="Source Han Sans CN Normal"/>
                <a:cs typeface="Source Han Sans CN Normal"/>
              </a:rPr>
              <a:t>国内外研究已从侧重解题技巧与模型解析，逐步转向试题量化评价与高阶思维挖掘，综合难度模型及SOLO分类理论得到广泛应用。然而现有成果多停留于单题赏析或年度回顾，缺乏对连续多届复赛的纵向系统考察。此外本土化理论生成不足，试题分析与教学策略转化间的联动机制尚不完善。</a:t>
            </a:r>
            <a:endParaRPr kumimoji="1" lang="zh-CN" altLang="en-US"/>
          </a:p>
        </p:txBody>
      </p:sp>
      <p:sp>
        <p:nvSpPr>
          <p:cNvPr id="10" name="isheji-13"/>
          <p:cNvSpPr txBox="1"/>
          <p:nvPr/>
        </p:nvSpPr>
        <p:spPr>
          <a:xfrm>
            <a:off x="5398479" y="2203236"/>
            <a:ext cx="217450" cy="4748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isheji-14"/>
          <p:cNvSpPr txBox="1"/>
          <p:nvPr/>
        </p:nvSpPr>
        <p:spPr>
          <a:xfrm>
            <a:off x="4274204" y="1451135"/>
            <a:ext cx="2466000" cy="672588"/>
          </a:xfrm>
          <a:prstGeom prst="rect">
            <a:avLst/>
          </a:prstGeom>
          <a:noFill/>
          <a:ln>
            <a:noFill/>
          </a:ln>
        </p:spPr>
        <p:txBody>
          <a:bodyPr vert="horz" wrap="square" lIns="0" tIns="0" rIns="0" bIns="0" rtlCol="0" anchor="b"/>
          <a:lstStyle/>
          <a:p>
            <a:pPr algn="ctr">
              <a:lnSpc>
                <a:spcPct val="12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科学思维测评现状</a:t>
            </a:r>
            <a:endParaRPr kumimoji="1" lang="zh-CN" altLang="en-US"/>
          </a:p>
        </p:txBody>
      </p:sp>
      <p:sp>
        <p:nvSpPr>
          <p:cNvPr id="12" name="isheji-15"/>
          <p:cNvSpPr txBox="1"/>
          <p:nvPr/>
        </p:nvSpPr>
        <p:spPr>
          <a:xfrm>
            <a:off x="4274204" y="2279029"/>
            <a:ext cx="2463800" cy="1118215"/>
          </a:xfrm>
          <a:prstGeom prst="rect">
            <a:avLst/>
          </a:prstGeom>
          <a:noFill/>
          <a:ln>
            <a:noFill/>
          </a:ln>
        </p:spPr>
        <p:txBody>
          <a:bodyPr vert="horz" wrap="square" lIns="0" tIns="0" rIns="0" bIns="0" rtlCol="0" anchor="t">
            <a:spAutoFit/>
          </a:bodyPr>
          <a:lstStyle/>
          <a:p>
            <a:pPr algn="ctr">
              <a:lnSpc>
                <a:spcPct val="150000"/>
              </a:lnSpc>
            </a:pPr>
            <a:r>
              <a:rPr kumimoji="1" lang="en-US" altLang="zh-CN" sz="810">
                <a:ln w="12700">
                  <a:noFill/>
                </a:ln>
                <a:solidFill>
                  <a:srgbClr val="262626">
                    <a:alpha val="100000"/>
                  </a:srgbClr>
                </a:solidFill>
                <a:latin typeface="Source Han Sans CN Normal"/>
                <a:ea typeface="Source Han Sans CN Normal"/>
                <a:cs typeface="Source Han Sans CN Normal"/>
              </a:rPr>
              <a:t>科学思维概念历经从一般性要素探究到学科化体系建构的演变。董博清等学者将其具体界定为模型建构、科学推理、科学论证与质疑创新四个维度，Muduli与Wu等人则分别强调了论证性推理与元认知调控的重要性。目前，该理论已深度融入物理教育评价体系，成为衡量学生高阶认知能力与思维品质的关键标尺。</a:t>
            </a:r>
            <a:endParaRPr kumimoji="1" lang="zh-CN" altLang="en-US"/>
          </a:p>
        </p:txBody>
      </p:sp>
      <p:sp>
        <p:nvSpPr>
          <p:cNvPr id="13" name="isheji-25"/>
          <p:cNvSpPr txBox="1"/>
          <p:nvPr/>
        </p:nvSpPr>
        <p:spPr>
          <a:xfrm>
            <a:off x="5398479" y="4818036"/>
            <a:ext cx="217450" cy="4748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isheji-26"/>
          <p:cNvSpPr txBox="1"/>
          <p:nvPr/>
        </p:nvSpPr>
        <p:spPr>
          <a:xfrm>
            <a:off x="4274204" y="4065935"/>
            <a:ext cx="2466000" cy="672588"/>
          </a:xfrm>
          <a:prstGeom prst="rect">
            <a:avLst/>
          </a:prstGeom>
          <a:noFill/>
          <a:ln>
            <a:noFill/>
          </a:ln>
        </p:spPr>
        <p:txBody>
          <a:bodyPr vert="horz" wrap="square" lIns="0" tIns="0" rIns="0" bIns="0" rtlCol="0" anchor="b"/>
          <a:lstStyle/>
          <a:p>
            <a:pPr algn="ctr">
              <a:lnSpc>
                <a:spcPct val="12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现有研究切入点</a:t>
            </a:r>
            <a:endParaRPr kumimoji="1" lang="zh-CN" altLang="en-US"/>
          </a:p>
        </p:txBody>
      </p:sp>
      <p:sp>
        <p:nvSpPr>
          <p:cNvPr id="15" name="isheji-27"/>
          <p:cNvSpPr txBox="1"/>
          <p:nvPr/>
        </p:nvSpPr>
        <p:spPr>
          <a:xfrm>
            <a:off x="4274204" y="4906954"/>
            <a:ext cx="2463800" cy="1118215"/>
          </a:xfrm>
          <a:prstGeom prst="rect">
            <a:avLst/>
          </a:prstGeom>
          <a:noFill/>
          <a:ln>
            <a:noFill/>
          </a:ln>
        </p:spPr>
        <p:txBody>
          <a:bodyPr vert="horz" wrap="square" lIns="0" tIns="0" rIns="0" bIns="0" rtlCol="0" anchor="t">
            <a:spAutoFit/>
          </a:bodyPr>
          <a:lstStyle/>
          <a:p>
            <a:pPr algn="ctr">
              <a:lnSpc>
                <a:spcPct val="150000"/>
              </a:lnSpc>
            </a:pPr>
            <a:r>
              <a:rPr kumimoji="1" lang="en-US" altLang="zh-CN" sz="810">
                <a:ln w="12700">
                  <a:noFill/>
                </a:ln>
                <a:solidFill>
                  <a:srgbClr val="262626">
                    <a:alpha val="100000"/>
                  </a:srgbClr>
                </a:solidFill>
                <a:latin typeface="Source Han Sans CN Normal"/>
                <a:ea typeface="Source Han Sans CN Normal"/>
                <a:cs typeface="Source Han Sans CN Normal"/>
              </a:rPr>
              <a:t>现有研究多局限于单题赏析或年度回顾，缺乏对第35至42届复赛试题的系统性纵向比较，且理论多借用国外框架，本土化适配性不足。既往研究偏重定性描述，缺乏大规模文本数据支撑，致使试题思维要素难以转化为可操作的教学范式。本研究拟构建本土化评价框架，联动分析试题逻辑与教学策略，填补这一空白。</a:t>
            </a:r>
            <a:endParaRPr kumimoji="1" lang="zh-CN" altLang="en-US"/>
          </a:p>
        </p:txBody>
      </p:sp>
      <p:sp>
        <p:nvSpPr>
          <p:cNvPr id="16" name="isheji-28-2"/>
          <p:cNvSpPr txBox="1"/>
          <p:nvPr/>
        </p:nvSpPr>
        <p:spPr>
          <a:xfrm>
            <a:off x="2117254" y="4827122"/>
            <a:ext cx="217450" cy="4748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isheji-28-3"/>
          <p:cNvSpPr txBox="1"/>
          <p:nvPr/>
        </p:nvSpPr>
        <p:spPr>
          <a:xfrm>
            <a:off x="992979" y="4075021"/>
            <a:ext cx="2466000" cy="672588"/>
          </a:xfrm>
          <a:prstGeom prst="rect">
            <a:avLst/>
          </a:prstGeom>
          <a:noFill/>
          <a:ln>
            <a:noFill/>
          </a:ln>
        </p:spPr>
        <p:txBody>
          <a:bodyPr vert="horz" wrap="square" lIns="0" tIns="0" rIns="0" bIns="0" rtlCol="0" anchor="b"/>
          <a:lstStyle/>
          <a:p>
            <a:pPr algn="ctr">
              <a:lnSpc>
                <a:spcPct val="12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SOLO理论评价现状</a:t>
            </a:r>
            <a:endParaRPr kumimoji="1" lang="zh-CN" altLang="en-US"/>
          </a:p>
        </p:txBody>
      </p:sp>
      <p:sp>
        <p:nvSpPr>
          <p:cNvPr id="18" name="isheji-28-4"/>
          <p:cNvSpPr txBox="1"/>
          <p:nvPr/>
        </p:nvSpPr>
        <p:spPr>
          <a:xfrm>
            <a:off x="992979" y="4902915"/>
            <a:ext cx="2463800" cy="1304585"/>
          </a:xfrm>
          <a:prstGeom prst="rect">
            <a:avLst/>
          </a:prstGeom>
          <a:noFill/>
          <a:ln>
            <a:noFill/>
          </a:ln>
        </p:spPr>
        <p:txBody>
          <a:bodyPr vert="horz" wrap="square" lIns="0" tIns="0" rIns="0" bIns="0" rtlCol="0" anchor="t">
            <a:spAutoFit/>
          </a:bodyPr>
          <a:lstStyle/>
          <a:p>
            <a:pPr algn="ctr">
              <a:lnSpc>
                <a:spcPct val="150000"/>
              </a:lnSpc>
            </a:pPr>
            <a:r>
              <a:rPr kumimoji="1" lang="en-US" altLang="zh-CN" sz="810">
                <a:ln w="12700">
                  <a:noFill/>
                </a:ln>
                <a:solidFill>
                  <a:srgbClr val="262626">
                    <a:alpha val="100000"/>
                  </a:srgbClr>
                </a:solidFill>
                <a:latin typeface="Source Han Sans CN Normal"/>
                <a:ea typeface="Source Han Sans CN Normal"/>
                <a:cs typeface="Source Han Sans CN Normal"/>
              </a:rPr>
              <a:t>SOLO分类理论在物理教学评价中已被用于衡量学生的思维层次与认知结构。相关研究利用该理论将试题划分为关联结构或抽象拓展结构，揭示了竞赛试题对学生跨模块知识整合能力的高要求。不过，现有应用多局限于宏观的认知层次划分，缺乏与物理学科特定的科学思维要素深度耦合，导致在精准评价学生建模、推理等具体思维品质时存在局限性。</a:t>
            </a:r>
            <a:endParaRPr kumimoji="1" lang="zh-CN" altLang="en-US"/>
          </a:p>
        </p:txBody>
      </p:sp>
      <p:sp>
        <p:nvSpPr>
          <p:cNvPr id="19"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研究现状综述</a:t>
            </a:r>
            <a:endParaRPr kumimoji="1" lang="zh-CN" altLang="en-US"/>
          </a:p>
        </p:txBody>
      </p:sp>
      <p:sp>
        <p:nvSpPr>
          <p:cNvPr id="20"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H="1">
            <a:off x="6840733" y="0"/>
            <a:ext cx="3869872" cy="5410200"/>
          </a:xfrm>
          <a:prstGeom prst="rect">
            <a:avLst/>
          </a:prstGeom>
          <a:gradFill>
            <a:gsLst>
              <a:gs pos="31000">
                <a:schemeClr val="accent1"/>
              </a:gs>
              <a:gs pos="100000">
                <a:schemeClr val="accent1">
                  <a:alpha val="0"/>
                </a:schemeClr>
              </a:gs>
            </a:gsLst>
            <a:lin ang="5400000" scaled="0"/>
          </a:gra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10817065" y="0"/>
            <a:ext cx="387339" cy="4599214"/>
          </a:xfrm>
          <a:prstGeom prst="rect">
            <a:avLst/>
          </a:prstGeom>
          <a:solidFill>
            <a:schemeClr val="accent1">
              <a:alpha val="45000"/>
            </a:schemeClr>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11310863" y="0"/>
            <a:ext cx="387339" cy="4599214"/>
          </a:xfrm>
          <a:prstGeom prst="rect">
            <a:avLst/>
          </a:prstGeom>
          <a:solidFill>
            <a:schemeClr val="accent1">
              <a:alpha val="25000"/>
            </a:schemeClr>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11804661" y="0"/>
            <a:ext cx="387339" cy="4599214"/>
          </a:xfrm>
          <a:prstGeom prst="rect">
            <a:avLst/>
          </a:prstGeom>
          <a:solidFill>
            <a:schemeClr val="accent1">
              <a:alpha val="5000"/>
            </a:schemeClr>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flipH="1">
            <a:off x="7365818" y="1087784"/>
            <a:ext cx="4461607" cy="5280765"/>
          </a:xfrm>
          <a:prstGeom prst="rect">
            <a:avLst/>
          </a:prstGeom>
          <a:gradFill>
            <a:gsLst>
              <a:gs pos="0">
                <a:schemeClr val="bg1"/>
              </a:gs>
              <a:gs pos="100000">
                <a:schemeClr val="accent1"/>
              </a:gs>
            </a:gsLst>
            <a:lin ang="5400000" scaled="0"/>
          </a:gradFill>
          <a:ln w="12700" cap="sq">
            <a:noFill/>
            <a:miter/>
          </a:ln>
          <a:effectLst>
            <a:outerShdw blurRad="63500" sx="102000" sy="102000" algn="ctr" rotWithShape="0">
              <a:schemeClr val="tx1">
                <a:lumMod val="65000"/>
                <a:lumOff val="3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0" y="6474846"/>
            <a:ext cx="12192000" cy="383154"/>
          </a:xfrm>
          <a:prstGeom prst="rect">
            <a:avLst/>
          </a:prstGeom>
          <a:solidFill>
            <a:schemeClr val="accent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8" name="图片"/>
          <p:cNvPicPr>
            <a:picLocks noChangeAspect="1"/>
          </p:cNvPicPr>
          <p:nvPr/>
        </p:nvPicPr>
        <p:blipFill>
          <a:blip r:embed="rId1">
            <a:alphaModFix amt="100000"/>
          </a:blip>
          <a:srcRect l="26600" r="26600"/>
          <a:stretch>
            <a:fillRect/>
          </a:stretch>
        </p:blipFill>
        <p:spPr>
          <a:xfrm>
            <a:off x="7547795" y="1274633"/>
            <a:ext cx="4097652" cy="4907066"/>
          </a:xfrm>
          <a:custGeom>
            <a:avLst/>
            <a:gdLst>
              <a:gd name="connsiteX0" fmla="*/ 0 w 3493034"/>
              <a:gd name="connsiteY0" fmla="*/ 0 h 4134360"/>
              <a:gd name="connsiteX1" fmla="*/ 3493034 w 3493034"/>
              <a:gd name="connsiteY1" fmla="*/ 0 h 4134360"/>
              <a:gd name="connsiteX2" fmla="*/ 3493034 w 3493034"/>
              <a:gd name="connsiteY2" fmla="*/ 4134360 h 4134360"/>
              <a:gd name="connsiteX3" fmla="*/ 0 w 3493034"/>
              <a:gd name="connsiteY3" fmla="*/ 4134360 h 4134360"/>
            </a:gdLst>
            <a:ahLst/>
            <a:cxnLst/>
            <a:rect l="l" t="t" r="r" b="b"/>
            <a:pathLst>
              <a:path w="3493034" h="4134360">
                <a:moveTo>
                  <a:pt x="0" y="0"/>
                </a:moveTo>
                <a:lnTo>
                  <a:pt x="3493034" y="0"/>
                </a:lnTo>
                <a:lnTo>
                  <a:pt x="3493034" y="4134360"/>
                </a:lnTo>
                <a:lnTo>
                  <a:pt x="0" y="4134360"/>
                </a:lnTo>
                <a:close/>
              </a:path>
            </a:pathLst>
          </a:custGeom>
          <a:noFill/>
          <a:ln>
            <a:noFill/>
          </a:ln>
        </p:spPr>
      </p:pic>
      <p:sp>
        <p:nvSpPr>
          <p:cNvPr id="9" name="标题 1"/>
          <p:cNvSpPr txBox="1"/>
          <p:nvPr/>
        </p:nvSpPr>
        <p:spPr>
          <a:xfrm>
            <a:off x="6771587" y="4823967"/>
            <a:ext cx="1211942" cy="399143"/>
          </a:xfrm>
          <a:prstGeom prst="roundRect">
            <a:avLst/>
          </a:prstGeom>
          <a:solidFill>
            <a:schemeClr val="accent1"/>
          </a:solidFill>
          <a:ln w="12700" cap="flat">
            <a:solidFill>
              <a:schemeClr val="accent1">
                <a:shade val="15000"/>
              </a:schemeClr>
            </a:solidFill>
            <a:miter/>
          </a:ln>
        </p:spPr>
        <p:txBody>
          <a:bodyPr vert="horz" wrap="square" lIns="91440" tIns="45720" rIns="91440" bIns="45720" rtlCol="0" anchor="ctr"/>
          <a:lstStyle/>
          <a:p>
            <a:pPr algn="ctr">
              <a:lnSpc>
                <a:spcPct val="100000"/>
              </a:lnSpc>
            </a:pPr>
            <a:endParaRPr kumimoji="1" lang="zh-CN" altLang="en-US"/>
          </a:p>
        </p:txBody>
      </p:sp>
      <p:sp>
        <p:nvSpPr>
          <p:cNvPr id="10" name="标题 1"/>
          <p:cNvSpPr txBox="1"/>
          <p:nvPr/>
        </p:nvSpPr>
        <p:spPr>
          <a:xfrm flipH="1">
            <a:off x="10356520" y="5569460"/>
            <a:ext cx="2683363" cy="460650"/>
          </a:xfrm>
          <a:prstGeom prst="rect">
            <a:avLst/>
          </a:prstGeom>
          <a:solidFill>
            <a:schemeClr val="accent1">
              <a:alpha val="45000"/>
            </a:schemeClr>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544300" y="6610900"/>
            <a:ext cx="342900" cy="111047"/>
          </a:xfrm>
          <a:custGeom>
            <a:avLst/>
            <a:gdLst>
              <a:gd name="connsiteX0" fmla="*/ 98626 w 342900"/>
              <a:gd name="connsiteY0" fmla="*/ 82247 h 111047"/>
              <a:gd name="connsiteX1" fmla="*/ 342899 w 342900"/>
              <a:gd name="connsiteY1" fmla="*/ 82247 h 111047"/>
              <a:gd name="connsiteX2" fmla="*/ 342899 w 342900"/>
              <a:gd name="connsiteY2" fmla="*/ 111047 h 111047"/>
              <a:gd name="connsiteX3" fmla="*/ 98626 w 342900"/>
              <a:gd name="connsiteY3" fmla="*/ 111047 h 111047"/>
              <a:gd name="connsiteX4" fmla="*/ 0 w 342900"/>
              <a:gd name="connsiteY4" fmla="*/ 0 h 111047"/>
              <a:gd name="connsiteX5" fmla="*/ 342900 w 342900"/>
              <a:gd name="connsiteY5" fmla="*/ 0 h 111047"/>
              <a:gd name="connsiteX6" fmla="*/ 342900 w 342900"/>
              <a:gd name="connsiteY6" fmla="*/ 28800 h 111047"/>
              <a:gd name="connsiteX7" fmla="*/ 0 w 342900"/>
              <a:gd name="connsiteY7" fmla="*/ 28800 h 111047"/>
            </a:gdLst>
            <a:ahLst/>
            <a:cxnLst/>
            <a:rect l="l" t="t" r="r" b="b"/>
            <a:pathLst>
              <a:path w="342900" h="111047">
                <a:moveTo>
                  <a:pt x="98626" y="82247"/>
                </a:moveTo>
                <a:lnTo>
                  <a:pt x="342899" y="82247"/>
                </a:lnTo>
                <a:lnTo>
                  <a:pt x="342899" y="111047"/>
                </a:lnTo>
                <a:lnTo>
                  <a:pt x="98626" y="111047"/>
                </a:lnTo>
                <a:close/>
                <a:moveTo>
                  <a:pt x="0" y="0"/>
                </a:moveTo>
                <a:lnTo>
                  <a:pt x="342900" y="0"/>
                </a:lnTo>
                <a:lnTo>
                  <a:pt x="342900" y="28800"/>
                </a:lnTo>
                <a:lnTo>
                  <a:pt x="0" y="28800"/>
                </a:lnTo>
                <a:close/>
              </a:path>
            </a:pathLst>
          </a:custGeom>
          <a:solidFill>
            <a:schemeClr val="bg1"/>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2" name="标题 1"/>
          <p:cNvSpPr txBox="1"/>
          <p:nvPr/>
        </p:nvSpPr>
        <p:spPr>
          <a:xfrm>
            <a:off x="794137" y="1975086"/>
            <a:ext cx="5673384" cy="45719"/>
          </a:xfrm>
          <a:prstGeom prst="roundRect">
            <a:avLst>
              <a:gd name="adj" fmla="val 50000"/>
            </a:avLst>
          </a:prstGeom>
          <a:gradFill>
            <a:gsLst>
              <a:gs pos="0">
                <a:schemeClr val="accent1">
                  <a:alpha val="0"/>
                </a:schemeClr>
              </a:gs>
              <a:gs pos="100000">
                <a:schemeClr val="accent1"/>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02675" y="1318258"/>
            <a:ext cx="5664846" cy="598334"/>
          </a:xfrm>
          <a:prstGeom prst="rect">
            <a:avLst/>
          </a:prstGeom>
          <a:noFill/>
          <a:ln>
            <a:noFill/>
          </a:ln>
        </p:spPr>
        <p:txBody>
          <a:bodyPr vert="horz" wrap="square" lIns="0" tIns="0" rIns="0" bIns="0" rtlCol="0" anchor="b"/>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核心概念界定</a:t>
            </a:r>
            <a:endParaRPr kumimoji="1" lang="zh-CN" altLang="en-US"/>
          </a:p>
        </p:txBody>
      </p:sp>
      <p:sp>
        <p:nvSpPr>
          <p:cNvPr id="14" name="标题 1"/>
          <p:cNvSpPr txBox="1"/>
          <p:nvPr/>
        </p:nvSpPr>
        <p:spPr>
          <a:xfrm>
            <a:off x="771377" y="2079299"/>
            <a:ext cx="5702300" cy="830847"/>
          </a:xfrm>
          <a:prstGeom prst="rect">
            <a:avLst/>
          </a:prstGeom>
          <a:noFill/>
          <a:ln>
            <a:noFill/>
          </a:ln>
        </p:spPr>
        <p:txBody>
          <a:bodyPr vert="horz" wrap="square" lIns="0" tIns="0" rIns="0" bIns="0" rtlCol="0" anchor="t">
            <a:spAutoFit/>
          </a:bodyPr>
          <a:lstStyle/>
          <a:p>
            <a:pPr algn="l">
              <a:lnSpc>
                <a:spcPct val="150000"/>
              </a:lnSpc>
            </a:pPr>
            <a:r>
              <a:rPr kumimoji="1" lang="en-US" altLang="zh-CN" sz="900">
                <a:ln w="12700">
                  <a:noFill/>
                </a:ln>
                <a:solidFill>
                  <a:srgbClr val="000000">
                    <a:alpha val="100000"/>
                  </a:srgbClr>
                </a:solidFill>
                <a:latin typeface="Source Han Sans CN Normal"/>
                <a:ea typeface="Source Han Sans CN Normal"/>
                <a:cs typeface="Source Han Sans CN Normal"/>
              </a:rPr>
              <a:t>科学思维作为物理学科核心素养的关键要素，涵盖了模型建构、科学推理、科学论证及质疑创新四个维度，强调从单纯的知识记忆向深层认知结构的跃迁。物理竞赛试题特指全国中学生物理竞赛复赛中用于选拔拔尖创新人才的高难度测试载体，其核心在于通过复杂物理情境，综合考查学生运用科学思维解决非常规问题的能力，而非仅仅检测公式的机械记忆。</a:t>
            </a:r>
            <a:endParaRPr kumimoji="1" lang="zh-CN" altLang="en-US"/>
          </a:p>
        </p:txBody>
      </p:sp>
      <p:sp>
        <p:nvSpPr>
          <p:cNvPr id="15" name="标题 1"/>
          <p:cNvSpPr txBox="1"/>
          <p:nvPr/>
        </p:nvSpPr>
        <p:spPr>
          <a:xfrm>
            <a:off x="794137" y="3532502"/>
            <a:ext cx="5673384" cy="45719"/>
          </a:xfrm>
          <a:prstGeom prst="roundRect">
            <a:avLst>
              <a:gd name="adj" fmla="val 50000"/>
            </a:avLst>
          </a:prstGeom>
          <a:gradFill>
            <a:gsLst>
              <a:gs pos="0">
                <a:schemeClr val="accent1">
                  <a:alpha val="0"/>
                </a:schemeClr>
              </a:gs>
              <a:gs pos="100000">
                <a:schemeClr val="accent1"/>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802675" y="2875674"/>
            <a:ext cx="5664846" cy="598334"/>
          </a:xfrm>
          <a:prstGeom prst="rect">
            <a:avLst/>
          </a:prstGeom>
          <a:noFill/>
          <a:ln>
            <a:noFill/>
          </a:ln>
        </p:spPr>
        <p:txBody>
          <a:bodyPr vert="horz" wrap="square" lIns="0" tIns="0" rIns="0" bIns="0" rtlCol="0" anchor="b"/>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研究技术路线</a:t>
            </a:r>
            <a:endParaRPr kumimoji="1" lang="zh-CN" altLang="en-US"/>
          </a:p>
        </p:txBody>
      </p:sp>
      <p:sp>
        <p:nvSpPr>
          <p:cNvPr id="17" name="标题 1"/>
          <p:cNvSpPr txBox="1"/>
          <p:nvPr/>
        </p:nvSpPr>
        <p:spPr>
          <a:xfrm>
            <a:off x="771377" y="3636715"/>
            <a:ext cx="5702300" cy="623135"/>
          </a:xfrm>
          <a:prstGeom prst="rect">
            <a:avLst/>
          </a:prstGeom>
          <a:noFill/>
          <a:ln>
            <a:noFill/>
          </a:ln>
        </p:spPr>
        <p:txBody>
          <a:bodyPr vert="horz" wrap="square" lIns="0" tIns="0" rIns="0" bIns="0" rtlCol="0" anchor="t">
            <a:spAutoFit/>
          </a:bodyPr>
          <a:lstStyle/>
          <a:p>
            <a:pPr algn="l">
              <a:lnSpc>
                <a:spcPct val="150000"/>
              </a:lnSpc>
            </a:pPr>
            <a:r>
              <a:rPr kumimoji="1" lang="en-US" altLang="zh-CN" sz="900">
                <a:ln w="12700">
                  <a:noFill/>
                </a:ln>
                <a:solidFill>
                  <a:srgbClr val="000000">
                    <a:alpha val="100000"/>
                  </a:srgbClr>
                </a:solidFill>
                <a:latin typeface="Source Han Sans CN Normal"/>
                <a:ea typeface="Source Han Sans CN Normal"/>
                <a:cs typeface="Source Han Sans CN Normal"/>
              </a:rPr>
              <a:t>本研究遵循“文献梳理—试题分析—策略构建—实证验证”的技术路线。通过文献分析确立理论基础，运用内容分析法对第35至42届复赛试题进行编码，挖掘思维要素。结合结论构建教学策略体系，依托实验班与对照班开展实证研究，利用前后测对比数据验证策略提升思维能力的有效性。</a:t>
            </a:r>
            <a:endParaRPr kumimoji="1" lang="zh-CN" altLang="en-US"/>
          </a:p>
        </p:txBody>
      </p:sp>
      <p:sp>
        <p:nvSpPr>
          <p:cNvPr id="18" name="标题 1"/>
          <p:cNvSpPr txBox="1"/>
          <p:nvPr/>
        </p:nvSpPr>
        <p:spPr>
          <a:xfrm>
            <a:off x="794137" y="5089918"/>
            <a:ext cx="5673384" cy="45719"/>
          </a:xfrm>
          <a:prstGeom prst="roundRect">
            <a:avLst>
              <a:gd name="adj" fmla="val 50000"/>
            </a:avLst>
          </a:prstGeom>
          <a:gradFill>
            <a:gsLst>
              <a:gs pos="0">
                <a:schemeClr val="accent1">
                  <a:alpha val="0"/>
                </a:schemeClr>
              </a:gs>
              <a:gs pos="100000">
                <a:schemeClr val="accent1"/>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02675" y="4433090"/>
            <a:ext cx="5664846" cy="598334"/>
          </a:xfrm>
          <a:prstGeom prst="rect">
            <a:avLst/>
          </a:prstGeom>
          <a:noFill/>
          <a:ln>
            <a:noFill/>
          </a:ln>
        </p:spPr>
        <p:txBody>
          <a:bodyPr vert="horz" wrap="square" lIns="0" tIns="0" rIns="0" bIns="0" rtlCol="0" anchor="b"/>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研究方法</a:t>
            </a:r>
            <a:endParaRPr kumimoji="1" lang="zh-CN" altLang="en-US"/>
          </a:p>
        </p:txBody>
      </p:sp>
      <p:sp>
        <p:nvSpPr>
          <p:cNvPr id="20" name="标题 1"/>
          <p:cNvSpPr txBox="1"/>
          <p:nvPr/>
        </p:nvSpPr>
        <p:spPr>
          <a:xfrm>
            <a:off x="771377" y="5194132"/>
            <a:ext cx="5702300" cy="623135"/>
          </a:xfrm>
          <a:prstGeom prst="rect">
            <a:avLst/>
          </a:prstGeom>
          <a:noFill/>
          <a:ln>
            <a:noFill/>
          </a:ln>
        </p:spPr>
        <p:txBody>
          <a:bodyPr vert="horz" wrap="square" lIns="0" tIns="0" rIns="0" bIns="0" rtlCol="0" anchor="t">
            <a:spAutoFit/>
          </a:bodyPr>
          <a:lstStyle/>
          <a:p>
            <a:pPr algn="l">
              <a:lnSpc>
                <a:spcPct val="150000"/>
              </a:lnSpc>
            </a:pPr>
            <a:r>
              <a:rPr kumimoji="1" lang="en-US" altLang="zh-CN" sz="900">
                <a:ln w="12700">
                  <a:noFill/>
                </a:ln>
                <a:solidFill>
                  <a:srgbClr val="000000">
                    <a:alpha val="100000"/>
                  </a:srgbClr>
                </a:solidFill>
                <a:latin typeface="Source Han Sans CN Normal"/>
                <a:ea typeface="Source Han Sans CN Normal"/>
                <a:cs typeface="Source Han Sans CN Normal"/>
              </a:rPr>
              <a:t>本研究综合运用文献分析、内容分析及实证研究法。通过梳理文献奠定理论基础，利用内容分析法对第35至42届复赛试题进行深度编码，挖掘其中的科学思维要素。结合问卷与访谈法洞察师生现状，并通过实证研究验证所构建教学策略的有效性。</a:t>
            </a:r>
            <a:endParaRPr kumimoji="1" lang="zh-CN" altLang="en-US"/>
          </a:p>
        </p:txBody>
      </p:sp>
      <p:sp>
        <p:nvSpPr>
          <p:cNvPr id="21"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研究设计</a:t>
            </a:r>
            <a:endParaRPr kumimoji="1" lang="zh-CN" altLang="en-US"/>
          </a:p>
        </p:txBody>
      </p:sp>
      <p:sp>
        <p:nvSpPr>
          <p:cNvPr id="22"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3"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4100">
                <a:ln w="12700">
                  <a:noFill/>
                </a:ln>
                <a:solidFill>
                  <a:srgbClr val="003C83">
                    <a:alpha val="100000"/>
                  </a:srgbClr>
                </a:solidFill>
                <a:latin typeface="OPPOSans H"/>
                <a:ea typeface="OPPOSans H"/>
                <a:cs typeface="OPPOSans H"/>
              </a:rPr>
              <a:t>第二部分 物理竞赛试题评价框架的建立</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02</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rot="10800000">
            <a:off x="10927772" y="6095618"/>
            <a:ext cx="842819" cy="237322"/>
          </a:xfrm>
          <a:custGeom>
            <a:avLst/>
            <a:gdLst>
              <a:gd name="connsiteX0" fmla="*/ 33314 w 1319082"/>
              <a:gd name="connsiteY0" fmla="*/ 66628 h 371428"/>
              <a:gd name="connsiteX1" fmla="*/ 0 w 1319082"/>
              <a:gd name="connsiteY1" fmla="*/ 33314 h 371428"/>
              <a:gd name="connsiteX2" fmla="*/ 33314 w 1319082"/>
              <a:gd name="connsiteY2" fmla="*/ 0 h 371428"/>
              <a:gd name="connsiteX3" fmla="*/ 66628 w 1319082"/>
              <a:gd name="connsiteY3" fmla="*/ 33314 h 371428"/>
              <a:gd name="connsiteX4" fmla="*/ 33314 w 1319082"/>
              <a:gd name="connsiteY4" fmla="*/ 66628 h 371428"/>
              <a:gd name="connsiteX5" fmla="*/ 172472 w 1319082"/>
              <a:gd name="connsiteY5" fmla="*/ 66628 h 371428"/>
              <a:gd name="connsiteX6" fmla="*/ 139158 w 1319082"/>
              <a:gd name="connsiteY6" fmla="*/ 33314 h 371428"/>
              <a:gd name="connsiteX7" fmla="*/ 172472 w 1319082"/>
              <a:gd name="connsiteY7" fmla="*/ 0 h 371428"/>
              <a:gd name="connsiteX8" fmla="*/ 205786 w 1319082"/>
              <a:gd name="connsiteY8" fmla="*/ 33314 h 371428"/>
              <a:gd name="connsiteX9" fmla="*/ 172472 w 1319082"/>
              <a:gd name="connsiteY9" fmla="*/ 66628 h 371428"/>
              <a:gd name="connsiteX10" fmla="*/ 311634 w 1319082"/>
              <a:gd name="connsiteY10" fmla="*/ 66628 h 371428"/>
              <a:gd name="connsiteX11" fmla="*/ 278320 w 1319082"/>
              <a:gd name="connsiteY11" fmla="*/ 33314 h 371428"/>
              <a:gd name="connsiteX12" fmla="*/ 311634 w 1319082"/>
              <a:gd name="connsiteY12" fmla="*/ 0 h 371428"/>
              <a:gd name="connsiteX13" fmla="*/ 344948 w 1319082"/>
              <a:gd name="connsiteY13" fmla="*/ 33314 h 371428"/>
              <a:gd name="connsiteX14" fmla="*/ 311634 w 1319082"/>
              <a:gd name="connsiteY14" fmla="*/ 66628 h 371428"/>
              <a:gd name="connsiteX15" fmla="*/ 450796 w 1319082"/>
              <a:gd name="connsiteY15" fmla="*/ 66628 h 371428"/>
              <a:gd name="connsiteX16" fmla="*/ 417482 w 1319082"/>
              <a:gd name="connsiteY16" fmla="*/ 33314 h 371428"/>
              <a:gd name="connsiteX17" fmla="*/ 450796 w 1319082"/>
              <a:gd name="connsiteY17" fmla="*/ 0 h 371428"/>
              <a:gd name="connsiteX18" fmla="*/ 484110 w 1319082"/>
              <a:gd name="connsiteY18" fmla="*/ 33314 h 371428"/>
              <a:gd name="connsiteX19" fmla="*/ 450796 w 1319082"/>
              <a:gd name="connsiteY19" fmla="*/ 66628 h 371428"/>
              <a:gd name="connsiteX20" fmla="*/ 589958 w 1319082"/>
              <a:gd name="connsiteY20" fmla="*/ 66628 h 371428"/>
              <a:gd name="connsiteX21" fmla="*/ 556644 w 1319082"/>
              <a:gd name="connsiteY21" fmla="*/ 33314 h 371428"/>
              <a:gd name="connsiteX22" fmla="*/ 589958 w 1319082"/>
              <a:gd name="connsiteY22" fmla="*/ 0 h 371428"/>
              <a:gd name="connsiteX23" fmla="*/ 623272 w 1319082"/>
              <a:gd name="connsiteY23" fmla="*/ 33314 h 371428"/>
              <a:gd name="connsiteX24" fmla="*/ 589958 w 1319082"/>
              <a:gd name="connsiteY24" fmla="*/ 66628 h 371428"/>
              <a:gd name="connsiteX25" fmla="*/ 729120 w 1319082"/>
              <a:gd name="connsiteY25" fmla="*/ 66628 h 371428"/>
              <a:gd name="connsiteX26" fmla="*/ 695806 w 1319082"/>
              <a:gd name="connsiteY26" fmla="*/ 33314 h 371428"/>
              <a:gd name="connsiteX27" fmla="*/ 729120 w 1319082"/>
              <a:gd name="connsiteY27" fmla="*/ 0 h 371428"/>
              <a:gd name="connsiteX28" fmla="*/ 762434 w 1319082"/>
              <a:gd name="connsiteY28" fmla="*/ 33314 h 371428"/>
              <a:gd name="connsiteX29" fmla="*/ 729120 w 1319082"/>
              <a:gd name="connsiteY29" fmla="*/ 66628 h 371428"/>
              <a:gd name="connsiteX30" fmla="*/ 868282 w 1319082"/>
              <a:gd name="connsiteY30" fmla="*/ 66628 h 371428"/>
              <a:gd name="connsiteX31" fmla="*/ 834968 w 1319082"/>
              <a:gd name="connsiteY31" fmla="*/ 33314 h 371428"/>
              <a:gd name="connsiteX32" fmla="*/ 868282 w 1319082"/>
              <a:gd name="connsiteY32" fmla="*/ 0 h 371428"/>
              <a:gd name="connsiteX33" fmla="*/ 901596 w 1319082"/>
              <a:gd name="connsiteY33" fmla="*/ 33314 h 371428"/>
              <a:gd name="connsiteX34" fmla="*/ 868282 w 1319082"/>
              <a:gd name="connsiteY34" fmla="*/ 66628 h 371428"/>
              <a:gd name="connsiteX35" fmla="*/ 1007444 w 1319082"/>
              <a:gd name="connsiteY35" fmla="*/ 66628 h 371428"/>
              <a:gd name="connsiteX36" fmla="*/ 974130 w 1319082"/>
              <a:gd name="connsiteY36" fmla="*/ 33314 h 371428"/>
              <a:gd name="connsiteX37" fmla="*/ 1007444 w 1319082"/>
              <a:gd name="connsiteY37" fmla="*/ 0 h 371428"/>
              <a:gd name="connsiteX38" fmla="*/ 1040758 w 1319082"/>
              <a:gd name="connsiteY38" fmla="*/ 33314 h 371428"/>
              <a:gd name="connsiteX39" fmla="*/ 1007444 w 1319082"/>
              <a:gd name="connsiteY39" fmla="*/ 66628 h 371428"/>
              <a:gd name="connsiteX40" fmla="*/ 1146606 w 1319082"/>
              <a:gd name="connsiteY40" fmla="*/ 66628 h 371428"/>
              <a:gd name="connsiteX41" fmla="*/ 1113292 w 1319082"/>
              <a:gd name="connsiteY41" fmla="*/ 33314 h 371428"/>
              <a:gd name="connsiteX42" fmla="*/ 1146606 w 1319082"/>
              <a:gd name="connsiteY42" fmla="*/ 0 h 371428"/>
              <a:gd name="connsiteX43" fmla="*/ 1179920 w 1319082"/>
              <a:gd name="connsiteY43" fmla="*/ 33314 h 371428"/>
              <a:gd name="connsiteX44" fmla="*/ 1146606 w 1319082"/>
              <a:gd name="connsiteY44" fmla="*/ 66628 h 371428"/>
              <a:gd name="connsiteX45" fmla="*/ 1285768 w 1319082"/>
              <a:gd name="connsiteY45" fmla="*/ 66628 h 371428"/>
              <a:gd name="connsiteX46" fmla="*/ 1252454 w 1319082"/>
              <a:gd name="connsiteY46" fmla="*/ 33314 h 371428"/>
              <a:gd name="connsiteX47" fmla="*/ 1285768 w 1319082"/>
              <a:gd name="connsiteY47" fmla="*/ 0 h 371428"/>
              <a:gd name="connsiteX48" fmla="*/ 1319082 w 1319082"/>
              <a:gd name="connsiteY48" fmla="*/ 33314 h 371428"/>
              <a:gd name="connsiteX49" fmla="*/ 1285768 w 1319082"/>
              <a:gd name="connsiteY49" fmla="*/ 66628 h 371428"/>
              <a:gd name="connsiteX50" fmla="*/ 33314 w 1319082"/>
              <a:gd name="connsiteY50" fmla="*/ 219028 h 371428"/>
              <a:gd name="connsiteX51" fmla="*/ 0 w 1319082"/>
              <a:gd name="connsiteY51" fmla="*/ 185714 h 371428"/>
              <a:gd name="connsiteX52" fmla="*/ 33314 w 1319082"/>
              <a:gd name="connsiteY52" fmla="*/ 152400 h 371428"/>
              <a:gd name="connsiteX53" fmla="*/ 66628 w 1319082"/>
              <a:gd name="connsiteY53" fmla="*/ 185714 h 371428"/>
              <a:gd name="connsiteX54" fmla="*/ 33314 w 1319082"/>
              <a:gd name="connsiteY54" fmla="*/ 219028 h 371428"/>
              <a:gd name="connsiteX55" fmla="*/ 172472 w 1319082"/>
              <a:gd name="connsiteY55" fmla="*/ 219028 h 371428"/>
              <a:gd name="connsiteX56" fmla="*/ 139158 w 1319082"/>
              <a:gd name="connsiteY56" fmla="*/ 185714 h 371428"/>
              <a:gd name="connsiteX57" fmla="*/ 172472 w 1319082"/>
              <a:gd name="connsiteY57" fmla="*/ 152400 h 371428"/>
              <a:gd name="connsiteX58" fmla="*/ 205786 w 1319082"/>
              <a:gd name="connsiteY58" fmla="*/ 185714 h 371428"/>
              <a:gd name="connsiteX59" fmla="*/ 172472 w 1319082"/>
              <a:gd name="connsiteY59" fmla="*/ 219028 h 371428"/>
              <a:gd name="connsiteX60" fmla="*/ 311634 w 1319082"/>
              <a:gd name="connsiteY60" fmla="*/ 219028 h 371428"/>
              <a:gd name="connsiteX61" fmla="*/ 278320 w 1319082"/>
              <a:gd name="connsiteY61" fmla="*/ 185714 h 371428"/>
              <a:gd name="connsiteX62" fmla="*/ 311634 w 1319082"/>
              <a:gd name="connsiteY62" fmla="*/ 152400 h 371428"/>
              <a:gd name="connsiteX63" fmla="*/ 344948 w 1319082"/>
              <a:gd name="connsiteY63" fmla="*/ 185714 h 371428"/>
              <a:gd name="connsiteX64" fmla="*/ 311634 w 1319082"/>
              <a:gd name="connsiteY64" fmla="*/ 219028 h 371428"/>
              <a:gd name="connsiteX65" fmla="*/ 450796 w 1319082"/>
              <a:gd name="connsiteY65" fmla="*/ 219028 h 371428"/>
              <a:gd name="connsiteX66" fmla="*/ 417482 w 1319082"/>
              <a:gd name="connsiteY66" fmla="*/ 185714 h 371428"/>
              <a:gd name="connsiteX67" fmla="*/ 450796 w 1319082"/>
              <a:gd name="connsiteY67" fmla="*/ 152400 h 371428"/>
              <a:gd name="connsiteX68" fmla="*/ 484110 w 1319082"/>
              <a:gd name="connsiteY68" fmla="*/ 185714 h 371428"/>
              <a:gd name="connsiteX69" fmla="*/ 450796 w 1319082"/>
              <a:gd name="connsiteY69" fmla="*/ 219028 h 371428"/>
              <a:gd name="connsiteX70" fmla="*/ 589958 w 1319082"/>
              <a:gd name="connsiteY70" fmla="*/ 219028 h 371428"/>
              <a:gd name="connsiteX71" fmla="*/ 556644 w 1319082"/>
              <a:gd name="connsiteY71" fmla="*/ 185714 h 371428"/>
              <a:gd name="connsiteX72" fmla="*/ 589958 w 1319082"/>
              <a:gd name="connsiteY72" fmla="*/ 152400 h 371428"/>
              <a:gd name="connsiteX73" fmla="*/ 623272 w 1319082"/>
              <a:gd name="connsiteY73" fmla="*/ 185714 h 371428"/>
              <a:gd name="connsiteX74" fmla="*/ 589958 w 1319082"/>
              <a:gd name="connsiteY74" fmla="*/ 219028 h 371428"/>
              <a:gd name="connsiteX75" fmla="*/ 729120 w 1319082"/>
              <a:gd name="connsiteY75" fmla="*/ 219028 h 371428"/>
              <a:gd name="connsiteX76" fmla="*/ 695806 w 1319082"/>
              <a:gd name="connsiteY76" fmla="*/ 185714 h 371428"/>
              <a:gd name="connsiteX77" fmla="*/ 729120 w 1319082"/>
              <a:gd name="connsiteY77" fmla="*/ 152400 h 371428"/>
              <a:gd name="connsiteX78" fmla="*/ 762434 w 1319082"/>
              <a:gd name="connsiteY78" fmla="*/ 185714 h 371428"/>
              <a:gd name="connsiteX79" fmla="*/ 729120 w 1319082"/>
              <a:gd name="connsiteY79" fmla="*/ 219028 h 371428"/>
              <a:gd name="connsiteX80" fmla="*/ 868282 w 1319082"/>
              <a:gd name="connsiteY80" fmla="*/ 219028 h 371428"/>
              <a:gd name="connsiteX81" fmla="*/ 834968 w 1319082"/>
              <a:gd name="connsiteY81" fmla="*/ 185714 h 371428"/>
              <a:gd name="connsiteX82" fmla="*/ 868282 w 1319082"/>
              <a:gd name="connsiteY82" fmla="*/ 152400 h 371428"/>
              <a:gd name="connsiteX83" fmla="*/ 901596 w 1319082"/>
              <a:gd name="connsiteY83" fmla="*/ 185714 h 371428"/>
              <a:gd name="connsiteX84" fmla="*/ 868282 w 1319082"/>
              <a:gd name="connsiteY84" fmla="*/ 219028 h 371428"/>
              <a:gd name="connsiteX85" fmla="*/ 1007444 w 1319082"/>
              <a:gd name="connsiteY85" fmla="*/ 219028 h 371428"/>
              <a:gd name="connsiteX86" fmla="*/ 974130 w 1319082"/>
              <a:gd name="connsiteY86" fmla="*/ 185714 h 371428"/>
              <a:gd name="connsiteX87" fmla="*/ 1007444 w 1319082"/>
              <a:gd name="connsiteY87" fmla="*/ 152400 h 371428"/>
              <a:gd name="connsiteX88" fmla="*/ 1040758 w 1319082"/>
              <a:gd name="connsiteY88" fmla="*/ 185714 h 371428"/>
              <a:gd name="connsiteX89" fmla="*/ 1007444 w 1319082"/>
              <a:gd name="connsiteY89" fmla="*/ 219028 h 371428"/>
              <a:gd name="connsiteX90" fmla="*/ 1146606 w 1319082"/>
              <a:gd name="connsiteY90" fmla="*/ 219028 h 371428"/>
              <a:gd name="connsiteX91" fmla="*/ 1113292 w 1319082"/>
              <a:gd name="connsiteY91" fmla="*/ 185714 h 371428"/>
              <a:gd name="connsiteX92" fmla="*/ 1146606 w 1319082"/>
              <a:gd name="connsiteY92" fmla="*/ 152400 h 371428"/>
              <a:gd name="connsiteX93" fmla="*/ 1179920 w 1319082"/>
              <a:gd name="connsiteY93" fmla="*/ 185714 h 371428"/>
              <a:gd name="connsiteX94" fmla="*/ 1146606 w 1319082"/>
              <a:gd name="connsiteY94" fmla="*/ 219028 h 371428"/>
              <a:gd name="connsiteX95" fmla="*/ 1285768 w 1319082"/>
              <a:gd name="connsiteY95" fmla="*/ 219028 h 371428"/>
              <a:gd name="connsiteX96" fmla="*/ 1252454 w 1319082"/>
              <a:gd name="connsiteY96" fmla="*/ 185714 h 371428"/>
              <a:gd name="connsiteX97" fmla="*/ 1285768 w 1319082"/>
              <a:gd name="connsiteY97" fmla="*/ 152400 h 371428"/>
              <a:gd name="connsiteX98" fmla="*/ 1319082 w 1319082"/>
              <a:gd name="connsiteY98" fmla="*/ 185714 h 371428"/>
              <a:gd name="connsiteX99" fmla="*/ 1285768 w 1319082"/>
              <a:gd name="connsiteY99" fmla="*/ 219028 h 371428"/>
              <a:gd name="connsiteX100" fmla="*/ 33314 w 1319082"/>
              <a:gd name="connsiteY100" fmla="*/ 371428 h 371428"/>
              <a:gd name="connsiteX101" fmla="*/ 0 w 1319082"/>
              <a:gd name="connsiteY101" fmla="*/ 338114 h 371428"/>
              <a:gd name="connsiteX102" fmla="*/ 33314 w 1319082"/>
              <a:gd name="connsiteY102" fmla="*/ 304800 h 371428"/>
              <a:gd name="connsiteX103" fmla="*/ 66628 w 1319082"/>
              <a:gd name="connsiteY103" fmla="*/ 338114 h 371428"/>
              <a:gd name="connsiteX104" fmla="*/ 33314 w 1319082"/>
              <a:gd name="connsiteY104" fmla="*/ 371428 h 371428"/>
              <a:gd name="connsiteX105" fmla="*/ 172472 w 1319082"/>
              <a:gd name="connsiteY105" fmla="*/ 371428 h 371428"/>
              <a:gd name="connsiteX106" fmla="*/ 139158 w 1319082"/>
              <a:gd name="connsiteY106" fmla="*/ 338114 h 371428"/>
              <a:gd name="connsiteX107" fmla="*/ 172472 w 1319082"/>
              <a:gd name="connsiteY107" fmla="*/ 304800 h 371428"/>
              <a:gd name="connsiteX108" fmla="*/ 205786 w 1319082"/>
              <a:gd name="connsiteY108" fmla="*/ 338114 h 371428"/>
              <a:gd name="connsiteX109" fmla="*/ 172472 w 1319082"/>
              <a:gd name="connsiteY109" fmla="*/ 371428 h 371428"/>
              <a:gd name="connsiteX110" fmla="*/ 311634 w 1319082"/>
              <a:gd name="connsiteY110" fmla="*/ 371428 h 371428"/>
              <a:gd name="connsiteX111" fmla="*/ 278320 w 1319082"/>
              <a:gd name="connsiteY111" fmla="*/ 338114 h 371428"/>
              <a:gd name="connsiteX112" fmla="*/ 311634 w 1319082"/>
              <a:gd name="connsiteY112" fmla="*/ 304800 h 371428"/>
              <a:gd name="connsiteX113" fmla="*/ 344948 w 1319082"/>
              <a:gd name="connsiteY113" fmla="*/ 338114 h 371428"/>
              <a:gd name="connsiteX114" fmla="*/ 311634 w 1319082"/>
              <a:gd name="connsiteY114" fmla="*/ 371428 h 371428"/>
              <a:gd name="connsiteX115" fmla="*/ 450796 w 1319082"/>
              <a:gd name="connsiteY115" fmla="*/ 371428 h 371428"/>
              <a:gd name="connsiteX116" fmla="*/ 417482 w 1319082"/>
              <a:gd name="connsiteY116" fmla="*/ 338114 h 371428"/>
              <a:gd name="connsiteX117" fmla="*/ 450796 w 1319082"/>
              <a:gd name="connsiteY117" fmla="*/ 304800 h 371428"/>
              <a:gd name="connsiteX118" fmla="*/ 484110 w 1319082"/>
              <a:gd name="connsiteY118" fmla="*/ 338114 h 371428"/>
              <a:gd name="connsiteX119" fmla="*/ 450796 w 1319082"/>
              <a:gd name="connsiteY119" fmla="*/ 371428 h 371428"/>
              <a:gd name="connsiteX120" fmla="*/ 589958 w 1319082"/>
              <a:gd name="connsiteY120" fmla="*/ 371428 h 371428"/>
              <a:gd name="connsiteX121" fmla="*/ 556644 w 1319082"/>
              <a:gd name="connsiteY121" fmla="*/ 338114 h 371428"/>
              <a:gd name="connsiteX122" fmla="*/ 589958 w 1319082"/>
              <a:gd name="connsiteY122" fmla="*/ 304800 h 371428"/>
              <a:gd name="connsiteX123" fmla="*/ 623272 w 1319082"/>
              <a:gd name="connsiteY123" fmla="*/ 338114 h 371428"/>
              <a:gd name="connsiteX124" fmla="*/ 589958 w 1319082"/>
              <a:gd name="connsiteY124" fmla="*/ 371428 h 371428"/>
              <a:gd name="connsiteX125" fmla="*/ 729120 w 1319082"/>
              <a:gd name="connsiteY125" fmla="*/ 371428 h 371428"/>
              <a:gd name="connsiteX126" fmla="*/ 695806 w 1319082"/>
              <a:gd name="connsiteY126" fmla="*/ 338114 h 371428"/>
              <a:gd name="connsiteX127" fmla="*/ 729120 w 1319082"/>
              <a:gd name="connsiteY127" fmla="*/ 304800 h 371428"/>
              <a:gd name="connsiteX128" fmla="*/ 762434 w 1319082"/>
              <a:gd name="connsiteY128" fmla="*/ 338114 h 371428"/>
              <a:gd name="connsiteX129" fmla="*/ 729120 w 1319082"/>
              <a:gd name="connsiteY129" fmla="*/ 371428 h 371428"/>
              <a:gd name="connsiteX130" fmla="*/ 868282 w 1319082"/>
              <a:gd name="connsiteY130" fmla="*/ 371428 h 371428"/>
              <a:gd name="connsiteX131" fmla="*/ 834968 w 1319082"/>
              <a:gd name="connsiteY131" fmla="*/ 338114 h 371428"/>
              <a:gd name="connsiteX132" fmla="*/ 868282 w 1319082"/>
              <a:gd name="connsiteY132" fmla="*/ 304800 h 371428"/>
              <a:gd name="connsiteX133" fmla="*/ 901596 w 1319082"/>
              <a:gd name="connsiteY133" fmla="*/ 338114 h 371428"/>
              <a:gd name="connsiteX134" fmla="*/ 868282 w 1319082"/>
              <a:gd name="connsiteY134" fmla="*/ 371428 h 371428"/>
              <a:gd name="connsiteX135" fmla="*/ 1007444 w 1319082"/>
              <a:gd name="connsiteY135" fmla="*/ 371428 h 371428"/>
              <a:gd name="connsiteX136" fmla="*/ 974130 w 1319082"/>
              <a:gd name="connsiteY136" fmla="*/ 338114 h 371428"/>
              <a:gd name="connsiteX137" fmla="*/ 1007444 w 1319082"/>
              <a:gd name="connsiteY137" fmla="*/ 304800 h 371428"/>
              <a:gd name="connsiteX138" fmla="*/ 1040758 w 1319082"/>
              <a:gd name="connsiteY138" fmla="*/ 338114 h 371428"/>
              <a:gd name="connsiteX139" fmla="*/ 1007444 w 1319082"/>
              <a:gd name="connsiteY139" fmla="*/ 371428 h 371428"/>
              <a:gd name="connsiteX140" fmla="*/ 1146606 w 1319082"/>
              <a:gd name="connsiteY140" fmla="*/ 371428 h 371428"/>
              <a:gd name="connsiteX141" fmla="*/ 1113292 w 1319082"/>
              <a:gd name="connsiteY141" fmla="*/ 338114 h 371428"/>
              <a:gd name="connsiteX142" fmla="*/ 1146606 w 1319082"/>
              <a:gd name="connsiteY142" fmla="*/ 304800 h 371428"/>
              <a:gd name="connsiteX143" fmla="*/ 1179920 w 1319082"/>
              <a:gd name="connsiteY143" fmla="*/ 338114 h 371428"/>
              <a:gd name="connsiteX144" fmla="*/ 1146606 w 1319082"/>
              <a:gd name="connsiteY144" fmla="*/ 371428 h 371428"/>
              <a:gd name="connsiteX145" fmla="*/ 1285768 w 1319082"/>
              <a:gd name="connsiteY145" fmla="*/ 371428 h 371428"/>
              <a:gd name="connsiteX146" fmla="*/ 1252454 w 1319082"/>
              <a:gd name="connsiteY146" fmla="*/ 338114 h 371428"/>
              <a:gd name="connsiteX147" fmla="*/ 1285768 w 1319082"/>
              <a:gd name="connsiteY147" fmla="*/ 304800 h 371428"/>
              <a:gd name="connsiteX148" fmla="*/ 1319082 w 1319082"/>
              <a:gd name="connsiteY148" fmla="*/ 338114 h 371428"/>
              <a:gd name="connsiteX149" fmla="*/ 1285768 w 1319082"/>
              <a:gd name="connsiteY149" fmla="*/ 371428 h 371428"/>
            </a:gdLst>
            <a:ahLst/>
            <a:cxnLst/>
            <a:rect l="l" t="t" r="r" b="b"/>
            <a:pathLst>
              <a:path w="1319082" h="371428">
                <a:moveTo>
                  <a:pt x="33314" y="66628"/>
                </a:moveTo>
                <a:cubicBezTo>
                  <a:pt x="14915" y="66628"/>
                  <a:pt x="0" y="51713"/>
                  <a:pt x="0" y="33314"/>
                </a:cubicBezTo>
                <a:cubicBezTo>
                  <a:pt x="0" y="14915"/>
                  <a:pt x="14915" y="0"/>
                  <a:pt x="33314" y="0"/>
                </a:cubicBezTo>
                <a:cubicBezTo>
                  <a:pt x="51713" y="0"/>
                  <a:pt x="66628" y="14915"/>
                  <a:pt x="66628" y="33314"/>
                </a:cubicBezTo>
                <a:cubicBezTo>
                  <a:pt x="66628" y="51713"/>
                  <a:pt x="51713" y="66628"/>
                  <a:pt x="33314" y="66628"/>
                </a:cubicBezTo>
                <a:close/>
                <a:moveTo>
                  <a:pt x="172472" y="66628"/>
                </a:moveTo>
                <a:cubicBezTo>
                  <a:pt x="154073" y="66628"/>
                  <a:pt x="139158" y="51713"/>
                  <a:pt x="139158" y="33314"/>
                </a:cubicBezTo>
                <a:cubicBezTo>
                  <a:pt x="139158" y="14915"/>
                  <a:pt x="154073" y="0"/>
                  <a:pt x="172472" y="0"/>
                </a:cubicBezTo>
                <a:cubicBezTo>
                  <a:pt x="190871" y="0"/>
                  <a:pt x="205786" y="14915"/>
                  <a:pt x="205786" y="33314"/>
                </a:cubicBezTo>
                <a:cubicBezTo>
                  <a:pt x="205786" y="51713"/>
                  <a:pt x="190871" y="66628"/>
                  <a:pt x="172472" y="66628"/>
                </a:cubicBezTo>
                <a:close/>
                <a:moveTo>
                  <a:pt x="311634" y="66628"/>
                </a:moveTo>
                <a:cubicBezTo>
                  <a:pt x="293235" y="66628"/>
                  <a:pt x="278320" y="51713"/>
                  <a:pt x="278320" y="33314"/>
                </a:cubicBezTo>
                <a:cubicBezTo>
                  <a:pt x="278320" y="14915"/>
                  <a:pt x="293235" y="0"/>
                  <a:pt x="311634" y="0"/>
                </a:cubicBezTo>
                <a:cubicBezTo>
                  <a:pt x="330033" y="0"/>
                  <a:pt x="344948" y="14915"/>
                  <a:pt x="344948" y="33314"/>
                </a:cubicBezTo>
                <a:cubicBezTo>
                  <a:pt x="344948" y="51713"/>
                  <a:pt x="330033" y="66628"/>
                  <a:pt x="311634" y="66628"/>
                </a:cubicBezTo>
                <a:close/>
                <a:moveTo>
                  <a:pt x="450796" y="66628"/>
                </a:moveTo>
                <a:cubicBezTo>
                  <a:pt x="432397" y="66628"/>
                  <a:pt x="417482" y="51713"/>
                  <a:pt x="417482" y="33314"/>
                </a:cubicBezTo>
                <a:cubicBezTo>
                  <a:pt x="417482" y="14915"/>
                  <a:pt x="432397" y="0"/>
                  <a:pt x="450796" y="0"/>
                </a:cubicBezTo>
                <a:cubicBezTo>
                  <a:pt x="469195" y="0"/>
                  <a:pt x="484110" y="14915"/>
                  <a:pt x="484110" y="33314"/>
                </a:cubicBezTo>
                <a:cubicBezTo>
                  <a:pt x="484110" y="51713"/>
                  <a:pt x="469195" y="66628"/>
                  <a:pt x="450796" y="66628"/>
                </a:cubicBezTo>
                <a:close/>
                <a:moveTo>
                  <a:pt x="589958" y="66628"/>
                </a:moveTo>
                <a:cubicBezTo>
                  <a:pt x="571559" y="66628"/>
                  <a:pt x="556644" y="51713"/>
                  <a:pt x="556644" y="33314"/>
                </a:cubicBezTo>
                <a:cubicBezTo>
                  <a:pt x="556644" y="14915"/>
                  <a:pt x="571559" y="0"/>
                  <a:pt x="589958" y="0"/>
                </a:cubicBezTo>
                <a:cubicBezTo>
                  <a:pt x="608357" y="0"/>
                  <a:pt x="623272" y="14915"/>
                  <a:pt x="623272" y="33314"/>
                </a:cubicBezTo>
                <a:cubicBezTo>
                  <a:pt x="623272" y="51713"/>
                  <a:pt x="608357" y="66628"/>
                  <a:pt x="589958" y="66628"/>
                </a:cubicBezTo>
                <a:close/>
                <a:moveTo>
                  <a:pt x="729120" y="66628"/>
                </a:moveTo>
                <a:cubicBezTo>
                  <a:pt x="710721" y="66628"/>
                  <a:pt x="695806" y="51713"/>
                  <a:pt x="695806" y="33314"/>
                </a:cubicBezTo>
                <a:cubicBezTo>
                  <a:pt x="695806" y="14915"/>
                  <a:pt x="710721" y="0"/>
                  <a:pt x="729120" y="0"/>
                </a:cubicBezTo>
                <a:cubicBezTo>
                  <a:pt x="747519" y="0"/>
                  <a:pt x="762434" y="14915"/>
                  <a:pt x="762434" y="33314"/>
                </a:cubicBezTo>
                <a:cubicBezTo>
                  <a:pt x="762434" y="51713"/>
                  <a:pt x="747519" y="66628"/>
                  <a:pt x="729120" y="66628"/>
                </a:cubicBezTo>
                <a:close/>
                <a:moveTo>
                  <a:pt x="868282" y="66628"/>
                </a:moveTo>
                <a:cubicBezTo>
                  <a:pt x="849883" y="66628"/>
                  <a:pt x="834968" y="51713"/>
                  <a:pt x="834968" y="33314"/>
                </a:cubicBezTo>
                <a:cubicBezTo>
                  <a:pt x="834968" y="14915"/>
                  <a:pt x="849883" y="0"/>
                  <a:pt x="868282" y="0"/>
                </a:cubicBezTo>
                <a:cubicBezTo>
                  <a:pt x="886681" y="0"/>
                  <a:pt x="901596" y="14915"/>
                  <a:pt x="901596" y="33314"/>
                </a:cubicBezTo>
                <a:cubicBezTo>
                  <a:pt x="901596" y="51713"/>
                  <a:pt x="886681" y="66628"/>
                  <a:pt x="868282" y="66628"/>
                </a:cubicBezTo>
                <a:close/>
                <a:moveTo>
                  <a:pt x="1007444" y="66628"/>
                </a:moveTo>
                <a:cubicBezTo>
                  <a:pt x="989045" y="66628"/>
                  <a:pt x="974130" y="51713"/>
                  <a:pt x="974130" y="33314"/>
                </a:cubicBezTo>
                <a:cubicBezTo>
                  <a:pt x="974130" y="14915"/>
                  <a:pt x="989045" y="0"/>
                  <a:pt x="1007444" y="0"/>
                </a:cubicBezTo>
                <a:cubicBezTo>
                  <a:pt x="1025843" y="0"/>
                  <a:pt x="1040758" y="14915"/>
                  <a:pt x="1040758" y="33314"/>
                </a:cubicBezTo>
                <a:cubicBezTo>
                  <a:pt x="1040758" y="51713"/>
                  <a:pt x="1025843" y="66628"/>
                  <a:pt x="1007444" y="66628"/>
                </a:cubicBezTo>
                <a:close/>
                <a:moveTo>
                  <a:pt x="1146606" y="66628"/>
                </a:moveTo>
                <a:cubicBezTo>
                  <a:pt x="1128207" y="66628"/>
                  <a:pt x="1113292" y="51713"/>
                  <a:pt x="1113292" y="33314"/>
                </a:cubicBezTo>
                <a:cubicBezTo>
                  <a:pt x="1113292" y="14915"/>
                  <a:pt x="1128207" y="0"/>
                  <a:pt x="1146606" y="0"/>
                </a:cubicBezTo>
                <a:cubicBezTo>
                  <a:pt x="1165005" y="0"/>
                  <a:pt x="1179920" y="14915"/>
                  <a:pt x="1179920" y="33314"/>
                </a:cubicBezTo>
                <a:cubicBezTo>
                  <a:pt x="1179920" y="51713"/>
                  <a:pt x="1165005" y="66628"/>
                  <a:pt x="1146606" y="66628"/>
                </a:cubicBezTo>
                <a:close/>
                <a:moveTo>
                  <a:pt x="1285768" y="66628"/>
                </a:moveTo>
                <a:cubicBezTo>
                  <a:pt x="1267369" y="66628"/>
                  <a:pt x="1252454" y="51713"/>
                  <a:pt x="1252454" y="33314"/>
                </a:cubicBezTo>
                <a:cubicBezTo>
                  <a:pt x="1252454" y="14915"/>
                  <a:pt x="1267369" y="0"/>
                  <a:pt x="1285768" y="0"/>
                </a:cubicBezTo>
                <a:cubicBezTo>
                  <a:pt x="1304167" y="0"/>
                  <a:pt x="1319082" y="14915"/>
                  <a:pt x="1319082" y="33314"/>
                </a:cubicBezTo>
                <a:cubicBezTo>
                  <a:pt x="1319082" y="51713"/>
                  <a:pt x="1304167" y="66628"/>
                  <a:pt x="1285768" y="66628"/>
                </a:cubicBezTo>
                <a:close/>
                <a:moveTo>
                  <a:pt x="33314" y="219028"/>
                </a:moveTo>
                <a:cubicBezTo>
                  <a:pt x="14915" y="219028"/>
                  <a:pt x="0" y="204113"/>
                  <a:pt x="0" y="185714"/>
                </a:cubicBezTo>
                <a:cubicBezTo>
                  <a:pt x="0" y="167315"/>
                  <a:pt x="14915" y="152400"/>
                  <a:pt x="33314" y="152400"/>
                </a:cubicBezTo>
                <a:cubicBezTo>
                  <a:pt x="51713" y="152400"/>
                  <a:pt x="66628" y="167315"/>
                  <a:pt x="66628" y="185714"/>
                </a:cubicBezTo>
                <a:cubicBezTo>
                  <a:pt x="66628" y="204113"/>
                  <a:pt x="51713" y="219028"/>
                  <a:pt x="33314" y="219028"/>
                </a:cubicBezTo>
                <a:close/>
                <a:moveTo>
                  <a:pt x="172472" y="219028"/>
                </a:moveTo>
                <a:cubicBezTo>
                  <a:pt x="154073" y="219028"/>
                  <a:pt x="139158" y="204113"/>
                  <a:pt x="139158" y="185714"/>
                </a:cubicBezTo>
                <a:cubicBezTo>
                  <a:pt x="139158" y="167315"/>
                  <a:pt x="154073" y="152400"/>
                  <a:pt x="172472" y="152400"/>
                </a:cubicBezTo>
                <a:cubicBezTo>
                  <a:pt x="190871" y="152400"/>
                  <a:pt x="205786" y="167315"/>
                  <a:pt x="205786" y="185714"/>
                </a:cubicBezTo>
                <a:cubicBezTo>
                  <a:pt x="205786" y="204113"/>
                  <a:pt x="190871" y="219028"/>
                  <a:pt x="172472" y="219028"/>
                </a:cubicBezTo>
                <a:close/>
                <a:moveTo>
                  <a:pt x="311634" y="219028"/>
                </a:moveTo>
                <a:cubicBezTo>
                  <a:pt x="293235" y="219028"/>
                  <a:pt x="278320" y="204113"/>
                  <a:pt x="278320" y="185714"/>
                </a:cubicBezTo>
                <a:cubicBezTo>
                  <a:pt x="278320" y="167315"/>
                  <a:pt x="293235" y="152400"/>
                  <a:pt x="311634" y="152400"/>
                </a:cubicBezTo>
                <a:cubicBezTo>
                  <a:pt x="330033" y="152400"/>
                  <a:pt x="344948" y="167315"/>
                  <a:pt x="344948" y="185714"/>
                </a:cubicBezTo>
                <a:cubicBezTo>
                  <a:pt x="344948" y="204113"/>
                  <a:pt x="330033" y="219028"/>
                  <a:pt x="311634" y="219028"/>
                </a:cubicBezTo>
                <a:close/>
                <a:moveTo>
                  <a:pt x="450796" y="219028"/>
                </a:moveTo>
                <a:cubicBezTo>
                  <a:pt x="432397" y="219028"/>
                  <a:pt x="417482" y="204113"/>
                  <a:pt x="417482" y="185714"/>
                </a:cubicBezTo>
                <a:cubicBezTo>
                  <a:pt x="417482" y="167315"/>
                  <a:pt x="432397" y="152400"/>
                  <a:pt x="450796" y="152400"/>
                </a:cubicBezTo>
                <a:cubicBezTo>
                  <a:pt x="469195" y="152400"/>
                  <a:pt x="484110" y="167315"/>
                  <a:pt x="484110" y="185714"/>
                </a:cubicBezTo>
                <a:cubicBezTo>
                  <a:pt x="484110" y="204113"/>
                  <a:pt x="469195" y="219028"/>
                  <a:pt x="450796" y="219028"/>
                </a:cubicBezTo>
                <a:close/>
                <a:moveTo>
                  <a:pt x="589958" y="219028"/>
                </a:moveTo>
                <a:cubicBezTo>
                  <a:pt x="571559" y="219028"/>
                  <a:pt x="556644" y="204113"/>
                  <a:pt x="556644" y="185714"/>
                </a:cubicBezTo>
                <a:cubicBezTo>
                  <a:pt x="556644" y="167315"/>
                  <a:pt x="571559" y="152400"/>
                  <a:pt x="589958" y="152400"/>
                </a:cubicBezTo>
                <a:cubicBezTo>
                  <a:pt x="608357" y="152400"/>
                  <a:pt x="623272" y="167315"/>
                  <a:pt x="623272" y="185714"/>
                </a:cubicBezTo>
                <a:cubicBezTo>
                  <a:pt x="623272" y="204113"/>
                  <a:pt x="608357" y="219028"/>
                  <a:pt x="589958" y="219028"/>
                </a:cubicBezTo>
                <a:close/>
                <a:moveTo>
                  <a:pt x="729120" y="219028"/>
                </a:moveTo>
                <a:cubicBezTo>
                  <a:pt x="710721" y="219028"/>
                  <a:pt x="695806" y="204113"/>
                  <a:pt x="695806" y="185714"/>
                </a:cubicBezTo>
                <a:cubicBezTo>
                  <a:pt x="695806" y="167315"/>
                  <a:pt x="710721" y="152400"/>
                  <a:pt x="729120" y="152400"/>
                </a:cubicBezTo>
                <a:cubicBezTo>
                  <a:pt x="747519" y="152400"/>
                  <a:pt x="762434" y="167315"/>
                  <a:pt x="762434" y="185714"/>
                </a:cubicBezTo>
                <a:cubicBezTo>
                  <a:pt x="762434" y="204113"/>
                  <a:pt x="747519" y="219028"/>
                  <a:pt x="729120" y="219028"/>
                </a:cubicBezTo>
                <a:close/>
                <a:moveTo>
                  <a:pt x="868282" y="219028"/>
                </a:moveTo>
                <a:cubicBezTo>
                  <a:pt x="849883" y="219028"/>
                  <a:pt x="834968" y="204113"/>
                  <a:pt x="834968" y="185714"/>
                </a:cubicBezTo>
                <a:cubicBezTo>
                  <a:pt x="834968" y="167315"/>
                  <a:pt x="849883" y="152400"/>
                  <a:pt x="868282" y="152400"/>
                </a:cubicBezTo>
                <a:cubicBezTo>
                  <a:pt x="886681" y="152400"/>
                  <a:pt x="901596" y="167315"/>
                  <a:pt x="901596" y="185714"/>
                </a:cubicBezTo>
                <a:cubicBezTo>
                  <a:pt x="901596" y="204113"/>
                  <a:pt x="886681" y="219028"/>
                  <a:pt x="868282" y="219028"/>
                </a:cubicBezTo>
                <a:close/>
                <a:moveTo>
                  <a:pt x="1007444" y="219028"/>
                </a:moveTo>
                <a:cubicBezTo>
                  <a:pt x="989045" y="219028"/>
                  <a:pt x="974130" y="204113"/>
                  <a:pt x="974130" y="185714"/>
                </a:cubicBezTo>
                <a:cubicBezTo>
                  <a:pt x="974130" y="167315"/>
                  <a:pt x="989045" y="152400"/>
                  <a:pt x="1007444" y="152400"/>
                </a:cubicBezTo>
                <a:cubicBezTo>
                  <a:pt x="1025843" y="152400"/>
                  <a:pt x="1040758" y="167315"/>
                  <a:pt x="1040758" y="185714"/>
                </a:cubicBezTo>
                <a:cubicBezTo>
                  <a:pt x="1040758" y="204113"/>
                  <a:pt x="1025843" y="219028"/>
                  <a:pt x="1007444" y="219028"/>
                </a:cubicBezTo>
                <a:close/>
                <a:moveTo>
                  <a:pt x="1146606" y="219028"/>
                </a:moveTo>
                <a:cubicBezTo>
                  <a:pt x="1128207" y="219028"/>
                  <a:pt x="1113292" y="204113"/>
                  <a:pt x="1113292" y="185714"/>
                </a:cubicBezTo>
                <a:cubicBezTo>
                  <a:pt x="1113292" y="167315"/>
                  <a:pt x="1128207" y="152400"/>
                  <a:pt x="1146606" y="152400"/>
                </a:cubicBezTo>
                <a:cubicBezTo>
                  <a:pt x="1165005" y="152400"/>
                  <a:pt x="1179920" y="167315"/>
                  <a:pt x="1179920" y="185714"/>
                </a:cubicBezTo>
                <a:cubicBezTo>
                  <a:pt x="1179920" y="204113"/>
                  <a:pt x="1165005" y="219028"/>
                  <a:pt x="1146606" y="219028"/>
                </a:cubicBezTo>
                <a:close/>
                <a:moveTo>
                  <a:pt x="1285768" y="219028"/>
                </a:moveTo>
                <a:cubicBezTo>
                  <a:pt x="1267369" y="219028"/>
                  <a:pt x="1252454" y="204113"/>
                  <a:pt x="1252454" y="185714"/>
                </a:cubicBezTo>
                <a:cubicBezTo>
                  <a:pt x="1252454" y="167315"/>
                  <a:pt x="1267369" y="152400"/>
                  <a:pt x="1285768" y="152400"/>
                </a:cubicBezTo>
                <a:cubicBezTo>
                  <a:pt x="1304167" y="152400"/>
                  <a:pt x="1319082" y="167315"/>
                  <a:pt x="1319082" y="185714"/>
                </a:cubicBezTo>
                <a:cubicBezTo>
                  <a:pt x="1319082" y="204113"/>
                  <a:pt x="1304167" y="219028"/>
                  <a:pt x="1285768" y="219028"/>
                </a:cubicBezTo>
                <a:close/>
                <a:moveTo>
                  <a:pt x="33314" y="371428"/>
                </a:moveTo>
                <a:cubicBezTo>
                  <a:pt x="14915" y="371428"/>
                  <a:pt x="0" y="356513"/>
                  <a:pt x="0" y="338114"/>
                </a:cubicBezTo>
                <a:cubicBezTo>
                  <a:pt x="0" y="319715"/>
                  <a:pt x="14915" y="304800"/>
                  <a:pt x="33314" y="304800"/>
                </a:cubicBezTo>
                <a:cubicBezTo>
                  <a:pt x="51713" y="304800"/>
                  <a:pt x="66628" y="319715"/>
                  <a:pt x="66628" y="338114"/>
                </a:cubicBezTo>
                <a:cubicBezTo>
                  <a:pt x="66628" y="356513"/>
                  <a:pt x="51713" y="371428"/>
                  <a:pt x="33314" y="371428"/>
                </a:cubicBezTo>
                <a:close/>
                <a:moveTo>
                  <a:pt x="172472" y="371428"/>
                </a:moveTo>
                <a:cubicBezTo>
                  <a:pt x="154073" y="371428"/>
                  <a:pt x="139158" y="356513"/>
                  <a:pt x="139158" y="338114"/>
                </a:cubicBezTo>
                <a:cubicBezTo>
                  <a:pt x="139158" y="319715"/>
                  <a:pt x="154073" y="304800"/>
                  <a:pt x="172472" y="304800"/>
                </a:cubicBezTo>
                <a:cubicBezTo>
                  <a:pt x="190871" y="304800"/>
                  <a:pt x="205786" y="319715"/>
                  <a:pt x="205786" y="338114"/>
                </a:cubicBezTo>
                <a:cubicBezTo>
                  <a:pt x="205786" y="356513"/>
                  <a:pt x="190871" y="371428"/>
                  <a:pt x="172472" y="371428"/>
                </a:cubicBezTo>
                <a:close/>
                <a:moveTo>
                  <a:pt x="311634" y="371428"/>
                </a:moveTo>
                <a:cubicBezTo>
                  <a:pt x="293235" y="371428"/>
                  <a:pt x="278320" y="356513"/>
                  <a:pt x="278320" y="338114"/>
                </a:cubicBezTo>
                <a:cubicBezTo>
                  <a:pt x="278320" y="319715"/>
                  <a:pt x="293235" y="304800"/>
                  <a:pt x="311634" y="304800"/>
                </a:cubicBezTo>
                <a:cubicBezTo>
                  <a:pt x="330033" y="304800"/>
                  <a:pt x="344948" y="319715"/>
                  <a:pt x="344948" y="338114"/>
                </a:cubicBezTo>
                <a:cubicBezTo>
                  <a:pt x="344948" y="356513"/>
                  <a:pt x="330033" y="371428"/>
                  <a:pt x="311634" y="371428"/>
                </a:cubicBezTo>
                <a:close/>
                <a:moveTo>
                  <a:pt x="450796" y="371428"/>
                </a:moveTo>
                <a:cubicBezTo>
                  <a:pt x="432397" y="371428"/>
                  <a:pt x="417482" y="356513"/>
                  <a:pt x="417482" y="338114"/>
                </a:cubicBezTo>
                <a:cubicBezTo>
                  <a:pt x="417482" y="319715"/>
                  <a:pt x="432397" y="304800"/>
                  <a:pt x="450796" y="304800"/>
                </a:cubicBezTo>
                <a:cubicBezTo>
                  <a:pt x="469195" y="304800"/>
                  <a:pt x="484110" y="319715"/>
                  <a:pt x="484110" y="338114"/>
                </a:cubicBezTo>
                <a:cubicBezTo>
                  <a:pt x="484110" y="356513"/>
                  <a:pt x="469195" y="371428"/>
                  <a:pt x="450796" y="371428"/>
                </a:cubicBezTo>
                <a:close/>
                <a:moveTo>
                  <a:pt x="589958" y="371428"/>
                </a:moveTo>
                <a:cubicBezTo>
                  <a:pt x="571559" y="371428"/>
                  <a:pt x="556644" y="356513"/>
                  <a:pt x="556644" y="338114"/>
                </a:cubicBezTo>
                <a:cubicBezTo>
                  <a:pt x="556644" y="319715"/>
                  <a:pt x="571559" y="304800"/>
                  <a:pt x="589958" y="304800"/>
                </a:cubicBezTo>
                <a:cubicBezTo>
                  <a:pt x="608357" y="304800"/>
                  <a:pt x="623272" y="319715"/>
                  <a:pt x="623272" y="338114"/>
                </a:cubicBezTo>
                <a:cubicBezTo>
                  <a:pt x="623272" y="356513"/>
                  <a:pt x="608357" y="371428"/>
                  <a:pt x="589958" y="371428"/>
                </a:cubicBezTo>
                <a:close/>
                <a:moveTo>
                  <a:pt x="729120" y="371428"/>
                </a:moveTo>
                <a:cubicBezTo>
                  <a:pt x="710721" y="371428"/>
                  <a:pt x="695806" y="356513"/>
                  <a:pt x="695806" y="338114"/>
                </a:cubicBezTo>
                <a:cubicBezTo>
                  <a:pt x="695806" y="319715"/>
                  <a:pt x="710721" y="304800"/>
                  <a:pt x="729120" y="304800"/>
                </a:cubicBezTo>
                <a:cubicBezTo>
                  <a:pt x="747519" y="304800"/>
                  <a:pt x="762434" y="319715"/>
                  <a:pt x="762434" y="338114"/>
                </a:cubicBezTo>
                <a:cubicBezTo>
                  <a:pt x="762434" y="356513"/>
                  <a:pt x="747519" y="371428"/>
                  <a:pt x="729120" y="371428"/>
                </a:cubicBezTo>
                <a:close/>
                <a:moveTo>
                  <a:pt x="868282" y="371428"/>
                </a:moveTo>
                <a:cubicBezTo>
                  <a:pt x="849883" y="371428"/>
                  <a:pt x="834968" y="356513"/>
                  <a:pt x="834968" y="338114"/>
                </a:cubicBezTo>
                <a:cubicBezTo>
                  <a:pt x="834968" y="319715"/>
                  <a:pt x="849883" y="304800"/>
                  <a:pt x="868282" y="304800"/>
                </a:cubicBezTo>
                <a:cubicBezTo>
                  <a:pt x="886681" y="304800"/>
                  <a:pt x="901596" y="319715"/>
                  <a:pt x="901596" y="338114"/>
                </a:cubicBezTo>
                <a:cubicBezTo>
                  <a:pt x="901596" y="356513"/>
                  <a:pt x="886681" y="371428"/>
                  <a:pt x="868282" y="371428"/>
                </a:cubicBezTo>
                <a:close/>
                <a:moveTo>
                  <a:pt x="1007444" y="371428"/>
                </a:moveTo>
                <a:cubicBezTo>
                  <a:pt x="989045" y="371428"/>
                  <a:pt x="974130" y="356513"/>
                  <a:pt x="974130" y="338114"/>
                </a:cubicBezTo>
                <a:cubicBezTo>
                  <a:pt x="974130" y="319715"/>
                  <a:pt x="989045" y="304800"/>
                  <a:pt x="1007444" y="304800"/>
                </a:cubicBezTo>
                <a:cubicBezTo>
                  <a:pt x="1025843" y="304800"/>
                  <a:pt x="1040758" y="319715"/>
                  <a:pt x="1040758" y="338114"/>
                </a:cubicBezTo>
                <a:cubicBezTo>
                  <a:pt x="1040758" y="356513"/>
                  <a:pt x="1025843" y="371428"/>
                  <a:pt x="1007444" y="371428"/>
                </a:cubicBezTo>
                <a:close/>
                <a:moveTo>
                  <a:pt x="1146606" y="371428"/>
                </a:moveTo>
                <a:cubicBezTo>
                  <a:pt x="1128207" y="371428"/>
                  <a:pt x="1113292" y="356513"/>
                  <a:pt x="1113292" y="338114"/>
                </a:cubicBezTo>
                <a:cubicBezTo>
                  <a:pt x="1113292" y="319715"/>
                  <a:pt x="1128207" y="304800"/>
                  <a:pt x="1146606" y="304800"/>
                </a:cubicBezTo>
                <a:cubicBezTo>
                  <a:pt x="1165005" y="304800"/>
                  <a:pt x="1179920" y="319715"/>
                  <a:pt x="1179920" y="338114"/>
                </a:cubicBezTo>
                <a:cubicBezTo>
                  <a:pt x="1179920" y="356513"/>
                  <a:pt x="1165005" y="371428"/>
                  <a:pt x="1146606" y="371428"/>
                </a:cubicBezTo>
                <a:close/>
                <a:moveTo>
                  <a:pt x="1285768" y="371428"/>
                </a:moveTo>
                <a:cubicBezTo>
                  <a:pt x="1267369" y="371428"/>
                  <a:pt x="1252454" y="356513"/>
                  <a:pt x="1252454" y="338114"/>
                </a:cubicBezTo>
                <a:cubicBezTo>
                  <a:pt x="1252454" y="319715"/>
                  <a:pt x="1267369" y="304800"/>
                  <a:pt x="1285768" y="304800"/>
                </a:cubicBezTo>
                <a:cubicBezTo>
                  <a:pt x="1304167" y="304800"/>
                  <a:pt x="1319082" y="319715"/>
                  <a:pt x="1319082" y="338114"/>
                </a:cubicBezTo>
                <a:cubicBezTo>
                  <a:pt x="1319082" y="356513"/>
                  <a:pt x="1304167" y="371428"/>
                  <a:pt x="1285768" y="371428"/>
                </a:cubicBezTo>
                <a:close/>
              </a:path>
            </a:pathLst>
          </a:custGeom>
          <a:solidFill>
            <a:schemeClr val="accent1">
              <a:alpha val="67000"/>
            </a:schemeClr>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700060" y="4218102"/>
            <a:ext cx="10836275" cy="911327"/>
          </a:xfrm>
          <a:custGeom>
            <a:avLst/>
            <a:gdLst>
              <a:gd name="connsiteX0" fmla="*/ 0 w 10858499"/>
              <a:gd name="connsiteY0" fmla="*/ 0 h 914400"/>
              <a:gd name="connsiteX1" fmla="*/ 10858499 w 10858499"/>
              <a:gd name="connsiteY1" fmla="*/ 285750 h 914400"/>
              <a:gd name="connsiteX2" fmla="*/ 10858499 w 10858499"/>
              <a:gd name="connsiteY2" fmla="*/ 914400 h 914400"/>
              <a:gd name="connsiteX3" fmla="*/ 0 w 10858499"/>
              <a:gd name="connsiteY3" fmla="*/ 914400 h 914400"/>
              <a:gd name="connsiteX4" fmla="*/ 0 w 10858499"/>
              <a:gd name="connsiteY4" fmla="*/ 0 h 914400"/>
            </a:gdLst>
            <a:ahLst/>
            <a:cxnLst/>
            <a:rect l="l" t="t" r="r" b="b"/>
            <a:pathLst>
              <a:path w="10858499" h="914400">
                <a:moveTo>
                  <a:pt x="0" y="0"/>
                </a:moveTo>
                <a:lnTo>
                  <a:pt x="10858499" y="285750"/>
                </a:lnTo>
                <a:lnTo>
                  <a:pt x="10858499" y="914400"/>
                </a:lnTo>
                <a:lnTo>
                  <a:pt x="0" y="914400"/>
                </a:lnTo>
                <a:lnTo>
                  <a:pt x="0" y="0"/>
                </a:lnTo>
                <a:close/>
              </a:path>
            </a:pathLst>
          </a:custGeom>
          <a:gradFill>
            <a:gsLst>
              <a:gs pos="0">
                <a:schemeClr val="accent1">
                  <a:lumMod val="20000"/>
                  <a:lumOff val="80000"/>
                </a:schemeClr>
              </a:gs>
              <a:gs pos="45000">
                <a:schemeClr val="bg1"/>
              </a:gs>
              <a:gs pos="100000">
                <a:schemeClr val="accent1">
                  <a:lumMod val="20000"/>
                  <a:lumOff val="80000"/>
                </a:schemeClr>
              </a:gs>
            </a:gsLst>
            <a:lin ang="2700000" scaled="1"/>
          </a:gradFill>
          <a:ln w="12700" cap="sq">
            <a:solidFill>
              <a:schemeClr val="accent1"/>
            </a:solid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068148" y="4439639"/>
            <a:ext cx="125482" cy="125482"/>
          </a:xfrm>
          <a:prstGeom prst="ellipse">
            <a:avLst/>
          </a:prstGeom>
          <a:solidFill>
            <a:schemeClr val="accent1"/>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295135" y="1635010"/>
            <a:ext cx="4210726" cy="466078"/>
          </a:xfrm>
          <a:prstGeom prst="rect">
            <a:avLst/>
          </a:prstGeom>
          <a:noFill/>
          <a:ln>
            <a:noFill/>
          </a:ln>
        </p:spPr>
        <p:txBody>
          <a:bodyPr vert="horz" wrap="square" lIns="0" tIns="0" rIns="0" bIns="0" rtlCol="0" anchor="ctr"/>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物理学科素养</a:t>
            </a:r>
            <a:endParaRPr kumimoji="1" lang="zh-CN" altLang="en-US"/>
          </a:p>
        </p:txBody>
      </p:sp>
      <p:sp>
        <p:nvSpPr>
          <p:cNvPr id="6" name="标题 1"/>
          <p:cNvSpPr txBox="1"/>
          <p:nvPr/>
        </p:nvSpPr>
        <p:spPr>
          <a:xfrm>
            <a:off x="2284289" y="2116852"/>
            <a:ext cx="4229100" cy="2215592"/>
          </a:xfrm>
          <a:prstGeom prst="rect">
            <a:avLst/>
          </a:prstGeom>
          <a:noFill/>
          <a:ln>
            <a:noFill/>
          </a:ln>
        </p:spPr>
        <p:txBody>
          <a:bodyPr vert="horz" wrap="square" lIns="0" tIns="0" rIns="0" bIns="0" rtlCol="0" anchor="t">
            <a:spAutoFit/>
          </a:bodyPr>
          <a:lstStyle/>
          <a:p>
            <a:pPr algn="l">
              <a:lnSpc>
                <a:spcPct val="150000"/>
              </a:lnSpc>
            </a:pPr>
            <a:r>
              <a:rPr kumimoji="1" lang="en-US" altLang="zh-CN" sz="1600">
                <a:ln w="12700">
                  <a:noFill/>
                </a:ln>
                <a:solidFill>
                  <a:srgbClr val="262626">
                    <a:alpha val="100000"/>
                  </a:srgbClr>
                </a:solidFill>
                <a:latin typeface="Source Han Sans CN Normal"/>
                <a:ea typeface="Source Han Sans CN Normal"/>
                <a:cs typeface="Source Han Sans CN Normal"/>
              </a:rPr>
              <a:t>核心素养视域下，物理教学应超越单纯的知识传授，聚焦科学思维这一关键维度。其内涵具体涵盖模型建构、科学推理、科学论证及质疑创新四个要素。明确这四大思维要素，为后续构建竞赛试题评价体系提供了坚实的理论支撑与逻辑起点。</a:t>
            </a:r>
            <a:endParaRPr kumimoji="1" lang="zh-CN" altLang="en-US"/>
          </a:p>
        </p:txBody>
      </p:sp>
      <p:sp>
        <p:nvSpPr>
          <p:cNvPr id="7" name="标题 1"/>
          <p:cNvSpPr txBox="1"/>
          <p:nvPr/>
        </p:nvSpPr>
        <p:spPr>
          <a:xfrm>
            <a:off x="6694678" y="4364835"/>
            <a:ext cx="125482" cy="125482"/>
          </a:xfrm>
          <a:prstGeom prst="ellipse">
            <a:avLst/>
          </a:prstGeom>
          <a:solidFill>
            <a:schemeClr val="accent1"/>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921665" y="1560206"/>
            <a:ext cx="4210726" cy="466078"/>
          </a:xfrm>
          <a:prstGeom prst="rect">
            <a:avLst/>
          </a:prstGeom>
          <a:noFill/>
          <a:ln>
            <a:noFill/>
          </a:ln>
        </p:spPr>
        <p:txBody>
          <a:bodyPr vert="horz" wrap="square" lIns="0" tIns="0" rIns="0" bIns="0" rtlCol="0" anchor="ctr"/>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SOLO分类理论</a:t>
            </a:r>
            <a:endParaRPr kumimoji="1" lang="zh-CN" altLang="en-US"/>
          </a:p>
        </p:txBody>
      </p:sp>
      <p:sp>
        <p:nvSpPr>
          <p:cNvPr id="9" name="标题 1"/>
          <p:cNvSpPr txBox="1"/>
          <p:nvPr/>
        </p:nvSpPr>
        <p:spPr>
          <a:xfrm>
            <a:off x="6910819" y="2042048"/>
            <a:ext cx="4229100" cy="1846326"/>
          </a:xfrm>
          <a:prstGeom prst="rect">
            <a:avLst/>
          </a:prstGeom>
          <a:noFill/>
          <a:ln>
            <a:noFill/>
          </a:ln>
        </p:spPr>
        <p:txBody>
          <a:bodyPr vert="horz" wrap="square" lIns="0" tIns="0" rIns="0" bIns="0" rtlCol="0" anchor="t">
            <a:spAutoFit/>
          </a:bodyPr>
          <a:lstStyle/>
          <a:p>
            <a:pPr algn="l">
              <a:lnSpc>
                <a:spcPct val="150000"/>
              </a:lnSpc>
            </a:pPr>
            <a:r>
              <a:rPr kumimoji="1" lang="en-US" altLang="zh-CN" sz="1600">
                <a:ln w="12700">
                  <a:noFill/>
                </a:ln>
                <a:solidFill>
                  <a:srgbClr val="262626">
                    <a:alpha val="100000"/>
                  </a:srgbClr>
                </a:solidFill>
                <a:latin typeface="Source Han Sans CN Normal"/>
                <a:ea typeface="Source Han Sans CN Normal"/>
                <a:cs typeface="Source Han Sans CN Normal"/>
              </a:rPr>
              <a:t>SOLO分类理论是衡量思维深度的标尺。该理论依据学习成果的结构复杂性，划分为前结构到抽象拓展结构五个层级。它能有效甄别学生在解题中是机械套用公式，还是实现了跨模块的逻辑整合与高阶抽象拓展。</a:t>
            </a:r>
            <a:endParaRPr kumimoji="1" lang="zh-CN" altLang="en-US"/>
          </a:p>
        </p:txBody>
      </p:sp>
      <p:sp>
        <p:nvSpPr>
          <p:cNvPr id="10" name="标题 1"/>
          <p:cNvSpPr txBox="1"/>
          <p:nvPr/>
        </p:nvSpPr>
        <p:spPr>
          <a:xfrm rot="16200000" flipV="1">
            <a:off x="758697" y="3064119"/>
            <a:ext cx="2737187" cy="10800"/>
          </a:xfrm>
          <a:prstGeom prst="roundRect">
            <a:avLst/>
          </a:prstGeom>
          <a:solidFill>
            <a:schemeClr val="accent1">
              <a:alpha val="65000"/>
            </a:schemeClr>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16200000" flipV="1">
            <a:off x="5383426" y="2970110"/>
            <a:ext cx="2737187" cy="10800"/>
          </a:xfrm>
          <a:prstGeom prst="roundRect">
            <a:avLst/>
          </a:prstGeom>
          <a:solidFill>
            <a:schemeClr val="accent1">
              <a:alpha val="65000"/>
            </a:schemeClr>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pic>
        <p:nvPicPr>
          <p:cNvPr id="12" name="图片"/>
          <p:cNvPicPr>
            <a:picLocks noChangeAspect="1"/>
          </p:cNvPicPr>
          <p:nvPr/>
        </p:nvPicPr>
        <p:blipFill>
          <a:blip r:embed="rId1">
            <a:alphaModFix amt="100000"/>
          </a:blip>
          <a:srcRect t="33352" b="33352"/>
          <a:stretch>
            <a:fillRect/>
          </a:stretch>
        </p:blipFill>
        <p:spPr>
          <a:xfrm>
            <a:off x="700061" y="4425598"/>
            <a:ext cx="10836275" cy="2022042"/>
          </a:xfrm>
          <a:custGeom>
            <a:avLst/>
            <a:gdLst>
              <a:gd name="connsiteX0" fmla="*/ 10691353 w 10836275"/>
              <a:gd name="connsiteY0" fmla="*/ 0 h 2022042"/>
              <a:gd name="connsiteX1" fmla="*/ 10836275 w 10836275"/>
              <a:gd name="connsiteY1" fmla="*/ 0 h 2022042"/>
              <a:gd name="connsiteX2" fmla="*/ 10836275 w 10836275"/>
              <a:gd name="connsiteY2" fmla="*/ 2022042 h 2022042"/>
              <a:gd name="connsiteX3" fmla="*/ 0 w 10836275"/>
              <a:gd name="connsiteY3" fmla="*/ 2022042 h 2022042"/>
              <a:gd name="connsiteX4" fmla="*/ 0 w 10836275"/>
              <a:gd name="connsiteY4" fmla="*/ 280117 h 2022042"/>
            </a:gdLst>
            <a:ahLst/>
            <a:cxnLst/>
            <a:rect l="l" t="t" r="r" b="b"/>
            <a:pathLst>
              <a:path w="10836275" h="2022042">
                <a:moveTo>
                  <a:pt x="10691353" y="0"/>
                </a:moveTo>
                <a:lnTo>
                  <a:pt x="10836275" y="0"/>
                </a:lnTo>
                <a:lnTo>
                  <a:pt x="10836275" y="2022042"/>
                </a:lnTo>
                <a:lnTo>
                  <a:pt x="0" y="2022042"/>
                </a:lnTo>
                <a:lnTo>
                  <a:pt x="0" y="280117"/>
                </a:lnTo>
                <a:close/>
              </a:path>
            </a:pathLst>
          </a:custGeom>
          <a:noFill/>
          <a:ln>
            <a:noFill/>
          </a:ln>
        </p:spPr>
      </p:pic>
      <p:sp>
        <p:nvSpPr>
          <p:cNvPr id="13"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建立框架的理论依据</a:t>
            </a:r>
            <a:endParaRPr kumimoji="1" lang="zh-CN" altLang="en-US"/>
          </a:p>
        </p:txBody>
      </p:sp>
      <p:sp>
        <p:nvSpPr>
          <p:cNvPr id="14"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pic>
        <p:nvPicPr>
          <p:cNvPr id="2" name="图片"/>
          <p:cNvPicPr>
            <a:picLocks noChangeAspect="1"/>
          </p:cNvPicPr>
          <p:nvPr/>
        </p:nvPicPr>
        <p:blipFill>
          <a:blip r:embed="rId1">
            <a:alphaModFix amt="100000"/>
          </a:blip>
          <a:srcRect l="1429" r="1429"/>
          <a:stretch>
            <a:fillRect/>
          </a:stretch>
        </p:blipFill>
        <p:spPr>
          <a:xfrm>
            <a:off x="7774900" y="3723823"/>
            <a:ext cx="3744000" cy="2160000"/>
          </a:xfrm>
          <a:custGeom>
            <a:avLst/>
            <a:gdLst/>
            <a:ahLst/>
            <a:cxnLst/>
            <a:rect l="l" t="t" r="r" b="b"/>
            <a:pathLst>
              <a:path w="3744000" h="2160000">
                <a:moveTo>
                  <a:pt x="0" y="0"/>
                </a:moveTo>
                <a:lnTo>
                  <a:pt x="3744000" y="0"/>
                </a:lnTo>
                <a:lnTo>
                  <a:pt x="3744000" y="2160000"/>
                </a:lnTo>
                <a:lnTo>
                  <a:pt x="0" y="2160000"/>
                </a:lnTo>
                <a:close/>
              </a:path>
            </a:pathLst>
          </a:custGeom>
          <a:noFill/>
          <a:ln>
            <a:noFill/>
          </a:ln>
        </p:spPr>
      </p:pic>
      <p:pic>
        <p:nvPicPr>
          <p:cNvPr id="3" name="图片"/>
          <p:cNvPicPr>
            <a:picLocks noChangeAspect="1"/>
          </p:cNvPicPr>
          <p:nvPr/>
        </p:nvPicPr>
        <p:blipFill>
          <a:blip r:embed="rId2">
            <a:alphaModFix amt="100000"/>
          </a:blip>
          <a:srcRect l="31520" r="31520"/>
          <a:stretch>
            <a:fillRect/>
          </a:stretch>
        </p:blipFill>
        <p:spPr>
          <a:xfrm>
            <a:off x="660400" y="1380577"/>
            <a:ext cx="2969778" cy="4503246"/>
          </a:xfrm>
          <a:custGeom>
            <a:avLst/>
            <a:gdLst/>
            <a:ahLst/>
            <a:cxnLst/>
            <a:rect l="l" t="t" r="r" b="b"/>
            <a:pathLst>
              <a:path w="2969778" h="4503246">
                <a:moveTo>
                  <a:pt x="0" y="0"/>
                </a:moveTo>
                <a:lnTo>
                  <a:pt x="2969778" y="0"/>
                </a:lnTo>
                <a:lnTo>
                  <a:pt x="2969778" y="4503246"/>
                </a:lnTo>
                <a:lnTo>
                  <a:pt x="0" y="4503246"/>
                </a:lnTo>
                <a:close/>
              </a:path>
            </a:pathLst>
          </a:custGeom>
          <a:noFill/>
          <a:ln>
            <a:noFill/>
          </a:ln>
        </p:spPr>
      </p:pic>
      <p:sp>
        <p:nvSpPr>
          <p:cNvPr id="4" name="标题 1"/>
          <p:cNvSpPr txBox="1"/>
          <p:nvPr/>
        </p:nvSpPr>
        <p:spPr>
          <a:xfrm>
            <a:off x="7774900" y="1380577"/>
            <a:ext cx="3744000" cy="2160000"/>
          </a:xfrm>
          <a:prstGeom prst="rect">
            <a:avLst/>
          </a:prstGeom>
          <a:solidFill>
            <a:schemeClr val="bg1">
              <a:lumMod val="95000"/>
            </a:schemeClr>
          </a:solidFill>
          <a:ln w="12700" cap="sq">
            <a:solidFill>
              <a:schemeClr val="bg1">
                <a:lumMod val="95000"/>
              </a:schemeClr>
            </a:solidFill>
            <a:miter/>
          </a:ln>
          <a:effectLst/>
        </p:spPr>
        <p:txBody>
          <a:bodyPr vert="horz" wrap="square" lIns="0" tIns="0" rIns="0" bIns="0" rtlCol="0" anchor="t"/>
          <a:lstStyle/>
          <a:p>
            <a:pPr algn="just">
              <a:lnSpc>
                <a:spcPct val="110000"/>
              </a:lnSpc>
            </a:pPr>
            <a:endParaRPr kumimoji="1" lang="zh-CN" altLang="en-US"/>
          </a:p>
        </p:txBody>
      </p:sp>
      <p:sp>
        <p:nvSpPr>
          <p:cNvPr id="5" name="标题 1"/>
          <p:cNvSpPr txBox="1"/>
          <p:nvPr/>
        </p:nvSpPr>
        <p:spPr>
          <a:xfrm>
            <a:off x="8026900" y="1591358"/>
            <a:ext cx="3240000" cy="576000"/>
          </a:xfrm>
          <a:prstGeom prst="rect">
            <a:avLst/>
          </a:prstGeom>
          <a:noFill/>
          <a:ln>
            <a:noFill/>
          </a:ln>
          <a:effectLst/>
        </p:spPr>
        <p:txBody>
          <a:bodyPr vert="horz" wrap="square" lIns="0" tIns="0" rIns="0" bIns="0" rtlCol="0" anchor="ctr"/>
          <a:lstStyle/>
          <a:p>
            <a:pPr algn="l">
              <a:lnSpc>
                <a:spcPct val="13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划分评价等级</a:t>
            </a:r>
            <a:endParaRPr kumimoji="1" lang="zh-CN" altLang="en-US"/>
          </a:p>
        </p:txBody>
      </p:sp>
      <p:sp>
        <p:nvSpPr>
          <p:cNvPr id="6" name="标题 1"/>
          <p:cNvSpPr txBox="1"/>
          <p:nvPr/>
        </p:nvSpPr>
        <p:spPr>
          <a:xfrm>
            <a:off x="8026900" y="2196077"/>
            <a:ext cx="3238500" cy="1153953"/>
          </a:xfrm>
          <a:prstGeom prst="rect">
            <a:avLst/>
          </a:prstGeom>
          <a:noFill/>
          <a:ln>
            <a:noFill/>
          </a:ln>
          <a:effectLst/>
        </p:spPr>
        <p:txBody>
          <a:bodyPr vert="horz" wrap="square" lIns="0" tIns="0" rIns="0" bIns="0" rtlCol="0" anchor="t">
            <a:spAutoFit/>
          </a:bodyPr>
          <a:lstStyle/>
          <a:p>
            <a:pPr algn="l">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依据SOLO分类理论，构建包含“思维要素”与“思维深度”的二维评价矩阵。横向确立多点结构、关联结构与抽象拓展结构三个层级，纵向涵盖模型建构、科学推理、科学论证及质疑创新四要素，通过此表精准量化试题对思维深度的具体要求，为后续教学策略设计提供依据。</a:t>
            </a:r>
            <a:endParaRPr kumimoji="1" lang="zh-CN" altLang="en-US"/>
          </a:p>
        </p:txBody>
      </p:sp>
      <p:sp>
        <p:nvSpPr>
          <p:cNvPr id="7" name="标题 1"/>
          <p:cNvSpPr txBox="1"/>
          <p:nvPr/>
        </p:nvSpPr>
        <p:spPr>
          <a:xfrm>
            <a:off x="3882178" y="3723823"/>
            <a:ext cx="3744000" cy="2160000"/>
          </a:xfrm>
          <a:prstGeom prst="rect">
            <a:avLst/>
          </a:prstGeom>
          <a:solidFill>
            <a:schemeClr val="bg1">
              <a:lumMod val="95000"/>
            </a:schemeClr>
          </a:solidFill>
          <a:ln w="12700" cap="sq">
            <a:solidFill>
              <a:schemeClr val="bg1">
                <a:lumMod val="95000"/>
              </a:schemeClr>
            </a:solidFill>
            <a:miter/>
          </a:ln>
          <a:effectLst/>
        </p:spPr>
        <p:txBody>
          <a:bodyPr vert="horz" wrap="square" lIns="0" tIns="0" rIns="0" bIns="0" rtlCol="0" anchor="t"/>
          <a:lstStyle/>
          <a:p>
            <a:pPr algn="just">
              <a:lnSpc>
                <a:spcPct val="110000"/>
              </a:lnSpc>
            </a:pPr>
            <a:endParaRPr kumimoji="1" lang="zh-CN" altLang="en-US"/>
          </a:p>
        </p:txBody>
      </p:sp>
      <p:sp>
        <p:nvSpPr>
          <p:cNvPr id="8" name="标题 1"/>
          <p:cNvSpPr txBox="1"/>
          <p:nvPr/>
        </p:nvSpPr>
        <p:spPr>
          <a:xfrm>
            <a:off x="4134178" y="3934604"/>
            <a:ext cx="3240000" cy="576000"/>
          </a:xfrm>
          <a:prstGeom prst="rect">
            <a:avLst/>
          </a:prstGeom>
          <a:noFill/>
          <a:ln>
            <a:noFill/>
          </a:ln>
          <a:effectLst/>
        </p:spPr>
        <p:txBody>
          <a:bodyPr vert="horz" wrap="square" lIns="0" tIns="0" rIns="0" bIns="0" rtlCol="0" anchor="ctr"/>
          <a:lstStyle/>
          <a:p>
            <a:pPr algn="l">
              <a:lnSpc>
                <a:spcPct val="13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验证框架合理性</a:t>
            </a:r>
            <a:endParaRPr kumimoji="1" lang="zh-CN" altLang="en-US"/>
          </a:p>
        </p:txBody>
      </p:sp>
      <p:sp>
        <p:nvSpPr>
          <p:cNvPr id="9" name="标题 1"/>
          <p:cNvSpPr txBox="1"/>
          <p:nvPr/>
        </p:nvSpPr>
        <p:spPr>
          <a:xfrm>
            <a:off x="4134178" y="4548577"/>
            <a:ext cx="3238500" cy="923163"/>
          </a:xfrm>
          <a:prstGeom prst="rect">
            <a:avLst/>
          </a:prstGeom>
          <a:noFill/>
          <a:ln>
            <a:noFill/>
          </a:ln>
          <a:effectLst/>
        </p:spPr>
        <p:txBody>
          <a:bodyPr vert="horz" wrap="square" lIns="0" tIns="0" rIns="0" bIns="0" rtlCol="0" anchor="t">
            <a:spAutoFit/>
          </a:bodyPr>
          <a:lstStyle/>
          <a:p>
            <a:pPr algn="l">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确立框架的科学性需经过严格验证。通过邀请物理教育专家进行效度评审，修正了部分指标描述；经真题编码试用后，数据显示该框架能有效区分试题的认知层次，充分证实了其在物理竞赛评价中的适用性与可操作性。</a:t>
            </a:r>
            <a:endParaRPr kumimoji="1" lang="zh-CN" altLang="en-US"/>
          </a:p>
        </p:txBody>
      </p:sp>
      <p:sp>
        <p:nvSpPr>
          <p:cNvPr id="10" name="标题 1"/>
          <p:cNvSpPr txBox="1"/>
          <p:nvPr/>
        </p:nvSpPr>
        <p:spPr>
          <a:xfrm>
            <a:off x="3882178" y="1380577"/>
            <a:ext cx="3744000" cy="2160000"/>
          </a:xfrm>
          <a:prstGeom prst="rect">
            <a:avLst/>
          </a:prstGeom>
          <a:solidFill>
            <a:schemeClr val="bg1"/>
          </a:solidFill>
          <a:ln w="12700" cap="sq">
            <a:solidFill>
              <a:schemeClr val="bg1"/>
            </a:solidFill>
            <a:miter/>
          </a:ln>
          <a:effectLst>
            <a:outerShdw blurRad="381000" dist="127000" dir="5400000" sx="102000" sy="102000" algn="t" rotWithShape="0">
              <a:schemeClr val="accent1">
                <a:lumMod val="40000"/>
                <a:lumOff val="60000"/>
                <a:alpha val="15000"/>
              </a:schemeClr>
            </a:outerShdw>
          </a:effectLst>
        </p:spPr>
        <p:txBody>
          <a:bodyPr vert="horz" wrap="square" lIns="0" tIns="0" rIns="0" bIns="0" rtlCol="0" anchor="t"/>
          <a:lstStyle/>
          <a:p>
            <a:pPr algn="just">
              <a:lnSpc>
                <a:spcPct val="110000"/>
              </a:lnSpc>
            </a:pPr>
            <a:endParaRPr kumimoji="1" lang="zh-CN" altLang="en-US"/>
          </a:p>
        </p:txBody>
      </p:sp>
      <p:sp>
        <p:nvSpPr>
          <p:cNvPr id="11" name="标题 1"/>
          <p:cNvSpPr txBox="1"/>
          <p:nvPr/>
        </p:nvSpPr>
        <p:spPr>
          <a:xfrm>
            <a:off x="3882178" y="1380577"/>
            <a:ext cx="3744000" cy="72000"/>
          </a:xfrm>
          <a:prstGeom prst="rect">
            <a:avLst/>
          </a:prstGeom>
          <a:solidFill>
            <a:schemeClr val="accent1"/>
          </a:solidFill>
          <a:ln cap="sq">
            <a:noFill/>
            <a:prstDash val="solid"/>
            <a:miter/>
          </a:ln>
          <a:effectLst/>
        </p:spPr>
        <p:txBody>
          <a:bodyPr vert="horz" wrap="square" lIns="274320" tIns="0" rIns="182880" bIns="274320" rtlCol="0" anchor="b"/>
          <a:lstStyle/>
          <a:p>
            <a:pPr algn="l">
              <a:lnSpc>
                <a:spcPct val="130000"/>
              </a:lnSpc>
            </a:pPr>
            <a:endParaRPr kumimoji="1" lang="zh-CN" altLang="en-US"/>
          </a:p>
        </p:txBody>
      </p:sp>
      <p:sp>
        <p:nvSpPr>
          <p:cNvPr id="12" name="标题 1"/>
          <p:cNvSpPr txBox="1"/>
          <p:nvPr/>
        </p:nvSpPr>
        <p:spPr>
          <a:xfrm>
            <a:off x="4134178" y="1591358"/>
            <a:ext cx="3240000" cy="576000"/>
          </a:xfrm>
          <a:prstGeom prst="rect">
            <a:avLst/>
          </a:prstGeom>
          <a:noFill/>
          <a:ln>
            <a:noFill/>
          </a:ln>
        </p:spPr>
        <p:txBody>
          <a:bodyPr vert="horz" wrap="square" lIns="0" tIns="0" rIns="0" bIns="0" rtlCol="0" anchor="ctr"/>
          <a:lstStyle/>
          <a:p>
            <a:pPr algn="l">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确定评价指标</a:t>
            </a:r>
            <a:endParaRPr kumimoji="1" lang="zh-CN" altLang="en-US"/>
          </a:p>
        </p:txBody>
      </p:sp>
      <p:sp>
        <p:nvSpPr>
          <p:cNvPr id="13" name="标题 1"/>
          <p:cNvSpPr txBox="1"/>
          <p:nvPr/>
        </p:nvSpPr>
        <p:spPr>
          <a:xfrm>
            <a:off x="4134178" y="2196077"/>
            <a:ext cx="3238500" cy="1384744"/>
          </a:xfrm>
          <a:prstGeom prst="rect">
            <a:avLst/>
          </a:prstGeom>
          <a:noFill/>
          <a:ln>
            <a:noFill/>
          </a:ln>
        </p:spPr>
        <p:txBody>
          <a:bodyPr vert="horz" wrap="square" lIns="0" tIns="0" rIns="0" bIns="0" rtlCol="0" anchor="t">
            <a:spAutoFit/>
          </a:bodyPr>
          <a:lstStyle/>
          <a:p>
            <a:pPr algn="l">
              <a:lnSpc>
                <a:spcPct val="150000"/>
              </a:lnSpc>
            </a:pPr>
            <a:r>
              <a:rPr kumimoji="1" lang="en-US" altLang="zh-CN" sz="1000">
                <a:ln w="12700">
                  <a:noFill/>
                </a:ln>
                <a:solidFill>
                  <a:srgbClr val="262626">
                    <a:alpha val="100000"/>
                  </a:srgbClr>
                </a:solidFill>
                <a:latin typeface="Source Han Sans CN Normal"/>
                <a:ea typeface="Source Han Sans CN Normal"/>
                <a:cs typeface="Source Han Sans CN Normal"/>
              </a:rPr>
              <a:t>基于物理学科核心素养理论，将科学思维解构为模型建构、科学推理、科学论证与质疑创新四个核心维度。针对竞赛试题特点，进一步细化各维度的具体观测指标，如理想化模型的抽象程度、逻辑推演的严密性及批判性思维的呈现方式，从而建立起一套可量化、可操作的试题思维能力评价标准，为后续的深度分析奠定基础。</a:t>
            </a:r>
            <a:endParaRPr kumimoji="1" lang="zh-CN" altLang="en-US"/>
          </a:p>
        </p:txBody>
      </p:sp>
      <p:sp>
        <p:nvSpPr>
          <p:cNvPr id="14"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试题评价框架的具体构建</a:t>
            </a:r>
            <a:endParaRPr kumimoji="1" lang="zh-CN" altLang="en-US"/>
          </a:p>
        </p:txBody>
      </p:sp>
      <p:sp>
        <p:nvSpPr>
          <p:cNvPr id="15"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3400">
                <a:ln w="12700">
                  <a:noFill/>
                </a:ln>
                <a:solidFill>
                  <a:srgbClr val="003C83">
                    <a:alpha val="100000"/>
                  </a:srgbClr>
                </a:solidFill>
                <a:latin typeface="OPPOSans H"/>
                <a:ea typeface="OPPOSans H"/>
                <a:cs typeface="OPPOSans H"/>
              </a:rPr>
              <a:t>第三部分 基于评价框架的第35 - 42届复赛试题评价与分析</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03</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646380" y="1810597"/>
            <a:ext cx="531666" cy="531666"/>
          </a:xfrm>
          <a:prstGeom prst="ellipse">
            <a:avLst/>
          </a:prstGeom>
          <a:solidFill>
            <a:schemeClr val="accent1"/>
          </a:solidFill>
          <a:ln w="12700" cap="sq">
            <a:noFill/>
            <a:miter/>
          </a:ln>
          <a:effectLst>
            <a:outerShdw blurRad="1397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1828377"/>
            <a:ext cx="497840" cy="494432"/>
          </a:xfrm>
          <a:prstGeom prst="rect">
            <a:avLst/>
          </a:prstGeom>
          <a:noFill/>
          <a:ln>
            <a:noFill/>
          </a:ln>
        </p:spPr>
        <p:txBody>
          <a:bodyPr vert="horz" wrap="square" lIns="0" tIns="0" rIns="0" bIns="0" rtlCol="0" anchor="ctr"/>
          <a:lstStyle/>
          <a:p>
            <a:pPr algn="ctr">
              <a:lnSpc>
                <a:spcPct val="150000"/>
              </a:lnSpc>
            </a:pPr>
            <a:r>
              <a:rPr kumimoji="1" lang="en-US" altLang="zh-CN" sz="1800">
                <a:ln w="12700">
                  <a:noFill/>
                </a:ln>
                <a:solidFill>
                  <a:srgbClr val="FFFFFF">
                    <a:alpha val="100000"/>
                  </a:srgbClr>
                </a:solidFill>
                <a:latin typeface="OPPOSans H"/>
                <a:ea typeface="OPPOSans H"/>
                <a:cs typeface="OPPOSans H"/>
              </a:rPr>
              <a:t>01</a:t>
            </a:r>
            <a:endParaRPr kumimoji="1" lang="zh-CN" altLang="en-US"/>
          </a:p>
        </p:txBody>
      </p:sp>
      <p:sp>
        <p:nvSpPr>
          <p:cNvPr id="4" name="标题 1"/>
          <p:cNvSpPr txBox="1"/>
          <p:nvPr/>
        </p:nvSpPr>
        <p:spPr>
          <a:xfrm>
            <a:off x="6275020" y="1810597"/>
            <a:ext cx="531666" cy="531666"/>
          </a:xfrm>
          <a:prstGeom prst="ellipse">
            <a:avLst/>
          </a:prstGeom>
          <a:solidFill>
            <a:schemeClr val="accent1"/>
          </a:solidFill>
          <a:ln w="12700" cap="sq">
            <a:noFill/>
            <a:miter/>
          </a:ln>
          <a:effectLst>
            <a:outerShdw blurRad="1397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89040" y="1828377"/>
            <a:ext cx="497840" cy="494432"/>
          </a:xfrm>
          <a:prstGeom prst="rect">
            <a:avLst/>
          </a:prstGeom>
          <a:noFill/>
          <a:ln>
            <a:noFill/>
          </a:ln>
        </p:spPr>
        <p:txBody>
          <a:bodyPr vert="horz" wrap="square" lIns="0" tIns="0" rIns="0" bIns="0" rtlCol="0" anchor="ctr"/>
          <a:lstStyle/>
          <a:p>
            <a:pPr algn="ctr">
              <a:lnSpc>
                <a:spcPct val="150000"/>
              </a:lnSpc>
            </a:pPr>
            <a:r>
              <a:rPr kumimoji="1" lang="en-US" altLang="zh-CN" sz="1800">
                <a:ln w="12700">
                  <a:noFill/>
                </a:ln>
                <a:solidFill>
                  <a:srgbClr val="FFFFFF">
                    <a:alpha val="100000"/>
                  </a:srgbClr>
                </a:solidFill>
                <a:latin typeface="OPPOSans H"/>
                <a:ea typeface="OPPOSans H"/>
                <a:cs typeface="OPPOSans H"/>
              </a:rPr>
              <a:t>02</a:t>
            </a:r>
            <a:endParaRPr kumimoji="1" lang="zh-CN" altLang="en-US"/>
          </a:p>
        </p:txBody>
      </p:sp>
      <p:sp>
        <p:nvSpPr>
          <p:cNvPr id="6" name="标题 1"/>
          <p:cNvSpPr txBox="1"/>
          <p:nvPr/>
        </p:nvSpPr>
        <p:spPr>
          <a:xfrm rot="5400000">
            <a:off x="10079780" y="4796580"/>
            <a:ext cx="142240" cy="27360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6403620" y="4057832"/>
            <a:ext cx="5338800" cy="2090420"/>
          </a:xfrm>
          <a:prstGeom prst="rect">
            <a:avLst/>
          </a:prstGeom>
          <a:solidFill>
            <a:schemeClr val="bg1"/>
          </a:solidFill>
          <a:ln w="12700" cap="sq">
            <a:noFill/>
            <a:miter/>
          </a:ln>
          <a:effectLst>
            <a:outerShdw blurRad="127000" dist="38100" dir="5400000" algn="t" rotWithShape="0">
              <a:schemeClr val="tx1">
                <a:lumMod val="85000"/>
                <a:lumOff val="15000"/>
                <a:alpha val="25000"/>
              </a:schemeClr>
            </a:outerShdw>
          </a:effectLst>
        </p:spPr>
        <p:txBody>
          <a:bodyPr vert="horz" wrap="square" lIns="91440" tIns="45720" rIns="91440" bIns="45720" rtlCol="0" anchor="ctr"/>
          <a:lstStyle/>
          <a:p>
            <a:pPr algn="ctr">
              <a:lnSpc>
                <a:spcPct val="110000"/>
              </a:lnSpc>
            </a:pPr>
            <a:endParaRPr kumimoji="1" lang="zh-CN" altLang="en-US"/>
          </a:p>
        </p:txBody>
      </p:sp>
      <p:pic>
        <p:nvPicPr>
          <p:cNvPr id="8" name="图片"/>
          <p:cNvPicPr>
            <a:picLocks noChangeAspect="1"/>
          </p:cNvPicPr>
          <p:nvPr/>
        </p:nvPicPr>
        <p:blipFill>
          <a:blip r:embed="rId1">
            <a:alphaModFix amt="100000"/>
          </a:blip>
          <a:srcRect t="15078" b="15078"/>
          <a:stretch>
            <a:fillRect/>
          </a:stretch>
        </p:blipFill>
        <p:spPr>
          <a:xfrm>
            <a:off x="6402070" y="4057832"/>
            <a:ext cx="5340350" cy="2090420"/>
          </a:xfrm>
          <a:custGeom>
            <a:avLst/>
            <a:gdLst/>
            <a:ahLst/>
            <a:cxnLst/>
            <a:rect l="l" t="t" r="r" b="b"/>
            <a:pathLst>
              <a:path w="5340350" h="2090420">
                <a:moveTo>
                  <a:pt x="0" y="0"/>
                </a:moveTo>
                <a:lnTo>
                  <a:pt x="5340350" y="0"/>
                </a:lnTo>
                <a:lnTo>
                  <a:pt x="5340350" y="2090420"/>
                </a:lnTo>
                <a:lnTo>
                  <a:pt x="0" y="2090420"/>
                </a:lnTo>
                <a:close/>
              </a:path>
            </a:pathLst>
          </a:custGeom>
          <a:noFill/>
          <a:ln>
            <a:noFill/>
          </a:ln>
        </p:spPr>
      </p:pic>
      <p:sp>
        <p:nvSpPr>
          <p:cNvPr id="9" name="标题 1"/>
          <p:cNvSpPr txBox="1"/>
          <p:nvPr/>
        </p:nvSpPr>
        <p:spPr>
          <a:xfrm rot="5400000">
            <a:off x="6843123" y="3207842"/>
            <a:ext cx="504613" cy="170688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10800000">
            <a:off x="7228631" y="4271329"/>
            <a:ext cx="335852" cy="148864"/>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7499500" y="3942494"/>
            <a:ext cx="228178" cy="206870"/>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6483500" y="3931840"/>
            <a:ext cx="228178" cy="228178"/>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7013346" y="3946008"/>
            <a:ext cx="184486" cy="199842"/>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660400" y="4166809"/>
            <a:ext cx="531666" cy="531666"/>
          </a:xfrm>
          <a:prstGeom prst="ellipse">
            <a:avLst/>
          </a:prstGeom>
          <a:solidFill>
            <a:schemeClr val="accent1"/>
          </a:solidFill>
          <a:ln w="12700" cap="sq">
            <a:noFill/>
            <a:miter/>
          </a:ln>
          <a:effectLst>
            <a:outerShdw blurRad="139700" dist="38100" dir="5400000" algn="t" rotWithShape="0">
              <a:schemeClr val="accent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674420" y="4184589"/>
            <a:ext cx="497840" cy="494432"/>
          </a:xfrm>
          <a:prstGeom prst="rect">
            <a:avLst/>
          </a:prstGeom>
          <a:noFill/>
          <a:ln>
            <a:noFill/>
          </a:ln>
        </p:spPr>
        <p:txBody>
          <a:bodyPr vert="horz" wrap="square" lIns="0" tIns="0" rIns="0" bIns="0" rtlCol="0" anchor="ctr"/>
          <a:lstStyle/>
          <a:p>
            <a:pPr algn="ctr">
              <a:lnSpc>
                <a:spcPct val="150000"/>
              </a:lnSpc>
            </a:pPr>
            <a:r>
              <a:rPr kumimoji="1" lang="en-US" altLang="zh-CN" sz="1800">
                <a:ln w="12700">
                  <a:noFill/>
                </a:ln>
                <a:solidFill>
                  <a:srgbClr val="FFFFFF">
                    <a:alpha val="100000"/>
                  </a:srgbClr>
                </a:solidFill>
                <a:latin typeface="OPPOSans H"/>
                <a:ea typeface="OPPOSans H"/>
                <a:cs typeface="OPPOSans H"/>
              </a:rPr>
              <a:t>03</a:t>
            </a:r>
            <a:endParaRPr kumimoji="1" lang="zh-CN" altLang="en-US"/>
          </a:p>
        </p:txBody>
      </p:sp>
      <p:sp>
        <p:nvSpPr>
          <p:cNvPr id="16" name="标题 1"/>
          <p:cNvSpPr txBox="1"/>
          <p:nvPr/>
        </p:nvSpPr>
        <p:spPr>
          <a:xfrm>
            <a:off x="1391920" y="2316480"/>
            <a:ext cx="4445000" cy="1384745"/>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对第35至42届复赛试题的统计分析表明，力学与电磁学仍是考查核心，热学、光学及近代物理的占比显著提升。试题情境复杂度持续攀升，高频出现多过程耦合与非线性系统。命题趋势已由单一模型转向综合探究，极度重视学生在复杂情境下提取信息与构建模型的能力。</a:t>
            </a:r>
            <a:endParaRPr kumimoji="1" lang="zh-CN" altLang="en-US"/>
          </a:p>
        </p:txBody>
      </p:sp>
      <p:sp>
        <p:nvSpPr>
          <p:cNvPr id="17" name="标题 1"/>
          <p:cNvSpPr txBox="1"/>
          <p:nvPr/>
        </p:nvSpPr>
        <p:spPr>
          <a:xfrm>
            <a:off x="1391920" y="1798320"/>
            <a:ext cx="4450080" cy="447040"/>
          </a:xfrm>
          <a:prstGeom prst="rect">
            <a:avLst/>
          </a:prstGeom>
          <a:noFill/>
          <a:ln>
            <a:noFill/>
          </a:ln>
        </p:spPr>
        <p:txBody>
          <a:bodyPr vert="horz" wrap="square" lIns="0" tIns="0" rIns="0" bIns="0" rtlCol="0" anchor="b"/>
          <a:lstStyle/>
          <a:p>
            <a:pPr algn="l">
              <a:lnSpc>
                <a:spcPct val="15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知识点分布评价</a:t>
            </a:r>
            <a:endParaRPr kumimoji="1" lang="zh-CN" altLang="en-US"/>
          </a:p>
        </p:txBody>
      </p:sp>
      <p:sp>
        <p:nvSpPr>
          <p:cNvPr id="18" name="标题 1"/>
          <p:cNvSpPr txBox="1"/>
          <p:nvPr/>
        </p:nvSpPr>
        <p:spPr>
          <a:xfrm>
            <a:off x="1391920" y="4671060"/>
            <a:ext cx="4445000" cy="1384745"/>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对第35至42届复赛试题的统计分析表明，模型建构与科学推理是考查频率最高的两个思维要素，且呈现逐年上升趋势，体现了命题对学生抽象概括与逻辑演绎能力的深度侧重。科学论证与质疑创新类试题占比虽低，但在近年命题中权重有所提升，反映出竞赛对学生批判性思维与创新意识的重视程度正在增加。</a:t>
            </a:r>
            <a:endParaRPr kumimoji="1" lang="zh-CN" altLang="en-US"/>
          </a:p>
        </p:txBody>
      </p:sp>
      <p:sp>
        <p:nvSpPr>
          <p:cNvPr id="19" name="标题 1"/>
          <p:cNvSpPr txBox="1"/>
          <p:nvPr/>
        </p:nvSpPr>
        <p:spPr>
          <a:xfrm>
            <a:off x="1391920" y="4152900"/>
            <a:ext cx="4450080" cy="447040"/>
          </a:xfrm>
          <a:prstGeom prst="rect">
            <a:avLst/>
          </a:prstGeom>
          <a:noFill/>
          <a:ln>
            <a:noFill/>
          </a:ln>
        </p:spPr>
        <p:txBody>
          <a:bodyPr vert="horz" wrap="square" lIns="0" tIns="0" rIns="0" bIns="0" rtlCol="0" anchor="b"/>
          <a:lstStyle/>
          <a:p>
            <a:pPr algn="l">
              <a:lnSpc>
                <a:spcPct val="15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思维要素统计</a:t>
            </a:r>
            <a:endParaRPr kumimoji="1" lang="zh-CN" altLang="en-US"/>
          </a:p>
        </p:txBody>
      </p:sp>
      <p:sp>
        <p:nvSpPr>
          <p:cNvPr id="20" name="标题 1"/>
          <p:cNvSpPr txBox="1"/>
          <p:nvPr/>
        </p:nvSpPr>
        <p:spPr>
          <a:xfrm>
            <a:off x="7068820" y="2316480"/>
            <a:ext cx="4445000" cy="1107796"/>
          </a:xfrm>
          <a:prstGeom prst="rect">
            <a:avLst/>
          </a:prstGeom>
          <a:noFill/>
          <a:ln>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借助SOLO分类理论纵向剖析可见，试题思维深度呈显著进阶态势。早期命题多停留于多点结构，侧重公式机械调用；近年试题则大幅向关联结构及抽象拓展结构跃迁，凸显命题风格向跨模块知识整合与非线性复杂系统逻辑推演的深度演变。</a:t>
            </a:r>
            <a:endParaRPr kumimoji="1" lang="zh-CN" altLang="en-US"/>
          </a:p>
        </p:txBody>
      </p:sp>
      <p:sp>
        <p:nvSpPr>
          <p:cNvPr id="21" name="标题 1"/>
          <p:cNvSpPr txBox="1"/>
          <p:nvPr/>
        </p:nvSpPr>
        <p:spPr>
          <a:xfrm>
            <a:off x="7068820" y="1798320"/>
            <a:ext cx="4450080" cy="447040"/>
          </a:xfrm>
          <a:prstGeom prst="rect">
            <a:avLst/>
          </a:prstGeom>
          <a:noFill/>
          <a:ln>
            <a:noFill/>
          </a:ln>
        </p:spPr>
        <p:txBody>
          <a:bodyPr vert="horz" wrap="square" lIns="0" tIns="0" rIns="0" bIns="0" rtlCol="0" anchor="b"/>
          <a:lstStyle/>
          <a:p>
            <a:pPr algn="l">
              <a:lnSpc>
                <a:spcPct val="15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思维深度分析</a:t>
            </a:r>
            <a:endParaRPr kumimoji="1" lang="zh-CN" altLang="en-US"/>
          </a:p>
        </p:txBody>
      </p:sp>
      <p:sp>
        <p:nvSpPr>
          <p:cNvPr id="22"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利用框架进行总体评价与统计</a:t>
            </a:r>
            <a:endParaRPr kumimoji="1" lang="zh-CN" altLang="en-US"/>
          </a:p>
        </p:txBody>
      </p:sp>
      <p:sp>
        <p:nvSpPr>
          <p:cNvPr id="23"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4"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pic>
        <p:nvPicPr>
          <p:cNvPr id="2" name="图片"/>
          <p:cNvPicPr>
            <a:picLocks noChangeAspect="1"/>
          </p:cNvPicPr>
          <p:nvPr/>
        </p:nvPicPr>
        <p:blipFill>
          <a:blip r:embed="rId1">
            <a:alphaModFix amt="100000"/>
          </a:blip>
          <a:srcRect t="7332" b="7332"/>
          <a:stretch>
            <a:fillRect/>
          </a:stretch>
        </p:blipFill>
        <p:spPr>
          <a:xfrm>
            <a:off x="6546600" y="1589587"/>
            <a:ext cx="4140000" cy="1980000"/>
          </a:xfrm>
          <a:custGeom>
            <a:avLst/>
            <a:gdLst/>
            <a:ahLst/>
            <a:cxnLst/>
            <a:rect l="l" t="t" r="r" b="b"/>
            <a:pathLst>
              <a:path w="4140000" h="1980000">
                <a:moveTo>
                  <a:pt x="0" y="0"/>
                </a:moveTo>
                <a:lnTo>
                  <a:pt x="4140000" y="0"/>
                </a:lnTo>
                <a:lnTo>
                  <a:pt x="4140000" y="1980000"/>
                </a:lnTo>
                <a:lnTo>
                  <a:pt x="0" y="1980000"/>
                </a:lnTo>
                <a:lnTo>
                  <a:pt x="0" y="0"/>
                </a:lnTo>
                <a:close/>
              </a:path>
            </a:pathLst>
          </a:custGeom>
          <a:noFill/>
          <a:ln>
            <a:noFill/>
          </a:ln>
        </p:spPr>
      </p:pic>
      <p:pic>
        <p:nvPicPr>
          <p:cNvPr id="3" name="图片"/>
          <p:cNvPicPr>
            <a:picLocks noChangeAspect="1"/>
          </p:cNvPicPr>
          <p:nvPr/>
        </p:nvPicPr>
        <p:blipFill>
          <a:blip r:embed="rId2">
            <a:alphaModFix amt="100000"/>
          </a:blip>
          <a:srcRect t="7332" b="7332"/>
          <a:stretch>
            <a:fillRect/>
          </a:stretch>
        </p:blipFill>
        <p:spPr>
          <a:xfrm>
            <a:off x="7378900" y="3694812"/>
            <a:ext cx="4140000" cy="1980000"/>
          </a:xfrm>
          <a:custGeom>
            <a:avLst/>
            <a:gdLst/>
            <a:ahLst/>
            <a:cxnLst/>
            <a:rect l="l" t="t" r="r" b="b"/>
            <a:pathLst>
              <a:path w="4140000" h="1980000">
                <a:moveTo>
                  <a:pt x="0" y="0"/>
                </a:moveTo>
                <a:lnTo>
                  <a:pt x="4140000" y="0"/>
                </a:lnTo>
                <a:lnTo>
                  <a:pt x="4140000" y="1980000"/>
                </a:lnTo>
                <a:lnTo>
                  <a:pt x="0" y="1980000"/>
                </a:lnTo>
                <a:lnTo>
                  <a:pt x="0" y="0"/>
                </a:lnTo>
                <a:close/>
              </a:path>
            </a:pathLst>
          </a:custGeom>
          <a:noFill/>
          <a:ln>
            <a:noFill/>
          </a:ln>
        </p:spPr>
      </p:pic>
      <p:sp>
        <p:nvSpPr>
          <p:cNvPr id="4" name="标题 1"/>
          <p:cNvSpPr txBox="1"/>
          <p:nvPr/>
        </p:nvSpPr>
        <p:spPr>
          <a:xfrm>
            <a:off x="804401" y="1319051"/>
            <a:ext cx="5058000" cy="432000"/>
          </a:xfrm>
          <a:prstGeom prst="rect">
            <a:avLst/>
          </a:prstGeom>
          <a:solidFill>
            <a:schemeClr val="bg1">
              <a:lumMod val="95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5" name="标题 1"/>
          <p:cNvSpPr txBox="1"/>
          <p:nvPr/>
        </p:nvSpPr>
        <p:spPr>
          <a:xfrm>
            <a:off x="660401" y="1319051"/>
            <a:ext cx="144000" cy="432000"/>
          </a:xfrm>
          <a:prstGeom prst="rect">
            <a:avLst/>
          </a:prstGeom>
          <a:solidFill>
            <a:schemeClr val="accent1"/>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6" name="标题 1"/>
          <p:cNvSpPr txBox="1"/>
          <p:nvPr/>
        </p:nvSpPr>
        <p:spPr>
          <a:xfrm>
            <a:off x="948400" y="1373051"/>
            <a:ext cx="4768587" cy="324000"/>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模型建构试题分析</a:t>
            </a:r>
            <a:endParaRPr kumimoji="1" lang="zh-CN" altLang="en-US"/>
          </a:p>
        </p:txBody>
      </p:sp>
      <p:sp>
        <p:nvSpPr>
          <p:cNvPr id="7" name="标题 1"/>
          <p:cNvSpPr txBox="1"/>
          <p:nvPr/>
        </p:nvSpPr>
        <p:spPr>
          <a:xfrm>
            <a:off x="894401" y="1843149"/>
            <a:ext cx="4965700" cy="880082"/>
          </a:xfrm>
          <a:prstGeom prst="rect">
            <a:avLst/>
          </a:prstGeom>
          <a:noFill/>
          <a:ln>
            <a:noFill/>
          </a:ln>
        </p:spPr>
        <p:txBody>
          <a:bodyPr vert="horz" wrap="square" lIns="0" tIns="0" rIns="0" bIns="0" rtlCol="0" anchor="t">
            <a:spAutoFit/>
          </a:bodyPr>
          <a:lstStyle/>
          <a:p>
            <a:pPr algn="l">
              <a:lnSpc>
                <a:spcPct val="130000"/>
              </a:lnSpc>
            </a:pPr>
            <a:r>
              <a:rPr kumimoji="1" lang="en-US" altLang="zh-CN" sz="1100">
                <a:ln w="12700">
                  <a:noFill/>
                </a:ln>
                <a:solidFill>
                  <a:srgbClr val="595959">
                    <a:alpha val="100000"/>
                  </a:srgbClr>
                </a:solidFill>
                <a:latin typeface="Source Han Sans CN Normal"/>
                <a:ea typeface="Source Han Sans CN Normal"/>
                <a:cs typeface="Source Han Sans CN Normal"/>
              </a:rPr>
              <a:t>聚焦第35至42届复赛中涉及非线性系统与多体耦合的典型试题分析，此类题目显著侧重于考查学生的抽象建模能力。解题者需从复杂物理情境中剥离非本质因素，通过理想化假设构建质点或刚体模型，将实际问题转化为数学表述，这一过程深刻检验了对物理本质的洞察力及模型迁移能力。</a:t>
            </a:r>
            <a:endParaRPr kumimoji="1" lang="zh-CN" altLang="en-US"/>
          </a:p>
        </p:txBody>
      </p:sp>
      <p:sp>
        <p:nvSpPr>
          <p:cNvPr id="8" name="标题 1"/>
          <p:cNvSpPr txBox="1"/>
          <p:nvPr/>
        </p:nvSpPr>
        <p:spPr>
          <a:xfrm>
            <a:off x="804401" y="2930427"/>
            <a:ext cx="5058000" cy="432000"/>
          </a:xfrm>
          <a:prstGeom prst="rect">
            <a:avLst/>
          </a:prstGeom>
          <a:solidFill>
            <a:schemeClr val="bg1">
              <a:lumMod val="95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9" name="标题 1"/>
          <p:cNvSpPr txBox="1"/>
          <p:nvPr/>
        </p:nvSpPr>
        <p:spPr>
          <a:xfrm>
            <a:off x="660401" y="2930427"/>
            <a:ext cx="144000" cy="432000"/>
          </a:xfrm>
          <a:prstGeom prst="rect">
            <a:avLst/>
          </a:prstGeom>
          <a:solidFill>
            <a:schemeClr val="accent2"/>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10" name="标题 1"/>
          <p:cNvSpPr txBox="1"/>
          <p:nvPr/>
        </p:nvSpPr>
        <p:spPr>
          <a:xfrm>
            <a:off x="948400" y="2984427"/>
            <a:ext cx="4768587" cy="324000"/>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科学推理试题分析</a:t>
            </a:r>
            <a:endParaRPr kumimoji="1" lang="zh-CN" altLang="en-US"/>
          </a:p>
        </p:txBody>
      </p:sp>
      <p:sp>
        <p:nvSpPr>
          <p:cNvPr id="11" name="标题 1"/>
          <p:cNvSpPr txBox="1"/>
          <p:nvPr/>
        </p:nvSpPr>
        <p:spPr>
          <a:xfrm>
            <a:off x="894401" y="3444572"/>
            <a:ext cx="4965700" cy="880082"/>
          </a:xfrm>
          <a:prstGeom prst="rect">
            <a:avLst/>
          </a:prstGeom>
          <a:noFill/>
          <a:ln>
            <a:noFill/>
          </a:ln>
        </p:spPr>
        <p:txBody>
          <a:bodyPr vert="horz" wrap="square" lIns="0" tIns="0" rIns="0" bIns="0" rtlCol="0" anchor="t">
            <a:spAutoFit/>
          </a:bodyPr>
          <a:lstStyle/>
          <a:p>
            <a:pPr algn="l">
              <a:lnSpc>
                <a:spcPct val="130000"/>
              </a:lnSpc>
            </a:pPr>
            <a:r>
              <a:rPr kumimoji="1" lang="en-US" altLang="zh-CN" sz="1100">
                <a:ln w="12700">
                  <a:noFill/>
                </a:ln>
                <a:solidFill>
                  <a:srgbClr val="595959">
                    <a:alpha val="100000"/>
                  </a:srgbClr>
                </a:solidFill>
                <a:latin typeface="Source Han Sans CN Normal"/>
                <a:ea typeface="Source Han Sans CN Normal"/>
                <a:cs typeface="Source Han Sans CN Normal"/>
              </a:rPr>
              <a:t>科学推理类试题着重考察逻辑演绎与数学工具的综合运用。面对多体耦合或非线性系统，解题者需熟练运用微积分、微分方程等手段进行定量分析，并在复杂物理过程中厘清变量间的因果关系，实现从单一规律调用向跨模块整合的逻辑跃迁。</a:t>
            </a:r>
            <a:endParaRPr kumimoji="1" lang="zh-CN" altLang="en-US"/>
          </a:p>
        </p:txBody>
      </p:sp>
      <p:sp>
        <p:nvSpPr>
          <p:cNvPr id="12" name="标题 1"/>
          <p:cNvSpPr txBox="1"/>
          <p:nvPr/>
        </p:nvSpPr>
        <p:spPr>
          <a:xfrm>
            <a:off x="804401" y="4530629"/>
            <a:ext cx="5058000" cy="432000"/>
          </a:xfrm>
          <a:prstGeom prst="rect">
            <a:avLst/>
          </a:prstGeom>
          <a:solidFill>
            <a:schemeClr val="bg1">
              <a:lumMod val="95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13" name="标题 1"/>
          <p:cNvSpPr txBox="1"/>
          <p:nvPr/>
        </p:nvSpPr>
        <p:spPr>
          <a:xfrm>
            <a:off x="660401" y="4530629"/>
            <a:ext cx="144000" cy="432000"/>
          </a:xfrm>
          <a:prstGeom prst="rect">
            <a:avLst/>
          </a:prstGeom>
          <a:solidFill>
            <a:schemeClr val="accent3"/>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14" name="标题 1"/>
          <p:cNvSpPr txBox="1"/>
          <p:nvPr/>
        </p:nvSpPr>
        <p:spPr>
          <a:xfrm>
            <a:off x="948400" y="4584629"/>
            <a:ext cx="4768587" cy="324000"/>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262626">
                    <a:alpha val="100000"/>
                  </a:srgbClr>
                </a:solidFill>
                <a:latin typeface="Source Han Sans CN Bold Bold"/>
                <a:ea typeface="Source Han Sans CN Bold Bold"/>
                <a:cs typeface="Source Han Sans CN Bold Bold"/>
              </a:rPr>
              <a:t>论证创新试题分析</a:t>
            </a:r>
            <a:endParaRPr kumimoji="1" lang="zh-CN" altLang="en-US"/>
          </a:p>
        </p:txBody>
      </p:sp>
      <p:sp>
        <p:nvSpPr>
          <p:cNvPr id="15" name="标题 1"/>
          <p:cNvSpPr txBox="1"/>
          <p:nvPr/>
        </p:nvSpPr>
        <p:spPr>
          <a:xfrm>
            <a:off x="894401" y="5045349"/>
            <a:ext cx="4965700" cy="880082"/>
          </a:xfrm>
          <a:prstGeom prst="rect">
            <a:avLst/>
          </a:prstGeom>
          <a:noFill/>
          <a:ln>
            <a:noFill/>
          </a:ln>
        </p:spPr>
        <p:txBody>
          <a:bodyPr vert="horz" wrap="square" lIns="0" tIns="0" rIns="0" bIns="0" rtlCol="0" anchor="t">
            <a:spAutoFit/>
          </a:bodyPr>
          <a:lstStyle/>
          <a:p>
            <a:pPr algn="l">
              <a:lnSpc>
                <a:spcPct val="130000"/>
              </a:lnSpc>
            </a:pPr>
            <a:r>
              <a:rPr kumimoji="1" lang="en-US" altLang="zh-CN" sz="1100">
                <a:ln w="12700">
                  <a:noFill/>
                </a:ln>
                <a:solidFill>
                  <a:srgbClr val="595959">
                    <a:alpha val="100000"/>
                  </a:srgbClr>
                </a:solidFill>
                <a:latin typeface="Source Han Sans CN Normal"/>
                <a:ea typeface="Source Han Sans CN Normal"/>
                <a:cs typeface="Source Han Sans CN Normal"/>
              </a:rPr>
              <a:t>此类试题重点考察考生评估证据、构建逻辑链条及反思假设的能力。命题常通过设置理论佯谬或开放性情境，促使考生审视物理模型边界，在论证过程中展现批判性思维，并鼓励学生打破常规路径进行独创性表达，体现了对高阶科学探究素养的深度追求。</a:t>
            </a:r>
            <a:endParaRPr kumimoji="1" lang="zh-CN" altLang="en-US"/>
          </a:p>
        </p:txBody>
      </p:sp>
      <p:sp>
        <p:nvSpPr>
          <p:cNvPr id="16" name="标题 1"/>
          <p:cNvSpPr txBox="1"/>
          <p:nvPr/>
        </p:nvSpPr>
        <p:spPr>
          <a:xfrm>
            <a:off x="10798900" y="2849587"/>
            <a:ext cx="720000" cy="720000"/>
          </a:xfrm>
          <a:prstGeom prst="rect">
            <a:avLst/>
          </a:prstGeom>
          <a:solidFill>
            <a:schemeClr val="accent1"/>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17" name="标题 1"/>
          <p:cNvSpPr txBox="1"/>
          <p:nvPr/>
        </p:nvSpPr>
        <p:spPr>
          <a:xfrm>
            <a:off x="6546600" y="4954812"/>
            <a:ext cx="720000" cy="720000"/>
          </a:xfrm>
          <a:prstGeom prst="rect">
            <a:avLst/>
          </a:prstGeom>
          <a:solidFill>
            <a:schemeClr val="accent1">
              <a:lumMod val="20000"/>
              <a:lumOff val="80000"/>
            </a:schemeClr>
          </a:solidFill>
          <a:ln w="12700" cap="sq">
            <a:noFill/>
            <a:miter/>
          </a:ln>
          <a:effectLst/>
        </p:spPr>
        <p:txBody>
          <a:bodyPr vert="horz" wrap="square" lIns="0" tIns="0" rIns="0" bIns="0" rtlCol="0" anchor="ctr"/>
          <a:lstStyle/>
          <a:p>
            <a:pPr algn="ctr">
              <a:lnSpc>
                <a:spcPct val="110000"/>
              </a:lnSpc>
            </a:pPr>
            <a:endParaRPr kumimoji="1" lang="zh-CN" altLang="en-US"/>
          </a:p>
        </p:txBody>
      </p:sp>
      <p:sp>
        <p:nvSpPr>
          <p:cNvPr id="18"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利用框架对典型试题的深入评价</a:t>
            </a:r>
            <a:endParaRPr kumimoji="1" lang="zh-CN" altLang="en-US"/>
          </a:p>
        </p:txBody>
      </p:sp>
      <p:sp>
        <p:nvSpPr>
          <p:cNvPr id="19"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V="1">
            <a:off x="738690" y="1468378"/>
            <a:ext cx="5164681" cy="4400837"/>
          </a:xfrm>
          <a:prstGeom prst="roundRect">
            <a:avLst>
              <a:gd name="adj" fmla="val 4437"/>
            </a:avLst>
          </a:prstGeom>
          <a:gradFill>
            <a:gsLst>
              <a:gs pos="0">
                <a:schemeClr val="accent1">
                  <a:lumMod val="20000"/>
                  <a:lumOff val="80000"/>
                </a:schemeClr>
              </a:gs>
              <a:gs pos="37000">
                <a:schemeClr val="bg1"/>
              </a:gs>
            </a:gsLst>
            <a:lin ang="16200000" scaled="1"/>
          </a:gradFill>
          <a:ln w="12700" cap="sq">
            <a:gradFill>
              <a:gsLst>
                <a:gs pos="0">
                  <a:schemeClr val="accent1">
                    <a:lumMod val="20000"/>
                    <a:lumOff val="80000"/>
                    <a:alpha val="0"/>
                  </a:schemeClr>
                </a:gs>
                <a:gs pos="100000">
                  <a:schemeClr val="accent1">
                    <a:alpha val="100000"/>
                  </a:schemeClr>
                </a:gs>
              </a:gsLst>
              <a:lin ang="5400000" scaled="1"/>
            </a:gradFill>
            <a:prstDash val="solid"/>
            <a:miter/>
          </a:ln>
          <a:effectLst/>
        </p:spPr>
        <p:txBody>
          <a:bodyPr vert="horz" wrap="square" lIns="91440" tIns="45720" rIns="91440" bIns="45720" rtlCol="0" anchor="ctr"/>
          <a:lstStyle/>
          <a:p>
            <a:pPr algn="l">
              <a:lnSpc>
                <a:spcPct val="100000"/>
              </a:lnSpc>
            </a:pPr>
            <a:endParaRPr kumimoji="1" lang="zh-CN" altLang="en-US"/>
          </a:p>
        </p:txBody>
      </p:sp>
      <p:sp>
        <p:nvSpPr>
          <p:cNvPr id="3" name="标题 1"/>
          <p:cNvSpPr txBox="1"/>
          <p:nvPr/>
        </p:nvSpPr>
        <p:spPr>
          <a:xfrm>
            <a:off x="1065315" y="4417406"/>
            <a:ext cx="4511431" cy="1869094"/>
          </a:xfrm>
          <a:prstGeom prst="roundRect">
            <a:avLst>
              <a:gd name="adj" fmla="val 12262"/>
            </a:avLst>
          </a:prstGeom>
          <a:solidFill>
            <a:schemeClr val="accent1">
              <a:lumMod val="60000"/>
              <a:lumOff val="40000"/>
            </a:schemeClr>
          </a:solidFill>
          <a:ln w="114300" cap="sq">
            <a:solidFill>
              <a:schemeClr val="accent1">
                <a:lumMod val="60000"/>
                <a:lumOff val="40000"/>
              </a:schemeClr>
            </a:solidFill>
            <a:prstDash val="solid"/>
            <a:miter/>
          </a:ln>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1072866" y="1578956"/>
            <a:ext cx="4496328" cy="652640"/>
          </a:xfrm>
          <a:prstGeom prst="rect">
            <a:avLst/>
          </a:prstGeom>
          <a:noFill/>
          <a:ln>
            <a:noFill/>
          </a:ln>
        </p:spPr>
        <p:txBody>
          <a:bodyPr vert="horz" wrap="square" lIns="0" tIns="0" rIns="0" bIns="0" rtlCol="0" anchor="b"/>
          <a:lstStyle/>
          <a:p>
            <a:pPr algn="ctr">
              <a:lnSpc>
                <a:spcPct val="130000"/>
              </a:lnSpc>
            </a:pPr>
            <a:r>
              <a:rPr kumimoji="1" lang="en-US" altLang="zh-CN" sz="2000">
                <a:ln w="12700">
                  <a:noFill/>
                </a:ln>
                <a:solidFill>
                  <a:srgbClr val="000000">
                    <a:alpha val="100000"/>
                  </a:srgbClr>
                </a:solidFill>
                <a:latin typeface="Source Han Sans CN Bold Bold"/>
                <a:ea typeface="Source Han Sans CN Bold Bold"/>
                <a:cs typeface="Source Han Sans CN Bold Bold"/>
              </a:rPr>
              <a:t>命题规律总结</a:t>
            </a:r>
            <a:endParaRPr kumimoji="1" lang="zh-CN" altLang="en-US"/>
          </a:p>
        </p:txBody>
      </p:sp>
      <p:cxnSp>
        <p:nvCxnSpPr>
          <p:cNvPr id="5" name="线条 1"/>
          <p:cNvCxnSpPr/>
          <p:nvPr/>
        </p:nvCxnSpPr>
        <p:spPr>
          <a:xfrm>
            <a:off x="907967" y="2383365"/>
            <a:ext cx="4826126" cy="0"/>
          </a:xfrm>
          <a:prstGeom prst="line">
            <a:avLst/>
          </a:prstGeom>
          <a:noFill/>
          <a:ln w="12700" cap="sq">
            <a:solidFill>
              <a:schemeClr val="accent1">
                <a:alpha val="50000"/>
              </a:schemeClr>
            </a:solidFill>
            <a:prstDash val="solid"/>
            <a:miter/>
          </a:ln>
        </p:spPr>
      </p:cxnSp>
      <p:sp>
        <p:nvSpPr>
          <p:cNvPr id="6" name="标题 1"/>
          <p:cNvSpPr txBox="1"/>
          <p:nvPr/>
        </p:nvSpPr>
        <p:spPr>
          <a:xfrm>
            <a:off x="1065315" y="2508904"/>
            <a:ext cx="4508500" cy="1800168"/>
          </a:xfrm>
          <a:prstGeom prst="rect">
            <a:avLst/>
          </a:prstGeom>
          <a:noFill/>
          <a:ln>
            <a:noFill/>
          </a:ln>
        </p:spPr>
        <p:txBody>
          <a:bodyPr vert="horz" wrap="square" lIns="0" tIns="0" rIns="0" bIns="0" rtlCol="0" anchor="t">
            <a:spAutoFit/>
          </a:bodyPr>
          <a:lstStyle/>
          <a:p>
            <a:pPr algn="ctr">
              <a:lnSpc>
                <a:spcPct val="150000"/>
              </a:lnSpc>
            </a:pPr>
            <a:r>
              <a:rPr kumimoji="1" lang="en-US" altLang="zh-CN" sz="1300">
                <a:ln w="12700">
                  <a:noFill/>
                </a:ln>
                <a:solidFill>
                  <a:srgbClr val="000000">
                    <a:alpha val="100000"/>
                  </a:srgbClr>
                </a:solidFill>
                <a:latin typeface="Source Han Sans CN Normal"/>
                <a:ea typeface="Source Han Sans CN Normal"/>
                <a:cs typeface="Source Han Sans CN Normal"/>
              </a:rPr>
              <a:t>第35届至第42届复赛试题呈现出从知识立意向能力立意转化的显著趋势。命题者愈发注重情境的复杂性与开放性，倾向于考查学生在非线性系统中的抽象拓展思维。试题思维深度普遍达到关联结构及以上层次，重点聚焦于高阶模型建构、多模块逻辑推理及科学论证能力，而非单纯公式推导，这标志着竞赛对科学思维综合素养的要求日益严苛。</a:t>
            </a:r>
            <a:endParaRPr kumimoji="1" lang="zh-CN" altLang="en-US"/>
          </a:p>
        </p:txBody>
      </p:sp>
      <p:sp>
        <p:nvSpPr>
          <p:cNvPr id="7" name="标题 1"/>
          <p:cNvSpPr txBox="1"/>
          <p:nvPr/>
        </p:nvSpPr>
        <p:spPr>
          <a:xfrm flipV="1">
            <a:off x="6275929" y="1468378"/>
            <a:ext cx="5164681" cy="4400837"/>
          </a:xfrm>
          <a:prstGeom prst="roundRect">
            <a:avLst>
              <a:gd name="adj" fmla="val 4437"/>
            </a:avLst>
          </a:prstGeom>
          <a:gradFill>
            <a:gsLst>
              <a:gs pos="0">
                <a:schemeClr val="accent1">
                  <a:lumMod val="20000"/>
                  <a:lumOff val="80000"/>
                </a:schemeClr>
              </a:gs>
              <a:gs pos="37000">
                <a:schemeClr val="bg1"/>
              </a:gs>
            </a:gsLst>
            <a:lin ang="16200000" scaled="1"/>
          </a:gradFill>
          <a:ln w="12700" cap="sq">
            <a:gradFill>
              <a:gsLst>
                <a:gs pos="0">
                  <a:schemeClr val="accent1">
                    <a:lumMod val="20000"/>
                    <a:lumOff val="80000"/>
                    <a:alpha val="0"/>
                  </a:schemeClr>
                </a:gs>
                <a:gs pos="100000">
                  <a:schemeClr val="accent1"/>
                </a:gs>
              </a:gsLst>
              <a:lin ang="5400000" scaled="1"/>
            </a:gradFill>
            <a:prstDash val="solid"/>
            <a:miter/>
          </a:ln>
          <a:effectLst/>
        </p:spPr>
        <p:txBody>
          <a:bodyPr vert="horz" wrap="square" lIns="91440" tIns="45720" rIns="91440" bIns="45720" rtlCol="0" anchor="ctr"/>
          <a:lstStyle/>
          <a:p>
            <a:pPr algn="ctr">
              <a:lnSpc>
                <a:spcPct val="100000"/>
              </a:lnSpc>
            </a:pPr>
            <a:endParaRPr kumimoji="1" lang="zh-CN" altLang="en-US"/>
          </a:p>
        </p:txBody>
      </p:sp>
      <p:cxnSp>
        <p:nvCxnSpPr>
          <p:cNvPr id="8" name="线条 1"/>
          <p:cNvCxnSpPr/>
          <p:nvPr/>
        </p:nvCxnSpPr>
        <p:spPr>
          <a:xfrm>
            <a:off x="6445207" y="2383365"/>
            <a:ext cx="4826126" cy="0"/>
          </a:xfrm>
          <a:prstGeom prst="line">
            <a:avLst/>
          </a:prstGeom>
          <a:noFill/>
          <a:ln w="12700" cap="sq">
            <a:solidFill>
              <a:schemeClr val="accent1">
                <a:alpha val="50000"/>
              </a:schemeClr>
            </a:solidFill>
            <a:prstDash val="solid"/>
            <a:miter/>
          </a:ln>
        </p:spPr>
      </p:cxnSp>
      <p:sp>
        <p:nvSpPr>
          <p:cNvPr id="9" name="标题 1"/>
          <p:cNvSpPr txBox="1"/>
          <p:nvPr/>
        </p:nvSpPr>
        <p:spPr>
          <a:xfrm>
            <a:off x="6610105" y="2508904"/>
            <a:ext cx="4495800" cy="1800168"/>
          </a:xfrm>
          <a:prstGeom prst="rect">
            <a:avLst/>
          </a:prstGeom>
          <a:noFill/>
          <a:ln>
            <a:noFill/>
          </a:ln>
        </p:spPr>
        <p:txBody>
          <a:bodyPr vert="horz" wrap="square" lIns="0" tIns="0" rIns="0" bIns="0" rtlCol="0" anchor="t">
            <a:spAutoFit/>
          </a:bodyPr>
          <a:lstStyle/>
          <a:p>
            <a:pPr algn="ctr">
              <a:lnSpc>
                <a:spcPct val="150000"/>
              </a:lnSpc>
            </a:pPr>
            <a:r>
              <a:rPr kumimoji="1" lang="en-US" altLang="zh-CN" sz="1300">
                <a:ln w="12700">
                  <a:noFill/>
                </a:ln>
                <a:solidFill>
                  <a:srgbClr val="000000">
                    <a:alpha val="100000"/>
                  </a:srgbClr>
                </a:solidFill>
                <a:latin typeface="Source Han Sans CN Normal"/>
                <a:ea typeface="Source Han Sans CN Normal"/>
                <a:cs typeface="Source Han Sans CN Normal"/>
              </a:rPr>
              <a:t>对第35至42届复赛试题的深度剖析显示，学生在应对高阶思维考查时存在显著短板。模型建构方面，难以完成从标准模型向非常规情境的有效迁移；科学推理过程中，往往缺乏严密的逻辑链条与深层数学推演能力。这种“重解题技巧、轻思维本质”的教学现状，导致学生难以处理复杂物理情境，亟需针对性地调整教学方向以弥合思维鸿沟。</a:t>
            </a:r>
            <a:endParaRPr kumimoji="1" lang="zh-CN" altLang="en-US"/>
          </a:p>
        </p:txBody>
      </p:sp>
      <p:sp>
        <p:nvSpPr>
          <p:cNvPr id="10" name="标题 1"/>
          <p:cNvSpPr txBox="1"/>
          <p:nvPr/>
        </p:nvSpPr>
        <p:spPr>
          <a:xfrm>
            <a:off x="6610105" y="1578956"/>
            <a:ext cx="4496328" cy="652640"/>
          </a:xfrm>
          <a:prstGeom prst="rect">
            <a:avLst/>
          </a:prstGeom>
          <a:noFill/>
          <a:ln>
            <a:noFill/>
          </a:ln>
        </p:spPr>
        <p:txBody>
          <a:bodyPr vert="horz" wrap="square" lIns="0" tIns="0" rIns="0" bIns="0" rtlCol="0" anchor="b"/>
          <a:lstStyle/>
          <a:p>
            <a:pPr algn="ctr">
              <a:lnSpc>
                <a:spcPct val="130000"/>
              </a:lnSpc>
            </a:pPr>
            <a:r>
              <a:rPr kumimoji="1" lang="en-US" altLang="zh-CN" sz="2000">
                <a:ln w="12700">
                  <a:noFill/>
                </a:ln>
                <a:solidFill>
                  <a:srgbClr val="000000">
                    <a:alpha val="100000"/>
                  </a:srgbClr>
                </a:solidFill>
                <a:latin typeface="Source Han Sans CN Bold Bold"/>
                <a:ea typeface="Source Han Sans CN Bold Bold"/>
                <a:cs typeface="Source Han Sans CN Bold Bold"/>
              </a:rPr>
              <a:t>教学问题诊断</a:t>
            </a:r>
            <a:endParaRPr kumimoji="1" lang="zh-CN" altLang="en-US"/>
          </a:p>
        </p:txBody>
      </p:sp>
      <p:pic>
        <p:nvPicPr>
          <p:cNvPr id="11" name="图片"/>
          <p:cNvPicPr>
            <a:picLocks noChangeAspect="1"/>
          </p:cNvPicPr>
          <p:nvPr/>
        </p:nvPicPr>
        <p:blipFill>
          <a:blip r:embed="rId1">
            <a:alphaModFix amt="100000"/>
          </a:blip>
          <a:srcRect t="13038" b="13038"/>
          <a:stretch>
            <a:fillRect/>
          </a:stretch>
        </p:blipFill>
        <p:spPr>
          <a:xfrm>
            <a:off x="1072866" y="4423661"/>
            <a:ext cx="4496329" cy="1862839"/>
          </a:xfrm>
          <a:custGeom>
            <a:avLst/>
            <a:gdLst>
              <a:gd name="connsiteX0" fmla="*/ 228421 w 4676523"/>
              <a:gd name="connsiteY0" fmla="*/ 0 h 1862839"/>
              <a:gd name="connsiteX1" fmla="*/ 4448102 w 4676523"/>
              <a:gd name="connsiteY1" fmla="*/ 0 h 1862839"/>
              <a:gd name="connsiteX2" fmla="*/ 4676523 w 4676523"/>
              <a:gd name="connsiteY2" fmla="*/ 228421 h 1862839"/>
              <a:gd name="connsiteX3" fmla="*/ 4676523 w 4676523"/>
              <a:gd name="connsiteY3" fmla="*/ 1634418 h 1862839"/>
              <a:gd name="connsiteX4" fmla="*/ 4448102 w 4676523"/>
              <a:gd name="connsiteY4" fmla="*/ 1862839 h 1862839"/>
              <a:gd name="connsiteX5" fmla="*/ 228421 w 4676523"/>
              <a:gd name="connsiteY5" fmla="*/ 1862839 h 1862839"/>
              <a:gd name="connsiteX6" fmla="*/ 0 w 4676523"/>
              <a:gd name="connsiteY6" fmla="*/ 1634418 h 1862839"/>
              <a:gd name="connsiteX7" fmla="*/ 0 w 4676523"/>
              <a:gd name="connsiteY7" fmla="*/ 228421 h 1862839"/>
              <a:gd name="connsiteX8" fmla="*/ 228421 w 4676523"/>
              <a:gd name="connsiteY8" fmla="*/ 0 h 1862839"/>
            </a:gdLst>
            <a:ahLst/>
            <a:cxnLst/>
            <a:rect l="l" t="t" r="r" b="b"/>
            <a:pathLst>
              <a:path w="4676523" h="1862839">
                <a:moveTo>
                  <a:pt x="228421" y="0"/>
                </a:moveTo>
                <a:lnTo>
                  <a:pt x="4448102" y="0"/>
                </a:lnTo>
                <a:cubicBezTo>
                  <a:pt x="4574255" y="0"/>
                  <a:pt x="4676523" y="102268"/>
                  <a:pt x="4676523" y="228421"/>
                </a:cubicBezTo>
                <a:lnTo>
                  <a:pt x="4676523" y="1634418"/>
                </a:lnTo>
                <a:cubicBezTo>
                  <a:pt x="4676523" y="1760571"/>
                  <a:pt x="4574255" y="1862839"/>
                  <a:pt x="4448102" y="1862839"/>
                </a:cubicBezTo>
                <a:lnTo>
                  <a:pt x="228421" y="1862839"/>
                </a:lnTo>
                <a:cubicBezTo>
                  <a:pt x="102268" y="1862839"/>
                  <a:pt x="0" y="1760571"/>
                  <a:pt x="0" y="1634418"/>
                </a:cubicBezTo>
                <a:lnTo>
                  <a:pt x="0" y="228421"/>
                </a:lnTo>
                <a:cubicBezTo>
                  <a:pt x="0" y="102268"/>
                  <a:pt x="102268" y="0"/>
                  <a:pt x="228421" y="0"/>
                </a:cubicBezTo>
                <a:close/>
              </a:path>
            </a:pathLst>
          </a:custGeom>
          <a:noFill/>
          <a:ln>
            <a:noFill/>
          </a:ln>
        </p:spPr>
      </p:pic>
      <p:sp>
        <p:nvSpPr>
          <p:cNvPr id="12" name="标题 1"/>
          <p:cNvSpPr txBox="1"/>
          <p:nvPr/>
        </p:nvSpPr>
        <p:spPr>
          <a:xfrm>
            <a:off x="6602554" y="4417406"/>
            <a:ext cx="4511431" cy="1869094"/>
          </a:xfrm>
          <a:prstGeom prst="roundRect">
            <a:avLst>
              <a:gd name="adj" fmla="val 12262"/>
            </a:avLst>
          </a:prstGeom>
          <a:solidFill>
            <a:schemeClr val="accent1">
              <a:lumMod val="60000"/>
              <a:lumOff val="40000"/>
            </a:schemeClr>
          </a:solidFill>
          <a:ln w="114300" cap="sq">
            <a:solidFill>
              <a:schemeClr val="accent1">
                <a:lumMod val="60000"/>
                <a:lumOff val="40000"/>
              </a:schemeClr>
            </a:solidFill>
            <a:prstDash val="solid"/>
            <a:miter/>
          </a:ln>
        </p:spPr>
        <p:txBody>
          <a:bodyPr vert="horz" wrap="square" lIns="91440" tIns="45720" rIns="91440" bIns="45720" rtlCol="0" anchor="ctr"/>
          <a:lstStyle/>
          <a:p>
            <a:pPr algn="ctr">
              <a:lnSpc>
                <a:spcPct val="100000"/>
              </a:lnSpc>
            </a:pPr>
            <a:endParaRPr kumimoji="1" lang="zh-CN" altLang="en-US"/>
          </a:p>
        </p:txBody>
      </p:sp>
      <p:pic>
        <p:nvPicPr>
          <p:cNvPr id="13" name="图片"/>
          <p:cNvPicPr>
            <a:picLocks noChangeAspect="1"/>
          </p:cNvPicPr>
          <p:nvPr/>
        </p:nvPicPr>
        <p:blipFill>
          <a:blip r:embed="rId2">
            <a:alphaModFix amt="100000"/>
          </a:blip>
          <a:srcRect t="13038" b="13038"/>
          <a:stretch>
            <a:fillRect/>
          </a:stretch>
        </p:blipFill>
        <p:spPr>
          <a:xfrm>
            <a:off x="6610105" y="4423661"/>
            <a:ext cx="4496329" cy="1862839"/>
          </a:xfrm>
          <a:custGeom>
            <a:avLst/>
            <a:gdLst>
              <a:gd name="connsiteX0" fmla="*/ 228421 w 4676523"/>
              <a:gd name="connsiteY0" fmla="*/ 0 h 1862839"/>
              <a:gd name="connsiteX1" fmla="*/ 4448102 w 4676523"/>
              <a:gd name="connsiteY1" fmla="*/ 0 h 1862839"/>
              <a:gd name="connsiteX2" fmla="*/ 4676523 w 4676523"/>
              <a:gd name="connsiteY2" fmla="*/ 228421 h 1862839"/>
              <a:gd name="connsiteX3" fmla="*/ 4676523 w 4676523"/>
              <a:gd name="connsiteY3" fmla="*/ 1634418 h 1862839"/>
              <a:gd name="connsiteX4" fmla="*/ 4448102 w 4676523"/>
              <a:gd name="connsiteY4" fmla="*/ 1862839 h 1862839"/>
              <a:gd name="connsiteX5" fmla="*/ 228421 w 4676523"/>
              <a:gd name="connsiteY5" fmla="*/ 1862839 h 1862839"/>
              <a:gd name="connsiteX6" fmla="*/ 0 w 4676523"/>
              <a:gd name="connsiteY6" fmla="*/ 1634418 h 1862839"/>
              <a:gd name="connsiteX7" fmla="*/ 0 w 4676523"/>
              <a:gd name="connsiteY7" fmla="*/ 228421 h 1862839"/>
              <a:gd name="connsiteX8" fmla="*/ 228421 w 4676523"/>
              <a:gd name="connsiteY8" fmla="*/ 0 h 1862839"/>
            </a:gdLst>
            <a:ahLst/>
            <a:cxnLst/>
            <a:rect l="l" t="t" r="r" b="b"/>
            <a:pathLst>
              <a:path w="4676523" h="1862839">
                <a:moveTo>
                  <a:pt x="228421" y="0"/>
                </a:moveTo>
                <a:lnTo>
                  <a:pt x="4448102" y="0"/>
                </a:lnTo>
                <a:cubicBezTo>
                  <a:pt x="4574255" y="0"/>
                  <a:pt x="4676523" y="102268"/>
                  <a:pt x="4676523" y="228421"/>
                </a:cubicBezTo>
                <a:lnTo>
                  <a:pt x="4676523" y="1634418"/>
                </a:lnTo>
                <a:cubicBezTo>
                  <a:pt x="4676523" y="1760571"/>
                  <a:pt x="4574255" y="1862839"/>
                  <a:pt x="4448102" y="1862839"/>
                </a:cubicBezTo>
                <a:lnTo>
                  <a:pt x="228421" y="1862839"/>
                </a:lnTo>
                <a:cubicBezTo>
                  <a:pt x="102268" y="1862839"/>
                  <a:pt x="0" y="1760571"/>
                  <a:pt x="0" y="1634418"/>
                </a:cubicBezTo>
                <a:lnTo>
                  <a:pt x="0" y="228421"/>
                </a:lnTo>
                <a:cubicBezTo>
                  <a:pt x="0" y="102268"/>
                  <a:pt x="102268" y="0"/>
                  <a:pt x="228421" y="0"/>
                </a:cubicBezTo>
                <a:close/>
              </a:path>
            </a:pathLst>
          </a:custGeom>
          <a:noFill/>
          <a:ln>
            <a:noFill/>
          </a:ln>
        </p:spPr>
      </p:pic>
      <p:sp>
        <p:nvSpPr>
          <p:cNvPr id="14"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从试题评价中得出的教学启示</a:t>
            </a:r>
            <a:endParaRPr kumimoji="1" lang="zh-CN" altLang="en-US"/>
          </a:p>
        </p:txBody>
      </p:sp>
      <p:sp>
        <p:nvSpPr>
          <p:cNvPr id="15"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3700">
                <a:ln w="12700">
                  <a:noFill/>
                </a:ln>
                <a:solidFill>
                  <a:srgbClr val="003C83">
                    <a:alpha val="100000"/>
                  </a:srgbClr>
                </a:solidFill>
                <a:latin typeface="OPPOSans H"/>
                <a:ea typeface="OPPOSans H"/>
                <a:cs typeface="OPPOSans H"/>
              </a:rPr>
              <a:t>第四部分 基于试题评价结论的教学策略设计</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04</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1385302" y="1644316"/>
            <a:ext cx="9625264" cy="1676400"/>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9542714" y="1836821"/>
            <a:ext cx="1291390" cy="1291390"/>
          </a:xfrm>
          <a:prstGeom prst="ellipse">
            <a:avLst/>
          </a:pr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168734" y="1459832"/>
            <a:ext cx="2045368" cy="2045368"/>
          </a:xfrm>
          <a:prstGeom prst="ellips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3326397" y="2278866"/>
            <a:ext cx="6045200" cy="761609"/>
          </a:xfrm>
          <a:prstGeom prst="rect">
            <a:avLst/>
          </a:prstGeom>
          <a:noFill/>
          <a:ln cap="sq">
            <a:noFill/>
          </a:ln>
        </p:spPr>
        <p:txBody>
          <a:bodyPr vert="horz" wrap="square" lIns="0" tIns="0" rIns="0" bIns="0" rtlCol="0" anchor="t">
            <a:spAutoFit/>
          </a:bodyPr>
          <a:lstStyle/>
          <a:p>
            <a:pPr algn="l">
              <a:lnSpc>
                <a:spcPct val="150000"/>
              </a:lnSpc>
            </a:pPr>
            <a:r>
              <a:rPr kumimoji="1" lang="en-US" altLang="zh-CN" sz="1100">
                <a:ln w="12700">
                  <a:noFill/>
                </a:ln>
                <a:solidFill>
                  <a:srgbClr val="FFFFFF">
                    <a:alpha val="100000"/>
                  </a:srgbClr>
                </a:solidFill>
                <a:latin typeface="Source Han Sans CN Normal"/>
                <a:ea typeface="Source Han Sans CN Normal"/>
                <a:cs typeface="Source Han Sans CN Normal"/>
              </a:rPr>
              <a:t>基于前文试题分析结果，教学目标需从传统解题技巧训练转向高阶科学思维培养。针对复赛命题中模型建构与质疑创新要素占比提升的现状，教学设计应聚焦提升学生在复杂情境下的逻辑推理与论证能力，确保教学导向与核心素养评价标准深度契合。</a:t>
            </a:r>
            <a:endParaRPr kumimoji="1" lang="zh-CN" altLang="en-US"/>
          </a:p>
        </p:txBody>
      </p:sp>
      <p:sp>
        <p:nvSpPr>
          <p:cNvPr id="6" name="标题 1"/>
          <p:cNvSpPr txBox="1"/>
          <p:nvPr/>
        </p:nvSpPr>
        <p:spPr>
          <a:xfrm>
            <a:off x="9901834" y="2231628"/>
            <a:ext cx="573149" cy="501777"/>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pic>
        <p:nvPicPr>
          <p:cNvPr id="7" name="图片"/>
          <p:cNvPicPr>
            <a:picLocks noChangeAspect="1"/>
          </p:cNvPicPr>
          <p:nvPr/>
        </p:nvPicPr>
        <p:blipFill>
          <a:blip r:embed="rId1">
            <a:alphaModFix amt="100000"/>
          </a:blip>
          <a:srcRect l="16625" r="16625"/>
          <a:stretch>
            <a:fillRect/>
          </a:stretch>
        </p:blipFill>
        <p:spPr>
          <a:xfrm>
            <a:off x="1273007" y="1564105"/>
            <a:ext cx="1836822" cy="1836822"/>
          </a:xfrm>
          <a:custGeom>
            <a:avLst/>
            <a:gdLst/>
            <a:ahLst/>
            <a:cxnLst/>
            <a:rect l="l" t="t" r="r" b="b"/>
            <a:pathLst>
              <a:path w="1836822" h="1836822">
                <a:moveTo>
                  <a:pt x="918411" y="0"/>
                </a:moveTo>
                <a:cubicBezTo>
                  <a:pt x="1425635" y="0"/>
                  <a:pt x="1836822" y="411187"/>
                  <a:pt x="1836822" y="918411"/>
                </a:cubicBezTo>
                <a:cubicBezTo>
                  <a:pt x="1836822" y="1425635"/>
                  <a:pt x="1425635" y="1836822"/>
                  <a:pt x="918411" y="1836822"/>
                </a:cubicBezTo>
                <a:cubicBezTo>
                  <a:pt x="411187" y="1836822"/>
                  <a:pt x="0" y="1425635"/>
                  <a:pt x="0" y="918411"/>
                </a:cubicBezTo>
                <a:cubicBezTo>
                  <a:pt x="0" y="411187"/>
                  <a:pt x="411187" y="0"/>
                  <a:pt x="918411" y="0"/>
                </a:cubicBezTo>
                <a:close/>
              </a:path>
            </a:pathLst>
          </a:custGeom>
          <a:noFill/>
          <a:ln>
            <a:noFill/>
          </a:ln>
        </p:spPr>
      </p:pic>
      <p:sp>
        <p:nvSpPr>
          <p:cNvPr id="8" name="标题 1"/>
          <p:cNvSpPr txBox="1"/>
          <p:nvPr/>
        </p:nvSpPr>
        <p:spPr>
          <a:xfrm>
            <a:off x="2688724" y="1299410"/>
            <a:ext cx="224590" cy="224590"/>
          </a:xfrm>
          <a:prstGeom prst="ellips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3326396" y="1803849"/>
            <a:ext cx="6039855" cy="429128"/>
          </a:xfrm>
          <a:prstGeom prst="rect">
            <a:avLst/>
          </a:prstGeom>
          <a:noFill/>
          <a:ln cap="sq">
            <a:noFill/>
          </a:ln>
        </p:spPr>
        <p:txBody>
          <a:bodyPr vert="horz" wrap="square" lIns="0" tIns="0" rIns="0" bIns="0" rtlCol="0" anchor="b"/>
          <a:lstStyle/>
          <a:p>
            <a:pPr algn="l">
              <a:lnSpc>
                <a:spcPct val="13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确立教学目标</a:t>
            </a:r>
            <a:endParaRPr kumimoji="1" lang="zh-CN" altLang="en-US"/>
          </a:p>
        </p:txBody>
      </p:sp>
      <p:sp>
        <p:nvSpPr>
          <p:cNvPr id="10" name="标题 1"/>
          <p:cNvSpPr txBox="1"/>
          <p:nvPr/>
        </p:nvSpPr>
        <p:spPr>
          <a:xfrm>
            <a:off x="1385302" y="4096753"/>
            <a:ext cx="9625264" cy="1676400"/>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42714" y="4289258"/>
            <a:ext cx="1291390" cy="1291390"/>
          </a:xfrm>
          <a:prstGeom prst="ellipse">
            <a:avLst/>
          </a:pr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68734" y="3912269"/>
            <a:ext cx="2045368" cy="2045368"/>
          </a:xfrm>
          <a:prstGeom prst="ellips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3326397" y="4731303"/>
            <a:ext cx="6045200" cy="1015479"/>
          </a:xfrm>
          <a:prstGeom prst="rect">
            <a:avLst/>
          </a:prstGeom>
          <a:noFill/>
          <a:ln cap="sq">
            <a:noFill/>
          </a:ln>
        </p:spPr>
        <p:txBody>
          <a:bodyPr vert="horz" wrap="square" lIns="0" tIns="0" rIns="0" bIns="0" rtlCol="0" anchor="t">
            <a:spAutoFit/>
          </a:bodyPr>
          <a:lstStyle/>
          <a:p>
            <a:pPr algn="l">
              <a:lnSpc>
                <a:spcPct val="150000"/>
              </a:lnSpc>
            </a:pPr>
            <a:r>
              <a:rPr kumimoji="1" lang="en-US" altLang="zh-CN" sz="1100">
                <a:ln w="12700">
                  <a:noFill/>
                </a:ln>
                <a:solidFill>
                  <a:srgbClr val="FFFFFF">
                    <a:alpha val="100000"/>
                  </a:srgbClr>
                </a:solidFill>
                <a:latin typeface="Source Han Sans CN Normal"/>
                <a:ea typeface="Source Han Sans CN Normal"/>
                <a:cs typeface="Source Han Sans CN Normal"/>
              </a:rPr>
              <a:t>针对前文分析揭示的学生在模型建构与科学论证上的认知短板，教学内容设计需打破传统知识罗列范式。课程应聚焦高阶思维训练，引入复杂物理情境下的模型抽象专题，强化学生从实际问题向物理模型转化的能力。增设逻辑推理与证据评估模块，通过针对性训练修补论证链条断裂问题，从而实现从单纯解题技巧向科学思维品质的根本性跃升。</a:t>
            </a:r>
            <a:endParaRPr kumimoji="1" lang="zh-CN" altLang="en-US"/>
          </a:p>
        </p:txBody>
      </p:sp>
      <p:sp>
        <p:nvSpPr>
          <p:cNvPr id="14" name="标题 1"/>
          <p:cNvSpPr txBox="1"/>
          <p:nvPr/>
        </p:nvSpPr>
        <p:spPr>
          <a:xfrm>
            <a:off x="9901834" y="4669852"/>
            <a:ext cx="573149" cy="530203"/>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pic>
        <p:nvPicPr>
          <p:cNvPr id="15" name="图片"/>
          <p:cNvPicPr>
            <a:picLocks noChangeAspect="1"/>
          </p:cNvPicPr>
          <p:nvPr/>
        </p:nvPicPr>
        <p:blipFill>
          <a:blip r:embed="rId2">
            <a:alphaModFix amt="100000"/>
          </a:blip>
          <a:srcRect l="21978" r="21978"/>
          <a:stretch>
            <a:fillRect/>
          </a:stretch>
        </p:blipFill>
        <p:spPr>
          <a:xfrm>
            <a:off x="1273007" y="4016542"/>
            <a:ext cx="1836822" cy="1836822"/>
          </a:xfrm>
          <a:custGeom>
            <a:avLst/>
            <a:gdLst/>
            <a:ahLst/>
            <a:cxnLst/>
            <a:rect l="l" t="t" r="r" b="b"/>
            <a:pathLst>
              <a:path w="1836822" h="1836822">
                <a:moveTo>
                  <a:pt x="918411" y="0"/>
                </a:moveTo>
                <a:cubicBezTo>
                  <a:pt x="1425635" y="0"/>
                  <a:pt x="1836822" y="411187"/>
                  <a:pt x="1836822" y="918411"/>
                </a:cubicBezTo>
                <a:cubicBezTo>
                  <a:pt x="1836822" y="1425635"/>
                  <a:pt x="1425635" y="1836822"/>
                  <a:pt x="918411" y="1836822"/>
                </a:cubicBezTo>
                <a:cubicBezTo>
                  <a:pt x="411187" y="1836822"/>
                  <a:pt x="0" y="1425635"/>
                  <a:pt x="0" y="918411"/>
                </a:cubicBezTo>
                <a:cubicBezTo>
                  <a:pt x="0" y="411187"/>
                  <a:pt x="411187" y="0"/>
                  <a:pt x="918411" y="0"/>
                </a:cubicBezTo>
                <a:close/>
              </a:path>
            </a:pathLst>
          </a:custGeom>
          <a:noFill/>
          <a:ln>
            <a:noFill/>
          </a:ln>
        </p:spPr>
      </p:pic>
      <p:sp>
        <p:nvSpPr>
          <p:cNvPr id="16" name="标题 1"/>
          <p:cNvSpPr txBox="1"/>
          <p:nvPr/>
        </p:nvSpPr>
        <p:spPr>
          <a:xfrm>
            <a:off x="2688724" y="3751847"/>
            <a:ext cx="224590" cy="224590"/>
          </a:xfrm>
          <a:prstGeom prst="ellips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3326396" y="4256286"/>
            <a:ext cx="6039855" cy="429128"/>
          </a:xfrm>
          <a:prstGeom prst="rect">
            <a:avLst/>
          </a:prstGeom>
          <a:noFill/>
          <a:ln cap="sq">
            <a:noFill/>
          </a:ln>
        </p:spPr>
        <p:txBody>
          <a:bodyPr vert="horz" wrap="square" lIns="0" tIns="0" rIns="0" bIns="0" rtlCol="0" anchor="b"/>
          <a:lstStyle/>
          <a:p>
            <a:pPr algn="l">
              <a:lnSpc>
                <a:spcPct val="13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设计教学内容</a:t>
            </a:r>
            <a:endParaRPr kumimoji="1" lang="zh-CN" altLang="en-US"/>
          </a:p>
        </p:txBody>
      </p:sp>
      <p:sp>
        <p:nvSpPr>
          <p:cNvPr id="18"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教学策略的总体设计思路</a:t>
            </a:r>
            <a:endParaRPr kumimoji="1" lang="zh-CN" altLang="en-US"/>
          </a:p>
        </p:txBody>
      </p:sp>
      <p:sp>
        <p:nvSpPr>
          <p:cNvPr id="19"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pic>
        <p:nvPicPr>
          <p:cNvPr id="2" name="图片"/>
          <p:cNvPicPr>
            <a:picLocks noChangeAspect="1"/>
          </p:cNvPicPr>
          <p:nvPr/>
        </p:nvPicPr>
        <p:blipFill>
          <a:blip r:embed="rId1">
            <a:alphaModFix amt="100000"/>
          </a:blip>
          <a:srcRect l="26252" r="26252"/>
          <a:stretch>
            <a:fillRect/>
          </a:stretch>
        </p:blipFill>
        <p:spPr>
          <a:xfrm>
            <a:off x="7772400" y="1430364"/>
            <a:ext cx="3746501" cy="4437036"/>
          </a:xfrm>
          <a:custGeom>
            <a:avLst/>
            <a:gdLst/>
            <a:ahLst/>
            <a:cxnLst/>
            <a:rect l="l" t="t" r="r" b="b"/>
            <a:pathLst>
              <a:path w="3746501" h="4437036">
                <a:moveTo>
                  <a:pt x="105792" y="0"/>
                </a:moveTo>
                <a:lnTo>
                  <a:pt x="3640709" y="0"/>
                </a:lnTo>
                <a:lnTo>
                  <a:pt x="3687004" y="31213"/>
                </a:lnTo>
                <a:cubicBezTo>
                  <a:pt x="3723764" y="67973"/>
                  <a:pt x="3746501" y="118757"/>
                  <a:pt x="3746501" y="174851"/>
                </a:cubicBezTo>
                <a:lnTo>
                  <a:pt x="3746501" y="4233901"/>
                </a:lnTo>
                <a:cubicBezTo>
                  <a:pt x="3746501" y="4346089"/>
                  <a:pt x="3655554" y="4437036"/>
                  <a:pt x="3543366" y="4437036"/>
                </a:cubicBezTo>
                <a:lnTo>
                  <a:pt x="203135" y="4437036"/>
                </a:lnTo>
                <a:cubicBezTo>
                  <a:pt x="90947" y="4437036"/>
                  <a:pt x="0" y="4346089"/>
                  <a:pt x="0" y="4233901"/>
                </a:cubicBezTo>
                <a:lnTo>
                  <a:pt x="0" y="174851"/>
                </a:lnTo>
                <a:cubicBezTo>
                  <a:pt x="0" y="118757"/>
                  <a:pt x="22737" y="67973"/>
                  <a:pt x="59497" y="31213"/>
                </a:cubicBezTo>
                <a:close/>
              </a:path>
            </a:pathLst>
          </a:custGeom>
          <a:noFill/>
          <a:ln>
            <a:noFill/>
          </a:ln>
        </p:spPr>
      </p:pic>
      <p:sp>
        <p:nvSpPr>
          <p:cNvPr id="3" name="标题 1"/>
          <p:cNvSpPr txBox="1"/>
          <p:nvPr/>
        </p:nvSpPr>
        <p:spPr>
          <a:xfrm>
            <a:off x="3397582" y="4617301"/>
            <a:ext cx="878141" cy="788238"/>
          </a:xfrm>
          <a:prstGeom prst="roundRect">
            <a:avLst>
              <a:gd name="adj" fmla="val 19117"/>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012829" y="2178900"/>
            <a:ext cx="3190236" cy="3155099"/>
          </a:xfrm>
          <a:prstGeom prst="roundRect">
            <a:avLst>
              <a:gd name="adj" fmla="val 5422"/>
            </a:avLst>
          </a:prstGeom>
          <a:solidFill>
            <a:schemeClr val="bg1"/>
          </a:solidFill>
          <a:ln w="12700" cap="sq">
            <a:noFill/>
            <a:miter/>
          </a:ln>
          <a:effectLst>
            <a:outerShdw blurRad="241300" sx="102000" sy="102000" algn="ctr" rotWithShape="0">
              <a:schemeClr val="accent1">
                <a:alpha val="1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973936" y="1942681"/>
            <a:ext cx="3026564" cy="4724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387262" y="2013885"/>
            <a:ext cx="2277958" cy="330031"/>
          </a:xfrm>
          <a:prstGeom prst="rect">
            <a:avLst/>
          </a:prstGeom>
          <a:noFill/>
          <a:ln>
            <a:noFill/>
          </a:ln>
        </p:spPr>
        <p:txBody>
          <a:bodyPr vert="horz" wrap="square" lIns="0" tIns="0" rIns="0" bIns="0" rtlCol="0" anchor="ctr"/>
          <a:lstStyle/>
          <a:p>
            <a:pPr algn="l">
              <a:lnSpc>
                <a:spcPct val="150000"/>
              </a:lnSpc>
            </a:pPr>
            <a:r>
              <a:rPr kumimoji="1" lang="en-US" altLang="zh-CN" sz="1700">
                <a:ln w="12700">
                  <a:noFill/>
                </a:ln>
                <a:solidFill>
                  <a:srgbClr val="FFFFFF">
                    <a:alpha val="100000"/>
                  </a:srgbClr>
                </a:solidFill>
                <a:latin typeface="Source Han Sans CN Bold Bold"/>
                <a:ea typeface="Source Han Sans CN Bold Bold"/>
                <a:cs typeface="Source Han Sans CN Bold Bold"/>
              </a:rPr>
              <a:t>引导拆解情境</a:t>
            </a:r>
            <a:endParaRPr kumimoji="1" lang="zh-CN" altLang="en-US"/>
          </a:p>
        </p:txBody>
      </p:sp>
      <p:sp>
        <p:nvSpPr>
          <p:cNvPr id="7" name="标题 1"/>
          <p:cNvSpPr txBox="1"/>
          <p:nvPr/>
        </p:nvSpPr>
        <p:spPr>
          <a:xfrm>
            <a:off x="1180467" y="2600879"/>
            <a:ext cx="2857500" cy="2907963"/>
          </a:xfrm>
          <a:prstGeom prst="rect">
            <a:avLst/>
          </a:prstGeom>
          <a:noFill/>
          <a:ln>
            <a:noFill/>
          </a:ln>
        </p:spPr>
        <p:txBody>
          <a:bodyPr vert="horz" wrap="square" lIns="0" tIns="0" rIns="0" bIns="0" rtlCol="0" anchor="t">
            <a:spAutoFit/>
          </a:bodyPr>
          <a:lstStyle/>
          <a:p>
            <a:pPr algn="l">
              <a:lnSpc>
                <a:spcPct val="150000"/>
              </a:lnSpc>
            </a:pPr>
            <a:r>
              <a:rPr kumimoji="1" lang="en-US" altLang="zh-CN" sz="1400">
                <a:ln w="12700">
                  <a:noFill/>
                </a:ln>
                <a:solidFill>
                  <a:srgbClr val="000000">
                    <a:alpha val="100000"/>
                  </a:srgbClr>
                </a:solidFill>
                <a:latin typeface="Source Han Sans CN Normal"/>
                <a:ea typeface="Source Han Sans CN Normal"/>
                <a:cs typeface="Source Han Sans CN Normal"/>
              </a:rPr>
              <a:t>针对复杂的物理情境，教学应侧重于引导学生运用抽象概括能力进行情境重构。通过识别问题中的关键物理量与边界条件，采用逐步剥离法剔除次要干扰因素。借助可视化手段将模糊的实景转化为清晰的物理图景，帮助学生理清物理过程，从而实现对复杂情境的有效拆解，为构建准确的物理模型奠定基础。</a:t>
            </a:r>
            <a:endParaRPr kumimoji="1" lang="zh-CN" altLang="en-US"/>
          </a:p>
        </p:txBody>
      </p:sp>
      <p:sp>
        <p:nvSpPr>
          <p:cNvPr id="8" name="标题 1"/>
          <p:cNvSpPr txBox="1"/>
          <p:nvPr/>
        </p:nvSpPr>
        <p:spPr>
          <a:xfrm>
            <a:off x="660400" y="1858861"/>
            <a:ext cx="640080" cy="640080"/>
          </a:xfrm>
          <a:prstGeom prst="ellipse">
            <a:avLst/>
          </a:prstGeom>
          <a:solidFill>
            <a:schemeClr val="accent2"/>
          </a:solidFill>
          <a:ln w="28575"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84351" y="2011346"/>
            <a:ext cx="598534" cy="330031"/>
          </a:xfrm>
          <a:prstGeom prst="rect">
            <a:avLst/>
          </a:prstGeom>
          <a:noFill/>
          <a:ln>
            <a:noFill/>
          </a:ln>
        </p:spPr>
        <p:txBody>
          <a:bodyPr vert="horz" wrap="square" lIns="0" tIns="0" rIns="0" bIns="0" rtlCol="0" anchor="ctr"/>
          <a:lstStyle/>
          <a:p>
            <a:pPr algn="ctr">
              <a:lnSpc>
                <a:spcPct val="150000"/>
              </a:lnSpc>
            </a:pPr>
            <a:r>
              <a:rPr kumimoji="1" lang="en-US" altLang="zh-CN" sz="2400">
                <a:ln w="12700">
                  <a:noFill/>
                </a:ln>
                <a:solidFill>
                  <a:srgbClr val="FFFFFF">
                    <a:alpha val="100000"/>
                  </a:srgbClr>
                </a:solidFill>
                <a:latin typeface="Source Han Sans CN Normal"/>
                <a:ea typeface="Source Han Sans CN Normal"/>
                <a:cs typeface="Source Han Sans CN Normal"/>
              </a:rPr>
              <a:t>01</a:t>
            </a:r>
            <a:endParaRPr kumimoji="1" lang="zh-CN" altLang="en-US"/>
          </a:p>
        </p:txBody>
      </p:sp>
      <p:sp>
        <p:nvSpPr>
          <p:cNvPr id="10" name="标题 1"/>
          <p:cNvSpPr txBox="1"/>
          <p:nvPr/>
        </p:nvSpPr>
        <p:spPr>
          <a:xfrm>
            <a:off x="7503439" y="4617301"/>
            <a:ext cx="878141" cy="788238"/>
          </a:xfrm>
          <a:prstGeom prst="roundRect">
            <a:avLst>
              <a:gd name="adj" fmla="val 19117"/>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4867225" y="2178900"/>
            <a:ext cx="3439634" cy="3155099"/>
          </a:xfrm>
          <a:prstGeom prst="roundRect">
            <a:avLst>
              <a:gd name="adj" fmla="val 5422"/>
            </a:avLst>
          </a:prstGeom>
          <a:solidFill>
            <a:schemeClr val="bg1"/>
          </a:solidFill>
          <a:ln w="12700" cap="sq">
            <a:noFill/>
            <a:miter/>
          </a:ln>
          <a:effectLst>
            <a:outerShdw blurRad="241300" sx="102000" sy="102000" algn="ctr" rotWithShape="0">
              <a:schemeClr val="accent1">
                <a:alpha val="1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828332" y="1942681"/>
            <a:ext cx="3301570" cy="4724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241658" y="2013885"/>
            <a:ext cx="2763678" cy="330031"/>
          </a:xfrm>
          <a:prstGeom prst="rect">
            <a:avLst/>
          </a:prstGeom>
          <a:noFill/>
          <a:ln>
            <a:noFill/>
          </a:ln>
        </p:spPr>
        <p:txBody>
          <a:bodyPr vert="horz" wrap="square" lIns="0" tIns="0" rIns="0" bIns="0" rtlCol="0" anchor="ctr"/>
          <a:lstStyle/>
          <a:p>
            <a:pPr algn="l">
              <a:lnSpc>
                <a:spcPct val="150000"/>
              </a:lnSpc>
            </a:pPr>
            <a:r>
              <a:rPr kumimoji="1" lang="en-US" altLang="zh-CN" sz="1700">
                <a:ln w="12700">
                  <a:noFill/>
                </a:ln>
                <a:solidFill>
                  <a:srgbClr val="FFFFFF">
                    <a:alpha val="100000"/>
                  </a:srgbClr>
                </a:solidFill>
                <a:latin typeface="Source Han Sans CN Bold Bold"/>
                <a:ea typeface="Source Han Sans CN Bold Bold"/>
                <a:cs typeface="Source Han Sans CN Bold Bold"/>
              </a:rPr>
              <a:t>训练修正迁移</a:t>
            </a:r>
            <a:endParaRPr kumimoji="1" lang="zh-CN" altLang="en-US"/>
          </a:p>
        </p:txBody>
      </p:sp>
      <p:sp>
        <p:nvSpPr>
          <p:cNvPr id="14" name="标题 1"/>
          <p:cNvSpPr txBox="1"/>
          <p:nvPr/>
        </p:nvSpPr>
        <p:spPr>
          <a:xfrm>
            <a:off x="4514796" y="1858861"/>
            <a:ext cx="640080" cy="640080"/>
          </a:xfrm>
          <a:prstGeom prst="ellipse">
            <a:avLst/>
          </a:prstGeom>
          <a:solidFill>
            <a:schemeClr val="accent2"/>
          </a:solidFill>
          <a:ln w="28575"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538747" y="2011346"/>
            <a:ext cx="598534" cy="330031"/>
          </a:xfrm>
          <a:prstGeom prst="rect">
            <a:avLst/>
          </a:prstGeom>
          <a:noFill/>
          <a:ln>
            <a:noFill/>
          </a:ln>
        </p:spPr>
        <p:txBody>
          <a:bodyPr vert="horz" wrap="square" lIns="0" tIns="0" rIns="0" bIns="0" rtlCol="0" anchor="ctr"/>
          <a:lstStyle/>
          <a:p>
            <a:pPr algn="ctr">
              <a:lnSpc>
                <a:spcPct val="150000"/>
              </a:lnSpc>
            </a:pPr>
            <a:r>
              <a:rPr kumimoji="1" lang="en-US" altLang="zh-CN" sz="2400">
                <a:ln w="12700">
                  <a:noFill/>
                </a:ln>
                <a:solidFill>
                  <a:srgbClr val="FFFFFF">
                    <a:alpha val="100000"/>
                  </a:srgbClr>
                </a:solidFill>
                <a:latin typeface="Source Han Sans CN Normal"/>
                <a:ea typeface="Source Han Sans CN Normal"/>
                <a:cs typeface="Source Han Sans CN Normal"/>
              </a:rPr>
              <a:t>02</a:t>
            </a:r>
            <a:endParaRPr kumimoji="1" lang="zh-CN" altLang="en-US"/>
          </a:p>
        </p:txBody>
      </p:sp>
      <p:sp>
        <p:nvSpPr>
          <p:cNvPr id="16" name="标题 1"/>
          <p:cNvSpPr txBox="1"/>
          <p:nvPr/>
        </p:nvSpPr>
        <p:spPr>
          <a:xfrm>
            <a:off x="5159562" y="2600879"/>
            <a:ext cx="2857500" cy="2584856"/>
          </a:xfrm>
          <a:prstGeom prst="rect">
            <a:avLst/>
          </a:prstGeom>
          <a:noFill/>
          <a:ln>
            <a:noFill/>
          </a:ln>
        </p:spPr>
        <p:txBody>
          <a:bodyPr vert="horz" wrap="square" lIns="0" tIns="0" rIns="0" bIns="0" rtlCol="0" anchor="t">
            <a:spAutoFit/>
          </a:bodyPr>
          <a:lstStyle/>
          <a:p>
            <a:pPr algn="l">
              <a:lnSpc>
                <a:spcPct val="150000"/>
              </a:lnSpc>
            </a:pPr>
            <a:r>
              <a:rPr kumimoji="1" lang="en-US" altLang="zh-CN" sz="1400">
                <a:ln w="12700">
                  <a:noFill/>
                </a:ln>
                <a:solidFill>
                  <a:srgbClr val="000000">
                    <a:alpha val="100000"/>
                  </a:srgbClr>
                </a:solidFill>
                <a:latin typeface="Source Han Sans CN Normal"/>
                <a:ea typeface="Source Han Sans CN Normal"/>
                <a:cs typeface="Source Han Sans CN Normal"/>
              </a:rPr>
              <a:t>教学实践中应注重变式训练，引导学生剖析理想模型的适用边界。面对非标准情境，学生需识别核心物理量，对原有模型进行参数修正或结构重构。通过对比不同物理机制的异同，强化模型的抽象概括与迁移能力，使学生在解决复杂问题时能灵活调整物理模型。</a:t>
            </a:r>
            <a:endParaRPr kumimoji="1" lang="zh-CN" altLang="en-US"/>
          </a:p>
        </p:txBody>
      </p:sp>
      <p:sp>
        <p:nvSpPr>
          <p:cNvPr id="17"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针对“模型建构”能力的教学策略</a:t>
            </a:r>
            <a:endParaRPr kumimoji="1" lang="zh-CN" altLang="en-US"/>
          </a:p>
        </p:txBody>
      </p:sp>
      <p:sp>
        <p:nvSpPr>
          <p:cNvPr id="18"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7025822" y="1541416"/>
            <a:ext cx="3378925" cy="2281647"/>
          </a:xfrm>
          <a:prstGeom prst="roundRect">
            <a:avLst>
              <a:gd name="adj" fmla="val 5119"/>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774554" y="1541416"/>
            <a:ext cx="3378925" cy="2281647"/>
          </a:xfrm>
          <a:prstGeom prst="roundRect">
            <a:avLst>
              <a:gd name="adj" fmla="val 5119"/>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387961" y="4085680"/>
            <a:ext cx="3368608" cy="430531"/>
          </a:xfrm>
          <a:prstGeom prst="roundRect">
            <a:avLst>
              <a:gd name="adj" fmla="val 50000"/>
            </a:avLst>
          </a:prstGeom>
          <a:no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171463" y="4085680"/>
            <a:ext cx="3368608" cy="430531"/>
          </a:xfrm>
          <a:prstGeom prst="roundRect">
            <a:avLst>
              <a:gd name="adj" fmla="val 50000"/>
            </a:avLst>
          </a:prstGeom>
          <a:no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pic>
        <p:nvPicPr>
          <p:cNvPr id="6" name="图片"/>
          <p:cNvPicPr>
            <a:picLocks noChangeAspect="1"/>
          </p:cNvPicPr>
          <p:nvPr/>
        </p:nvPicPr>
        <p:blipFill>
          <a:blip r:embed="rId1">
            <a:alphaModFix amt="100000"/>
          </a:blip>
          <a:srcRect l="7763" r="7763"/>
          <a:stretch>
            <a:fillRect/>
          </a:stretch>
        </p:blipFill>
        <p:spPr>
          <a:xfrm>
            <a:off x="1847851" y="1609997"/>
            <a:ext cx="3232331" cy="2144484"/>
          </a:xfrm>
          <a:custGeom>
            <a:avLst/>
            <a:gdLst/>
            <a:ahLst/>
            <a:cxnLst/>
            <a:rect l="l" t="t" r="r" b="b"/>
            <a:pathLst>
              <a:path w="3232331" h="2144484">
                <a:moveTo>
                  <a:pt x="128862" y="0"/>
                </a:moveTo>
                <a:lnTo>
                  <a:pt x="3103469" y="0"/>
                </a:lnTo>
                <a:cubicBezTo>
                  <a:pt x="3174638" y="0"/>
                  <a:pt x="3232331" y="57693"/>
                  <a:pt x="3232331" y="128862"/>
                </a:cubicBezTo>
                <a:lnTo>
                  <a:pt x="3232331" y="2015622"/>
                </a:lnTo>
                <a:cubicBezTo>
                  <a:pt x="3232331" y="2086791"/>
                  <a:pt x="3174638" y="2144484"/>
                  <a:pt x="3103469" y="2144484"/>
                </a:cubicBezTo>
                <a:lnTo>
                  <a:pt x="128862" y="2144484"/>
                </a:lnTo>
                <a:cubicBezTo>
                  <a:pt x="57693" y="2144484"/>
                  <a:pt x="0" y="2086791"/>
                  <a:pt x="0" y="2015622"/>
                </a:cubicBezTo>
                <a:lnTo>
                  <a:pt x="0" y="128862"/>
                </a:lnTo>
                <a:cubicBezTo>
                  <a:pt x="0" y="57693"/>
                  <a:pt x="57693" y="0"/>
                  <a:pt x="128862" y="0"/>
                </a:cubicBezTo>
                <a:close/>
              </a:path>
            </a:pathLst>
          </a:custGeom>
          <a:noFill/>
          <a:ln>
            <a:noFill/>
          </a:ln>
        </p:spPr>
      </p:pic>
      <p:sp>
        <p:nvSpPr>
          <p:cNvPr id="7" name="标题 1"/>
          <p:cNvSpPr txBox="1"/>
          <p:nvPr/>
        </p:nvSpPr>
        <p:spPr>
          <a:xfrm>
            <a:off x="1268110" y="4678097"/>
            <a:ext cx="4394200" cy="1384745"/>
          </a:xfrm>
          <a:prstGeom prst="rect">
            <a:avLst/>
          </a:prstGeom>
          <a:noFill/>
          <a:ln>
            <a:noFill/>
          </a:ln>
        </p:spPr>
        <p:txBody>
          <a:bodyPr vert="horz" wrap="square" lIns="0" tIns="0" rIns="0" bIns="0" rtlCol="0" anchor="t">
            <a:spAutoFit/>
          </a:bodyPr>
          <a:lstStyle/>
          <a:p>
            <a:pPr algn="ctr">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物理竞赛高阶思维常依赖于数学工具与物理图像的深度融合。教学中应引导学生利用微积分、矢量分析等工具量化描述物理过程，借助函数图像直观呈现规律变化趋势。这种数形结合的训练不仅能强化逻辑推理的严密性，还能帮助学生从定量角度构建精准的物理模型，从而有效提升解决复杂情境问题的综合能力。</a:t>
            </a:r>
            <a:endParaRPr kumimoji="1" lang="zh-CN" altLang="en-US"/>
          </a:p>
        </p:txBody>
      </p:sp>
      <p:sp>
        <p:nvSpPr>
          <p:cNvPr id="8" name="标题 1"/>
          <p:cNvSpPr txBox="1"/>
          <p:nvPr/>
        </p:nvSpPr>
        <p:spPr>
          <a:xfrm>
            <a:off x="1779713" y="4072345"/>
            <a:ext cx="3368608" cy="457200"/>
          </a:xfrm>
          <a:prstGeom prst="roundRect">
            <a:avLst>
              <a:gd name="adj" fmla="val 50000"/>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2115170" y="4091577"/>
            <a:ext cx="2697694" cy="418011"/>
          </a:xfrm>
          <a:prstGeom prst="rect">
            <a:avLst/>
          </a:prstGeom>
          <a:noFill/>
          <a:ln>
            <a:noFill/>
          </a:ln>
        </p:spPr>
        <p:txBody>
          <a:bodyPr vert="horz" wrap="square" lIns="0" tIns="0" rIns="0" bIns="0" rtlCol="0" anchor="ctr"/>
          <a:lstStyle/>
          <a:p>
            <a:pPr algn="ctr">
              <a:lnSpc>
                <a:spcPct val="15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数形结合训练</a:t>
            </a:r>
            <a:endParaRPr kumimoji="1" lang="zh-CN" altLang="en-US"/>
          </a:p>
        </p:txBody>
      </p:sp>
      <p:sp>
        <p:nvSpPr>
          <p:cNvPr id="10" name="标题 1"/>
          <p:cNvSpPr txBox="1"/>
          <p:nvPr/>
        </p:nvSpPr>
        <p:spPr>
          <a:xfrm>
            <a:off x="6639229" y="4085680"/>
            <a:ext cx="3368608" cy="430531"/>
          </a:xfrm>
          <a:prstGeom prst="roundRect">
            <a:avLst>
              <a:gd name="adj" fmla="val 50000"/>
            </a:avLst>
          </a:prstGeom>
          <a:no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7422731" y="4085680"/>
            <a:ext cx="3368608" cy="430531"/>
          </a:xfrm>
          <a:prstGeom prst="roundRect">
            <a:avLst>
              <a:gd name="adj" fmla="val 50000"/>
            </a:avLst>
          </a:prstGeom>
          <a:no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pic>
        <p:nvPicPr>
          <p:cNvPr id="12" name="图片"/>
          <p:cNvPicPr>
            <a:picLocks noChangeAspect="1"/>
          </p:cNvPicPr>
          <p:nvPr/>
        </p:nvPicPr>
        <p:blipFill>
          <a:blip r:embed="rId2">
            <a:alphaModFix amt="100000"/>
          </a:blip>
          <a:srcRect l="7763" r="7763"/>
          <a:stretch>
            <a:fillRect/>
          </a:stretch>
        </p:blipFill>
        <p:spPr>
          <a:xfrm>
            <a:off x="7099119" y="1608909"/>
            <a:ext cx="3232331" cy="2144484"/>
          </a:xfrm>
          <a:custGeom>
            <a:avLst/>
            <a:gdLst/>
            <a:ahLst/>
            <a:cxnLst/>
            <a:rect l="l" t="t" r="r" b="b"/>
            <a:pathLst>
              <a:path w="3232331" h="2144484">
                <a:moveTo>
                  <a:pt x="128862" y="0"/>
                </a:moveTo>
                <a:lnTo>
                  <a:pt x="3103469" y="0"/>
                </a:lnTo>
                <a:cubicBezTo>
                  <a:pt x="3174638" y="0"/>
                  <a:pt x="3232331" y="57693"/>
                  <a:pt x="3232331" y="128862"/>
                </a:cubicBezTo>
                <a:lnTo>
                  <a:pt x="3232331" y="2015622"/>
                </a:lnTo>
                <a:cubicBezTo>
                  <a:pt x="3232331" y="2086791"/>
                  <a:pt x="3174638" y="2144484"/>
                  <a:pt x="3103469" y="2144484"/>
                </a:cubicBezTo>
                <a:lnTo>
                  <a:pt x="128862" y="2144484"/>
                </a:lnTo>
                <a:cubicBezTo>
                  <a:pt x="57693" y="2144484"/>
                  <a:pt x="0" y="2086791"/>
                  <a:pt x="0" y="2015622"/>
                </a:cubicBezTo>
                <a:lnTo>
                  <a:pt x="0" y="128862"/>
                </a:lnTo>
                <a:cubicBezTo>
                  <a:pt x="0" y="57693"/>
                  <a:pt x="57693" y="0"/>
                  <a:pt x="128862" y="0"/>
                </a:cubicBezTo>
                <a:close/>
              </a:path>
            </a:pathLst>
          </a:custGeom>
          <a:noFill/>
          <a:ln>
            <a:noFill/>
          </a:ln>
        </p:spPr>
      </p:pic>
      <p:sp>
        <p:nvSpPr>
          <p:cNvPr id="13" name="标题 1"/>
          <p:cNvSpPr txBox="1"/>
          <p:nvPr/>
        </p:nvSpPr>
        <p:spPr>
          <a:xfrm>
            <a:off x="6519378" y="4678097"/>
            <a:ext cx="4394200" cy="1384745"/>
          </a:xfrm>
          <a:prstGeom prst="rect">
            <a:avLst/>
          </a:prstGeom>
          <a:noFill/>
          <a:ln>
            <a:noFill/>
          </a:ln>
        </p:spPr>
        <p:txBody>
          <a:bodyPr vert="horz" wrap="square" lIns="0" tIns="0" rIns="0" bIns="0" rtlCol="0" anchor="t">
            <a:spAutoFit/>
          </a:bodyPr>
          <a:lstStyle/>
          <a:p>
            <a:pPr algn="ctr">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刻意设计违背直觉的物理情境能有效打破思维定势，当既有知识无法解释新现象时，认知冲突便被触发。这迫使学生跳出机械套用公式的舒适区，在深层思维博弈中激发探究欲。通过自我辩驳与重构，学生将在不断质疑中强化逻辑论证能力，实现从解题技巧向科学思维的根本跃升。</a:t>
            </a:r>
            <a:endParaRPr kumimoji="1" lang="zh-CN" altLang="en-US"/>
          </a:p>
        </p:txBody>
      </p:sp>
      <p:sp>
        <p:nvSpPr>
          <p:cNvPr id="14" name="标题 1"/>
          <p:cNvSpPr txBox="1"/>
          <p:nvPr/>
        </p:nvSpPr>
        <p:spPr>
          <a:xfrm>
            <a:off x="7030981" y="4072345"/>
            <a:ext cx="3368608" cy="457200"/>
          </a:xfrm>
          <a:prstGeom prst="roundRect">
            <a:avLst>
              <a:gd name="adj" fmla="val 50000"/>
            </a:avLst>
          </a:prstGeom>
          <a:gradFill>
            <a:gsLst>
              <a:gs pos="0">
                <a:schemeClr val="accent1">
                  <a:lumMod val="60000"/>
                  <a:lumOff val="40000"/>
                </a:schemeClr>
              </a:gs>
              <a:gs pos="85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7366438" y="4091577"/>
            <a:ext cx="2697694" cy="418011"/>
          </a:xfrm>
          <a:prstGeom prst="rect">
            <a:avLst/>
          </a:prstGeom>
          <a:noFill/>
          <a:ln>
            <a:noFill/>
          </a:ln>
        </p:spPr>
        <p:txBody>
          <a:bodyPr vert="horz" wrap="square" lIns="0" tIns="0" rIns="0" bIns="0" rtlCol="0" anchor="ctr"/>
          <a:lstStyle/>
          <a:p>
            <a:pPr algn="ctr">
              <a:lnSpc>
                <a:spcPct val="15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制造认知冲突</a:t>
            </a:r>
            <a:endParaRPr kumimoji="1" lang="zh-CN" altLang="en-US"/>
          </a:p>
        </p:txBody>
      </p:sp>
      <p:sp>
        <p:nvSpPr>
          <p:cNvPr id="16"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针对“科学推理与论证”能力的教学策略</a:t>
            </a:r>
            <a:endParaRPr kumimoji="1" lang="zh-CN" altLang="en-US"/>
          </a:p>
        </p:txBody>
      </p:sp>
      <p:sp>
        <p:nvSpPr>
          <p:cNvPr id="17"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8"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673100" y="2511445"/>
            <a:ext cx="2784619" cy="2774558"/>
          </a:xfrm>
          <a:prstGeom prst="roundRect">
            <a:avLst>
              <a:gd name="adj" fmla="val 6643"/>
            </a:avLst>
          </a:prstGeom>
          <a:solidFill>
            <a:schemeClr val="accent1">
              <a:lumMod val="20000"/>
              <a:lumOff val="80000"/>
              <a:alpha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734281" y="2310250"/>
            <a:ext cx="2784619" cy="2774558"/>
          </a:xfrm>
          <a:prstGeom prst="roundRect">
            <a:avLst>
              <a:gd name="adj" fmla="val 6643"/>
            </a:avLst>
          </a:prstGeom>
          <a:solidFill>
            <a:schemeClr val="accent1">
              <a:lumMod val="20000"/>
              <a:lumOff val="80000"/>
              <a:alpha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3663569" y="2628929"/>
            <a:ext cx="1140932" cy="691786"/>
          </a:xfrm>
          <a:custGeom>
            <a:avLst/>
            <a:gdLst>
              <a:gd name="connsiteX0" fmla="*/ 1657350 w 1657350"/>
              <a:gd name="connsiteY0" fmla="*/ 381000 h 381000"/>
              <a:gd name="connsiteX1" fmla="*/ 1657350 w 1657350"/>
              <a:gd name="connsiteY1" fmla="*/ 381000 h 381000"/>
              <a:gd name="connsiteX2" fmla="*/ 1276350 w 1657350"/>
              <a:gd name="connsiteY2" fmla="*/ 0 h 381000"/>
              <a:gd name="connsiteX3" fmla="*/ 0 w 1657350"/>
              <a:gd name="connsiteY3" fmla="*/ 0 h 381000"/>
            </a:gdLst>
            <a:ahLst/>
            <a:cxnLst/>
            <a:rect l="l" t="t" r="r" b="b"/>
            <a:pathLst>
              <a:path w="1657350" h="381000">
                <a:moveTo>
                  <a:pt x="1657350" y="381000"/>
                </a:moveTo>
                <a:lnTo>
                  <a:pt x="1657350" y="381000"/>
                </a:lnTo>
                <a:lnTo>
                  <a:pt x="1276350" y="0"/>
                </a:lnTo>
                <a:lnTo>
                  <a:pt x="0" y="0"/>
                </a:lnTo>
              </a:path>
            </a:pathLst>
          </a:custGeom>
          <a:noFill/>
          <a:ln w="19050" cap="sq">
            <a:solidFill>
              <a:schemeClr val="accent3"/>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392558" y="2316636"/>
            <a:ext cx="1103683" cy="381000"/>
          </a:xfrm>
          <a:custGeom>
            <a:avLst/>
            <a:gdLst>
              <a:gd name="connsiteX0" fmla="*/ 1657350 w 1657350"/>
              <a:gd name="connsiteY0" fmla="*/ 381000 h 381000"/>
              <a:gd name="connsiteX1" fmla="*/ 1657350 w 1657350"/>
              <a:gd name="connsiteY1" fmla="*/ 381000 h 381000"/>
              <a:gd name="connsiteX2" fmla="*/ 1276350 w 1657350"/>
              <a:gd name="connsiteY2" fmla="*/ 0 h 381000"/>
              <a:gd name="connsiteX3" fmla="*/ 0 w 1657350"/>
              <a:gd name="connsiteY3" fmla="*/ 0 h 381000"/>
            </a:gdLst>
            <a:ahLst/>
            <a:cxnLst/>
            <a:rect l="l" t="t" r="r" b="b"/>
            <a:pathLst>
              <a:path w="1657350" h="381000">
                <a:moveTo>
                  <a:pt x="1657350" y="381000"/>
                </a:moveTo>
                <a:lnTo>
                  <a:pt x="1657350" y="381000"/>
                </a:lnTo>
                <a:lnTo>
                  <a:pt x="1276350" y="0"/>
                </a:lnTo>
                <a:lnTo>
                  <a:pt x="0" y="0"/>
                </a:lnTo>
              </a:path>
            </a:pathLst>
          </a:custGeom>
          <a:noFill/>
          <a:ln w="19050" cap="sq">
            <a:solidFill>
              <a:schemeClr val="accent3"/>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3600056" y="2575159"/>
            <a:ext cx="122477" cy="122477"/>
          </a:xfrm>
          <a:prstGeom prst="ellipse">
            <a:avLst/>
          </a:prstGeom>
          <a:solidFill>
            <a:schemeClr val="accent3"/>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8435002" y="2260695"/>
            <a:ext cx="122477" cy="122477"/>
          </a:xfrm>
          <a:prstGeom prst="ellipse">
            <a:avLst/>
          </a:prstGeom>
          <a:solidFill>
            <a:schemeClr val="accent3"/>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8738686" y="1768643"/>
            <a:ext cx="2780214" cy="821976"/>
          </a:xfrm>
          <a:prstGeom prst="roundRect">
            <a:avLst/>
          </a:prstGeom>
          <a:gradFill>
            <a:gsLst>
              <a:gs pos="0">
                <a:schemeClr val="accent1">
                  <a:lumMod val="60000"/>
                  <a:lumOff val="40000"/>
                </a:schemeClr>
              </a:gs>
              <a:gs pos="100000">
                <a:schemeClr val="accent1"/>
              </a:gs>
            </a:gsLst>
            <a:lin ang="36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73100" y="2107343"/>
            <a:ext cx="2784619" cy="821976"/>
          </a:xfrm>
          <a:prstGeom prst="roundRect">
            <a:avLst/>
          </a:prstGeom>
          <a:gradFill>
            <a:gsLst>
              <a:gs pos="0">
                <a:schemeClr val="accent1">
                  <a:lumMod val="60000"/>
                  <a:lumOff val="40000"/>
                </a:schemeClr>
              </a:gs>
              <a:gs pos="100000">
                <a:schemeClr val="accent1"/>
              </a:gs>
            </a:gsLst>
            <a:lin ang="36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11727" y="2188764"/>
            <a:ext cx="2307365" cy="655490"/>
          </a:xfrm>
          <a:prstGeom prst="rect">
            <a:avLst/>
          </a:prstGeom>
          <a:noFill/>
          <a:ln>
            <a:noFill/>
          </a:ln>
        </p:spPr>
        <p:txBody>
          <a:bodyPr vert="horz" wrap="square" lIns="0" tIns="0" rIns="0" bIns="0" rtlCol="0" anchor="ctr"/>
          <a:lstStyle/>
          <a:p>
            <a:pPr algn="ctr">
              <a:lnSpc>
                <a:spcPct val="13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利用佯谬培养</a:t>
            </a:r>
            <a:endParaRPr kumimoji="1" lang="zh-CN" altLang="en-US"/>
          </a:p>
        </p:txBody>
      </p:sp>
      <p:sp>
        <p:nvSpPr>
          <p:cNvPr id="11" name="标题 1"/>
          <p:cNvSpPr txBox="1"/>
          <p:nvPr/>
        </p:nvSpPr>
        <p:spPr>
          <a:xfrm>
            <a:off x="911727" y="3024661"/>
            <a:ext cx="2311400" cy="2284828"/>
          </a:xfrm>
          <a:prstGeom prst="rect">
            <a:avLst/>
          </a:prstGeom>
          <a:noFill/>
          <a:ln>
            <a:noFill/>
          </a:ln>
        </p:spPr>
        <p:txBody>
          <a:bodyPr vert="horz" wrap="square" lIns="0" tIns="0" rIns="0" bIns="0" rtlCol="0" anchor="t">
            <a:spAutoFit/>
          </a:bodyPr>
          <a:lstStyle/>
          <a:p>
            <a:pPr algn="ctr">
              <a:lnSpc>
                <a:spcPct val="150000"/>
              </a:lnSpc>
            </a:pPr>
            <a:r>
              <a:rPr kumimoji="1" lang="en-US" altLang="zh-CN" sz="1100">
                <a:ln w="12700">
                  <a:noFill/>
                </a:ln>
                <a:solidFill>
                  <a:srgbClr val="000000">
                    <a:alpha val="100000"/>
                  </a:srgbClr>
                </a:solidFill>
                <a:latin typeface="Source Han Sans CN Normal"/>
                <a:ea typeface="Source Han Sans CN Normal"/>
                <a:cs typeface="Source Han Sans CN Normal"/>
              </a:rPr>
              <a:t>教学中引入经典物理佯谬，可制造强烈的认知冲突，迫使学生直面逻辑矛盾。在剖析佯谬成因的过程中，学生需重新审视概念的适用边界与前提条件，这一过程能有效打破固有思维定势。通过对佯谬的深度反思与逻辑重构，不仅能修正错误认知，更能强化质疑意识，从而在根本上提升批判性思维的深度与严谨性。</a:t>
            </a:r>
            <a:endParaRPr kumimoji="1" lang="zh-CN" altLang="en-US"/>
          </a:p>
        </p:txBody>
      </p:sp>
      <p:sp>
        <p:nvSpPr>
          <p:cNvPr id="12" name="标题 1"/>
          <p:cNvSpPr txBox="1"/>
          <p:nvPr/>
        </p:nvSpPr>
        <p:spPr>
          <a:xfrm>
            <a:off x="8972908" y="1850064"/>
            <a:ext cx="2307365" cy="655490"/>
          </a:xfrm>
          <a:prstGeom prst="rect">
            <a:avLst/>
          </a:prstGeom>
          <a:noFill/>
          <a:ln>
            <a:noFill/>
          </a:ln>
        </p:spPr>
        <p:txBody>
          <a:bodyPr vert="horz" wrap="square" lIns="0" tIns="0" rIns="0" bIns="0" rtlCol="0" anchor="ctr"/>
          <a:lstStyle/>
          <a:p>
            <a:pPr algn="ctr">
              <a:lnSpc>
                <a:spcPct val="13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激发创新意识</a:t>
            </a:r>
            <a:endParaRPr kumimoji="1" lang="zh-CN" altLang="en-US"/>
          </a:p>
        </p:txBody>
      </p:sp>
      <p:sp>
        <p:nvSpPr>
          <p:cNvPr id="13" name="标题 1"/>
          <p:cNvSpPr txBox="1"/>
          <p:nvPr/>
        </p:nvSpPr>
        <p:spPr>
          <a:xfrm>
            <a:off x="8977424" y="2655335"/>
            <a:ext cx="2298700" cy="2030959"/>
          </a:xfrm>
          <a:prstGeom prst="rect">
            <a:avLst/>
          </a:prstGeom>
          <a:noFill/>
          <a:ln>
            <a:noFill/>
          </a:ln>
        </p:spPr>
        <p:txBody>
          <a:bodyPr vert="horz" wrap="square" lIns="0" tIns="0" rIns="0" bIns="0" rtlCol="0" anchor="t">
            <a:spAutoFit/>
          </a:bodyPr>
          <a:lstStyle/>
          <a:p>
            <a:pPr algn="ctr">
              <a:lnSpc>
                <a:spcPct val="150000"/>
              </a:lnSpc>
            </a:pPr>
            <a:r>
              <a:rPr kumimoji="1" lang="en-US" altLang="zh-CN" sz="1100">
                <a:ln w="12700">
                  <a:noFill/>
                </a:ln>
                <a:solidFill>
                  <a:srgbClr val="000000">
                    <a:alpha val="100000"/>
                  </a:srgbClr>
                </a:solidFill>
                <a:latin typeface="Source Han Sans CN Normal"/>
                <a:ea typeface="Source Han Sans CN Normal"/>
                <a:cs typeface="Source Han Sans CN Normal"/>
              </a:rPr>
              <a:t>通过一题多解打破思维定势，鼓励学生尝试不同物理模型与数学工具的组合，如利用几何性质求解力学极值。结合变式训练对试题条件进行增减或情境迁移，促使学生在动态变化中重构认知结构。这种多角度辨析与深度重构的过程，能有效激发创新意识并提升灵活应变能力。</a:t>
            </a:r>
            <a:endParaRPr kumimoji="1" lang="zh-CN" altLang="en-US"/>
          </a:p>
        </p:txBody>
      </p:sp>
      <p:sp>
        <p:nvSpPr>
          <p:cNvPr id="14" name="标题 1"/>
          <p:cNvSpPr txBox="1"/>
          <p:nvPr/>
        </p:nvSpPr>
        <p:spPr>
          <a:xfrm>
            <a:off x="4483768" y="4359313"/>
            <a:ext cx="1352550" cy="1352550"/>
          </a:xfrm>
          <a:prstGeom prst="ellipse">
            <a:avLst/>
          </a:prstGeom>
          <a:gradFill>
            <a:gsLst>
              <a:gs pos="0">
                <a:schemeClr val="accent1">
                  <a:lumMod val="20000"/>
                  <a:lumOff val="80000"/>
                </a:schemeClr>
              </a:gs>
              <a:gs pos="61000">
                <a:schemeClr val="accent1">
                  <a:lumMod val="20000"/>
                  <a:lumOff val="80000"/>
                  <a:alpha val="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5928533" y="4212614"/>
            <a:ext cx="1864880" cy="1864880"/>
          </a:xfrm>
          <a:prstGeom prst="ellipse">
            <a:avLst/>
          </a:prstGeom>
          <a:gradFill>
            <a:gsLst>
              <a:gs pos="0">
                <a:schemeClr val="accent1">
                  <a:lumMod val="20000"/>
                  <a:lumOff val="80000"/>
                </a:schemeClr>
              </a:gs>
              <a:gs pos="61000">
                <a:schemeClr val="accent1">
                  <a:lumMod val="20000"/>
                  <a:lumOff val="80000"/>
                  <a:alpha val="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4466852" y="2931855"/>
            <a:ext cx="1410446" cy="1410446"/>
          </a:xfrm>
          <a:prstGeom prst="ellipse">
            <a:avLst/>
          </a:pr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5888262" y="2229558"/>
            <a:ext cx="1944706" cy="1944706"/>
          </a:xfrm>
          <a:prstGeom prst="ellipse">
            <a:avLst/>
          </a:pr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pic>
        <p:nvPicPr>
          <p:cNvPr id="18" name="图片"/>
          <p:cNvPicPr>
            <a:picLocks noChangeAspect="1"/>
          </p:cNvPicPr>
          <p:nvPr/>
        </p:nvPicPr>
        <p:blipFill>
          <a:blip r:embed="rId1">
            <a:alphaModFix amt="100000"/>
          </a:blip>
          <a:srcRect l="16688" r="16688"/>
          <a:stretch>
            <a:fillRect/>
          </a:stretch>
        </p:blipFill>
        <p:spPr>
          <a:xfrm>
            <a:off x="4566938" y="3031941"/>
            <a:ext cx="1210274" cy="1210274"/>
          </a:xfrm>
          <a:custGeom>
            <a:avLst/>
            <a:gdLst>
              <a:gd name="connsiteX0" fmla="*/ 605137 w 1210274"/>
              <a:gd name="connsiteY0" fmla="*/ 0 h 1210274"/>
              <a:gd name="connsiteX1" fmla="*/ 1210274 w 1210274"/>
              <a:gd name="connsiteY1" fmla="*/ 605137 h 1210274"/>
              <a:gd name="connsiteX2" fmla="*/ 605137 w 1210274"/>
              <a:gd name="connsiteY2" fmla="*/ 1210274 h 1210274"/>
              <a:gd name="connsiteX3" fmla="*/ 0 w 1210274"/>
              <a:gd name="connsiteY3" fmla="*/ 605137 h 1210274"/>
              <a:gd name="connsiteX4" fmla="*/ 605137 w 1210274"/>
              <a:gd name="connsiteY4" fmla="*/ 0 h 1210274"/>
            </a:gdLst>
            <a:ahLst/>
            <a:cxnLst/>
            <a:rect l="l" t="t" r="r" b="b"/>
            <a:pathLst>
              <a:path w="1210274" h="1210274">
                <a:moveTo>
                  <a:pt x="605137" y="0"/>
                </a:moveTo>
                <a:cubicBezTo>
                  <a:pt x="939345" y="0"/>
                  <a:pt x="1210274" y="270929"/>
                  <a:pt x="1210274" y="605137"/>
                </a:cubicBezTo>
                <a:cubicBezTo>
                  <a:pt x="1210274" y="939345"/>
                  <a:pt x="939345" y="1210274"/>
                  <a:pt x="605137" y="1210274"/>
                </a:cubicBezTo>
                <a:cubicBezTo>
                  <a:pt x="270929" y="1210274"/>
                  <a:pt x="0" y="939345"/>
                  <a:pt x="0" y="605137"/>
                </a:cubicBezTo>
                <a:cubicBezTo>
                  <a:pt x="0" y="270929"/>
                  <a:pt x="270929" y="0"/>
                  <a:pt x="605137" y="0"/>
                </a:cubicBezTo>
                <a:close/>
              </a:path>
            </a:pathLst>
          </a:custGeom>
          <a:noFill/>
          <a:ln>
            <a:noFill/>
          </a:ln>
        </p:spPr>
      </p:pic>
      <p:pic>
        <p:nvPicPr>
          <p:cNvPr id="19" name="图片"/>
          <p:cNvPicPr>
            <a:picLocks noChangeAspect="1"/>
          </p:cNvPicPr>
          <p:nvPr/>
        </p:nvPicPr>
        <p:blipFill>
          <a:blip r:embed="rId2">
            <a:alphaModFix amt="100000"/>
          </a:blip>
          <a:srcRect l="21978" r="21978"/>
          <a:stretch>
            <a:fillRect/>
          </a:stretch>
        </p:blipFill>
        <p:spPr>
          <a:xfrm>
            <a:off x="6026260" y="2367556"/>
            <a:ext cx="1668710" cy="1668710"/>
          </a:xfrm>
          <a:custGeom>
            <a:avLst/>
            <a:gdLst>
              <a:gd name="connsiteX0" fmla="*/ 834355 w 1668710"/>
              <a:gd name="connsiteY0" fmla="*/ 0 h 1668710"/>
              <a:gd name="connsiteX1" fmla="*/ 1668710 w 1668710"/>
              <a:gd name="connsiteY1" fmla="*/ 834355 h 1668710"/>
              <a:gd name="connsiteX2" fmla="*/ 834355 w 1668710"/>
              <a:gd name="connsiteY2" fmla="*/ 1668710 h 1668710"/>
              <a:gd name="connsiteX3" fmla="*/ 0 w 1668710"/>
              <a:gd name="connsiteY3" fmla="*/ 834355 h 1668710"/>
              <a:gd name="connsiteX4" fmla="*/ 834355 w 1668710"/>
              <a:gd name="connsiteY4" fmla="*/ 0 h 1668710"/>
            </a:gdLst>
            <a:ahLst/>
            <a:cxnLst/>
            <a:rect l="l" t="t" r="r" b="b"/>
            <a:pathLst>
              <a:path w="1668710" h="1668710">
                <a:moveTo>
                  <a:pt x="834355" y="0"/>
                </a:moveTo>
                <a:cubicBezTo>
                  <a:pt x="1295157" y="0"/>
                  <a:pt x="1668710" y="373553"/>
                  <a:pt x="1668710" y="834355"/>
                </a:cubicBezTo>
                <a:cubicBezTo>
                  <a:pt x="1668710" y="1295157"/>
                  <a:pt x="1295157" y="1668710"/>
                  <a:pt x="834355" y="1668710"/>
                </a:cubicBezTo>
                <a:cubicBezTo>
                  <a:pt x="373553" y="1668710"/>
                  <a:pt x="0" y="1295157"/>
                  <a:pt x="0" y="834355"/>
                </a:cubicBezTo>
                <a:cubicBezTo>
                  <a:pt x="0" y="373553"/>
                  <a:pt x="373553" y="0"/>
                  <a:pt x="834355" y="0"/>
                </a:cubicBezTo>
                <a:close/>
              </a:path>
            </a:pathLst>
          </a:custGeom>
          <a:noFill/>
          <a:ln>
            <a:noFill/>
          </a:ln>
        </p:spPr>
      </p:pic>
      <p:sp>
        <p:nvSpPr>
          <p:cNvPr id="20"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针对“质疑创新”能力的教学策略</a:t>
            </a:r>
            <a:endParaRPr kumimoji="1" lang="zh-CN" altLang="en-US"/>
          </a:p>
        </p:txBody>
      </p:sp>
      <p:sp>
        <p:nvSpPr>
          <p:cNvPr id="21"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2"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3400">
                <a:ln w="12700">
                  <a:noFill/>
                </a:ln>
                <a:solidFill>
                  <a:srgbClr val="003C83">
                    <a:alpha val="100000"/>
                  </a:srgbClr>
                </a:solidFill>
                <a:latin typeface="OPPOSans H"/>
                <a:ea typeface="OPPOSans H"/>
                <a:cs typeface="OPPOSans H"/>
              </a:rPr>
              <a:t>第五部分 教学策略的实证研究（验证提升效果）</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05</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1889359" y="2511706"/>
            <a:ext cx="3132882" cy="3115064"/>
          </a:xfrm>
          <a:custGeom>
            <a:avLst/>
            <a:gdLst>
              <a:gd name="connsiteX0" fmla="*/ 2180703 w 6517785"/>
              <a:gd name="connsiteY0" fmla="*/ 6458805 h 6858000"/>
              <a:gd name="connsiteX1" fmla="*/ 2150711 w 6517785"/>
              <a:gd name="connsiteY1" fmla="*/ 6472234 h 6858000"/>
              <a:gd name="connsiteX2" fmla="*/ 2086697 w 6517785"/>
              <a:gd name="connsiteY2" fmla="*/ 6441346 h 6858000"/>
              <a:gd name="connsiteX3" fmla="*/ 2120270 w 6517785"/>
              <a:gd name="connsiteY3" fmla="*/ 6425231 h 6858000"/>
              <a:gd name="connsiteX4" fmla="*/ 2088935 w 6517785"/>
              <a:gd name="connsiteY4" fmla="*/ 6392552 h 6858000"/>
              <a:gd name="connsiteX5" fmla="*/ 2015968 w 6517785"/>
              <a:gd name="connsiteY5" fmla="*/ 6391210 h 6858000"/>
              <a:gd name="connsiteX6" fmla="*/ 1963145 w 6517785"/>
              <a:gd name="connsiteY6" fmla="*/ 6398820 h 6858000"/>
              <a:gd name="connsiteX7" fmla="*/ 2014625 w 6517785"/>
              <a:gd name="connsiteY7" fmla="*/ 6373304 h 6858000"/>
              <a:gd name="connsiteX8" fmla="*/ 1977918 w 6517785"/>
              <a:gd name="connsiteY8" fmla="*/ 6340625 h 6858000"/>
              <a:gd name="connsiteX9" fmla="*/ 1923752 w 6517785"/>
              <a:gd name="connsiteY9" fmla="*/ 6409116 h 6858000"/>
              <a:gd name="connsiteX10" fmla="*/ 1911218 w 6517785"/>
              <a:gd name="connsiteY10" fmla="*/ 6406430 h 6858000"/>
              <a:gd name="connsiteX11" fmla="*/ 1901369 w 6517785"/>
              <a:gd name="connsiteY11" fmla="*/ 6342416 h 6858000"/>
              <a:gd name="connsiteX12" fmla="*/ 1928676 w 6517785"/>
              <a:gd name="connsiteY12" fmla="*/ 6351369 h 6858000"/>
              <a:gd name="connsiteX13" fmla="*/ 1885254 w 6517785"/>
              <a:gd name="connsiteY13" fmla="*/ 6302575 h 6858000"/>
              <a:gd name="connsiteX14" fmla="*/ 1857500 w 6517785"/>
              <a:gd name="connsiteY14" fmla="*/ 6327643 h 6858000"/>
              <a:gd name="connsiteX15" fmla="*/ 1882568 w 6517785"/>
              <a:gd name="connsiteY15" fmla="*/ 6334806 h 6858000"/>
              <a:gd name="connsiteX16" fmla="*/ 1871825 w 6517785"/>
              <a:gd name="connsiteY16" fmla="*/ 6350921 h 6858000"/>
              <a:gd name="connsiteX17" fmla="*/ 1746483 w 6517785"/>
              <a:gd name="connsiteY17" fmla="*/ 6297651 h 6858000"/>
              <a:gd name="connsiteX18" fmla="*/ 1817211 w 6517785"/>
              <a:gd name="connsiteY18" fmla="*/ 6277954 h 6858000"/>
              <a:gd name="connsiteX19" fmla="*/ 1820345 w 6517785"/>
              <a:gd name="connsiteY19" fmla="*/ 6265420 h 6858000"/>
              <a:gd name="connsiteX20" fmla="*/ 1774237 w 6517785"/>
              <a:gd name="connsiteY20" fmla="*/ 6247962 h 6858000"/>
              <a:gd name="connsiteX21" fmla="*/ 1730815 w 6517785"/>
              <a:gd name="connsiteY21" fmla="*/ 6242142 h 6858000"/>
              <a:gd name="connsiteX22" fmla="*/ 1696793 w 6517785"/>
              <a:gd name="connsiteY22" fmla="*/ 6266763 h 6858000"/>
              <a:gd name="connsiteX23" fmla="*/ 1635465 w 6517785"/>
              <a:gd name="connsiteY23" fmla="*/ 6209464 h 6858000"/>
              <a:gd name="connsiteX24" fmla="*/ 1626065 w 6517785"/>
              <a:gd name="connsiteY24" fmla="*/ 6172756 h 6858000"/>
              <a:gd name="connsiteX25" fmla="*/ 1581747 w 6517785"/>
              <a:gd name="connsiteY25" fmla="*/ 6171414 h 6858000"/>
              <a:gd name="connsiteX26" fmla="*/ 1600549 w 6517785"/>
              <a:gd name="connsiteY26" fmla="*/ 6206778 h 6858000"/>
              <a:gd name="connsiteX27" fmla="*/ 1596967 w 6517785"/>
              <a:gd name="connsiteY27" fmla="*/ 6211702 h 6858000"/>
              <a:gd name="connsiteX28" fmla="*/ 1538325 w 6517785"/>
              <a:gd name="connsiteY28" fmla="*/ 6172756 h 6858000"/>
              <a:gd name="connsiteX29" fmla="*/ 1584881 w 6517785"/>
              <a:gd name="connsiteY29" fmla="*/ 6146793 h 6858000"/>
              <a:gd name="connsiteX30" fmla="*/ 1536535 w 6517785"/>
              <a:gd name="connsiteY30" fmla="*/ 6135602 h 6858000"/>
              <a:gd name="connsiteX31" fmla="*/ 1498037 w 6517785"/>
              <a:gd name="connsiteY31" fmla="*/ 6152164 h 6858000"/>
              <a:gd name="connsiteX32" fmla="*/ 1489979 w 6517785"/>
              <a:gd name="connsiteY32" fmla="*/ 6143659 h 6858000"/>
              <a:gd name="connsiteX33" fmla="*/ 1535192 w 6517785"/>
              <a:gd name="connsiteY33" fmla="*/ 6080093 h 6858000"/>
              <a:gd name="connsiteX34" fmla="*/ 1451481 w 6517785"/>
              <a:gd name="connsiteY34" fmla="*/ 6106952 h 6858000"/>
              <a:gd name="connsiteX35" fmla="*/ 1423279 w 6517785"/>
              <a:gd name="connsiteY35" fmla="*/ 6076959 h 6858000"/>
              <a:gd name="connsiteX36" fmla="*/ 1455958 w 6517785"/>
              <a:gd name="connsiteY36" fmla="*/ 6041595 h 6858000"/>
              <a:gd name="connsiteX37" fmla="*/ 1453272 w 6517785"/>
              <a:gd name="connsiteY37" fmla="*/ 6032194 h 6858000"/>
              <a:gd name="connsiteX38" fmla="*/ 1399106 w 6517785"/>
              <a:gd name="connsiteY38" fmla="*/ 6045176 h 6858000"/>
              <a:gd name="connsiteX39" fmla="*/ 1316738 w 6517785"/>
              <a:gd name="connsiteY39" fmla="*/ 5995487 h 6858000"/>
              <a:gd name="connsiteX40" fmla="*/ 1376724 w 6517785"/>
              <a:gd name="connsiteY40" fmla="*/ 5964599 h 6858000"/>
              <a:gd name="connsiteX41" fmla="*/ 1269287 w 6517785"/>
              <a:gd name="connsiteY41" fmla="*/ 5963256 h 6858000"/>
              <a:gd name="connsiteX42" fmla="*/ 1279136 w 6517785"/>
              <a:gd name="connsiteY42" fmla="*/ 5907300 h 6858000"/>
              <a:gd name="connsiteX43" fmla="*/ 1201245 w 6517785"/>
              <a:gd name="connsiteY43" fmla="*/ 5907300 h 6858000"/>
              <a:gd name="connsiteX44" fmla="*/ 1101866 w 6517785"/>
              <a:gd name="connsiteY44" fmla="*/ 5803892 h 6858000"/>
              <a:gd name="connsiteX45" fmla="*/ 1122906 w 6517785"/>
              <a:gd name="connsiteY45" fmla="*/ 5762261 h 6858000"/>
              <a:gd name="connsiteX46" fmla="*/ 979210 w 6517785"/>
              <a:gd name="connsiteY46" fmla="*/ 5668255 h 6858000"/>
              <a:gd name="connsiteX47" fmla="*/ 867745 w 6517785"/>
              <a:gd name="connsiteY47" fmla="*/ 5544703 h 6858000"/>
              <a:gd name="connsiteX48" fmla="*/ 840886 w 6517785"/>
              <a:gd name="connsiteY48" fmla="*/ 5510234 h 6858000"/>
              <a:gd name="connsiteX49" fmla="*/ 774186 w 6517785"/>
              <a:gd name="connsiteY49" fmla="*/ 5458754 h 6858000"/>
              <a:gd name="connsiteX50" fmla="*/ 784930 w 6517785"/>
              <a:gd name="connsiteY50" fmla="*/ 5442639 h 6858000"/>
              <a:gd name="connsiteX51" fmla="*/ 774634 w 6517785"/>
              <a:gd name="connsiteY51" fmla="*/ 5444877 h 6858000"/>
              <a:gd name="connsiteX52" fmla="*/ 753147 w 6517785"/>
              <a:gd name="connsiteY52" fmla="*/ 5389369 h 6858000"/>
              <a:gd name="connsiteX53" fmla="*/ 685552 w 6517785"/>
              <a:gd name="connsiteY53" fmla="*/ 5325355 h 6858000"/>
              <a:gd name="connsiteX54" fmla="*/ 630491 w 6517785"/>
              <a:gd name="connsiteY54" fmla="*/ 5229558 h 6858000"/>
              <a:gd name="connsiteX55" fmla="*/ 642577 w 6517785"/>
              <a:gd name="connsiteY55" fmla="*/ 5203594 h 6858000"/>
              <a:gd name="connsiteX56" fmla="*/ 649740 w 6517785"/>
              <a:gd name="connsiteY56" fmla="*/ 5185240 h 6858000"/>
              <a:gd name="connsiteX57" fmla="*/ 635863 w 6517785"/>
              <a:gd name="connsiteY57" fmla="*/ 5191060 h 6858000"/>
              <a:gd name="connsiteX58" fmla="*/ 605422 w 6517785"/>
              <a:gd name="connsiteY58" fmla="*/ 5183449 h 6858000"/>
              <a:gd name="connsiteX59" fmla="*/ 598708 w 6517785"/>
              <a:gd name="connsiteY59" fmla="*/ 5150323 h 6858000"/>
              <a:gd name="connsiteX60" fmla="*/ 570953 w 6517785"/>
              <a:gd name="connsiteY60" fmla="*/ 5100634 h 6858000"/>
              <a:gd name="connsiteX61" fmla="*/ 502910 w 6517785"/>
              <a:gd name="connsiteY61" fmla="*/ 4995884 h 6858000"/>
              <a:gd name="connsiteX62" fmla="*/ 530217 w 6517785"/>
              <a:gd name="connsiteY62" fmla="*/ 4974397 h 6858000"/>
              <a:gd name="connsiteX63" fmla="*/ 496196 w 6517785"/>
              <a:gd name="connsiteY63" fmla="*/ 4967682 h 6858000"/>
              <a:gd name="connsiteX64" fmla="*/ 455012 w 6517785"/>
              <a:gd name="connsiteY64" fmla="*/ 4935004 h 6858000"/>
              <a:gd name="connsiteX65" fmla="*/ 389655 w 6517785"/>
              <a:gd name="connsiteY65" fmla="*/ 4776535 h 6858000"/>
              <a:gd name="connsiteX66" fmla="*/ 376673 w 6517785"/>
              <a:gd name="connsiteY66" fmla="*/ 4726399 h 6858000"/>
              <a:gd name="connsiteX67" fmla="*/ 304601 w 6517785"/>
              <a:gd name="connsiteY67" fmla="*/ 4610457 h 6858000"/>
              <a:gd name="connsiteX68" fmla="*/ 305944 w 6517785"/>
              <a:gd name="connsiteY68" fmla="*/ 4584494 h 6858000"/>
              <a:gd name="connsiteX69" fmla="*/ 265208 w 6517785"/>
              <a:gd name="connsiteY69" fmla="*/ 4564349 h 6858000"/>
              <a:gd name="connsiteX70" fmla="*/ 178812 w 6517785"/>
              <a:gd name="connsiteY70" fmla="*/ 4423340 h 6858000"/>
              <a:gd name="connsiteX71" fmla="*/ 155982 w 6517785"/>
              <a:gd name="connsiteY71" fmla="*/ 4351268 h 6858000"/>
              <a:gd name="connsiteX72" fmla="*/ 114798 w 6517785"/>
              <a:gd name="connsiteY72" fmla="*/ 4261738 h 6858000"/>
              <a:gd name="connsiteX73" fmla="*/ 66004 w 6517785"/>
              <a:gd name="connsiteY73" fmla="*/ 4169970 h 6858000"/>
              <a:gd name="connsiteX74" fmla="*/ 83910 w 6517785"/>
              <a:gd name="connsiteY74" fmla="*/ 4155645 h 6858000"/>
              <a:gd name="connsiteX75" fmla="*/ 42726 w 6517785"/>
              <a:gd name="connsiteY75" fmla="*/ 4121623 h 6858000"/>
              <a:gd name="connsiteX76" fmla="*/ 64213 w 6517785"/>
              <a:gd name="connsiteY76" fmla="*/ 4067905 h 6858000"/>
              <a:gd name="connsiteX77" fmla="*/ 38697 w 6517785"/>
              <a:gd name="connsiteY77" fmla="*/ 4076858 h 6858000"/>
              <a:gd name="connsiteX78" fmla="*/ 38697 w 6517785"/>
              <a:gd name="connsiteY78" fmla="*/ 3996281 h 6858000"/>
              <a:gd name="connsiteX79" fmla="*/ 12286 w 6517785"/>
              <a:gd name="connsiteY79" fmla="*/ 3996281 h 6858000"/>
              <a:gd name="connsiteX80" fmla="*/ 26611 w 6517785"/>
              <a:gd name="connsiteY80" fmla="*/ 3906751 h 6858000"/>
              <a:gd name="connsiteX81" fmla="*/ 12734 w 6517785"/>
              <a:gd name="connsiteY81" fmla="*/ 3748731 h 6858000"/>
              <a:gd name="connsiteX82" fmla="*/ 75852 w 6517785"/>
              <a:gd name="connsiteY82" fmla="*/ 3791257 h 6858000"/>
              <a:gd name="connsiteX83" fmla="*/ 118827 w 6517785"/>
              <a:gd name="connsiteY83" fmla="*/ 3774247 h 6858000"/>
              <a:gd name="connsiteX84" fmla="*/ 132704 w 6517785"/>
              <a:gd name="connsiteY84" fmla="*/ 3746045 h 6858000"/>
              <a:gd name="connsiteX85" fmla="*/ 146581 w 6517785"/>
              <a:gd name="connsiteY85" fmla="*/ 3664125 h 6858000"/>
              <a:gd name="connsiteX86" fmla="*/ 222681 w 6517785"/>
              <a:gd name="connsiteY86" fmla="*/ 3590710 h 6858000"/>
              <a:gd name="connsiteX87" fmla="*/ 142552 w 6517785"/>
              <a:gd name="connsiteY87" fmla="*/ 3585338 h 6858000"/>
              <a:gd name="connsiteX88" fmla="*/ 175678 w 6517785"/>
              <a:gd name="connsiteY88" fmla="*/ 3515058 h 6858000"/>
              <a:gd name="connsiteX89" fmla="*/ 229844 w 6517785"/>
              <a:gd name="connsiteY89" fmla="*/ 3519982 h 6858000"/>
              <a:gd name="connsiteX90" fmla="*/ 207014 w 6517785"/>
              <a:gd name="connsiteY90" fmla="*/ 3454177 h 6858000"/>
              <a:gd name="connsiteX91" fmla="*/ 149267 w 6517785"/>
              <a:gd name="connsiteY91" fmla="*/ 3497152 h 6858000"/>
              <a:gd name="connsiteX92" fmla="*/ 156429 w 6517785"/>
              <a:gd name="connsiteY92" fmla="*/ 3385239 h 6858000"/>
              <a:gd name="connsiteX93" fmla="*/ 204775 w 6517785"/>
              <a:gd name="connsiteY93" fmla="*/ 3378076 h 6858000"/>
              <a:gd name="connsiteX94" fmla="*/ 273714 w 6517785"/>
              <a:gd name="connsiteY94" fmla="*/ 3421051 h 6858000"/>
              <a:gd name="connsiteX95" fmla="*/ 326536 w 6517785"/>
              <a:gd name="connsiteY95" fmla="*/ 3342264 h 6858000"/>
              <a:gd name="connsiteX96" fmla="*/ 377121 w 6517785"/>
              <a:gd name="connsiteY96" fmla="*/ 3265716 h 6858000"/>
              <a:gd name="connsiteX97" fmla="*/ 406666 w 6517785"/>
              <a:gd name="connsiteY97" fmla="*/ 3241991 h 6858000"/>
              <a:gd name="connsiteX98" fmla="*/ 471127 w 6517785"/>
              <a:gd name="connsiteY98" fmla="*/ 3183796 h 6858000"/>
              <a:gd name="connsiteX99" fmla="*/ 529769 w 6517785"/>
              <a:gd name="connsiteY99" fmla="*/ 3071436 h 6858000"/>
              <a:gd name="connsiteX100" fmla="*/ 539170 w 6517785"/>
              <a:gd name="connsiteY100" fmla="*/ 3043682 h 6858000"/>
              <a:gd name="connsiteX101" fmla="*/ 520369 w 6517785"/>
              <a:gd name="connsiteY101" fmla="*/ 2951466 h 6858000"/>
              <a:gd name="connsiteX102" fmla="*/ 483662 w 6517785"/>
              <a:gd name="connsiteY102" fmla="*/ 2923264 h 6858000"/>
              <a:gd name="connsiteX103" fmla="*/ 427705 w 6517785"/>
              <a:gd name="connsiteY103" fmla="*/ 2927293 h 6858000"/>
              <a:gd name="connsiteX104" fmla="*/ 419200 w 6517785"/>
              <a:gd name="connsiteY104" fmla="*/ 2848954 h 6858000"/>
              <a:gd name="connsiteX105" fmla="*/ 501568 w 6517785"/>
              <a:gd name="connsiteY105" fmla="*/ 2865070 h 6858000"/>
              <a:gd name="connsiteX106" fmla="*/ 530217 w 6517785"/>
              <a:gd name="connsiteY106" fmla="*/ 2803294 h 6858000"/>
              <a:gd name="connsiteX107" fmla="*/ 549914 w 6517785"/>
              <a:gd name="connsiteY107" fmla="*/ 2769272 h 6858000"/>
              <a:gd name="connsiteX108" fmla="*/ 569163 w 6517785"/>
              <a:gd name="connsiteY108" fmla="*/ 2717345 h 6858000"/>
              <a:gd name="connsiteX109" fmla="*/ 613032 w 6517785"/>
              <a:gd name="connsiteY109" fmla="*/ 2643930 h 6858000"/>
              <a:gd name="connsiteX110" fmla="*/ 660931 w 6517785"/>
              <a:gd name="connsiteY110" fmla="*/ 2668551 h 6858000"/>
              <a:gd name="connsiteX111" fmla="*/ 672122 w 6517785"/>
              <a:gd name="connsiteY111" fmla="*/ 2697201 h 6858000"/>
              <a:gd name="connsiteX112" fmla="*/ 672570 w 6517785"/>
              <a:gd name="connsiteY112" fmla="*/ 2788521 h 6858000"/>
              <a:gd name="connsiteX113" fmla="*/ 675256 w 6517785"/>
              <a:gd name="connsiteY113" fmla="*/ 2795236 h 6858000"/>
              <a:gd name="connsiteX114" fmla="*/ 656454 w 6517785"/>
              <a:gd name="connsiteY114" fmla="*/ 2887900 h 6858000"/>
              <a:gd name="connsiteX115" fmla="*/ 600946 w 6517785"/>
              <a:gd name="connsiteY115" fmla="*/ 2953704 h 6858000"/>
              <a:gd name="connsiteX116" fmla="*/ 592441 w 6517785"/>
              <a:gd name="connsiteY116" fmla="*/ 2989964 h 6858000"/>
              <a:gd name="connsiteX117" fmla="*/ 594231 w 6517785"/>
              <a:gd name="connsiteY117" fmla="*/ 3042339 h 6858000"/>
              <a:gd name="connsiteX118" fmla="*/ 601841 w 6517785"/>
              <a:gd name="connsiteY118" fmla="*/ 3104562 h 6858000"/>
              <a:gd name="connsiteX119" fmla="*/ 607213 w 6517785"/>
              <a:gd name="connsiteY119" fmla="*/ 3117544 h 6858000"/>
              <a:gd name="connsiteX120" fmla="*/ 598260 w 6517785"/>
              <a:gd name="connsiteY120" fmla="*/ 3210208 h 6858000"/>
              <a:gd name="connsiteX121" fmla="*/ 608108 w 6517785"/>
              <a:gd name="connsiteY121" fmla="*/ 3236619 h 6858000"/>
              <a:gd name="connsiteX122" fmla="*/ 669884 w 6517785"/>
              <a:gd name="connsiteY122" fmla="*/ 3321225 h 6858000"/>
              <a:gd name="connsiteX123" fmla="*/ 730764 w 6517785"/>
              <a:gd name="connsiteY123" fmla="*/ 3463578 h 6858000"/>
              <a:gd name="connsiteX124" fmla="*/ 771053 w 6517785"/>
              <a:gd name="connsiteY124" fmla="*/ 3576833 h 6858000"/>
              <a:gd name="connsiteX125" fmla="*/ 792540 w 6517785"/>
              <a:gd name="connsiteY125" fmla="*/ 3638609 h 6858000"/>
              <a:gd name="connsiteX126" fmla="*/ 765681 w 6517785"/>
              <a:gd name="connsiteY126" fmla="*/ 3714262 h 6858000"/>
              <a:gd name="connsiteX127" fmla="*/ 754490 w 6517785"/>
              <a:gd name="connsiteY127" fmla="*/ 3728586 h 6858000"/>
              <a:gd name="connsiteX128" fmla="*/ 764786 w 6517785"/>
              <a:gd name="connsiteY128" fmla="*/ 3731720 h 6858000"/>
              <a:gd name="connsiteX129" fmla="*/ 753595 w 6517785"/>
              <a:gd name="connsiteY129" fmla="*/ 3794839 h 6858000"/>
              <a:gd name="connsiteX130" fmla="*/ 741956 w 6517785"/>
              <a:gd name="connsiteY130" fmla="*/ 3849004 h 6858000"/>
              <a:gd name="connsiteX131" fmla="*/ 771948 w 6517785"/>
              <a:gd name="connsiteY131" fmla="*/ 3993148 h 6858000"/>
              <a:gd name="connsiteX132" fmla="*/ 762995 w 6517785"/>
              <a:gd name="connsiteY132" fmla="*/ 4129681 h 6858000"/>
              <a:gd name="connsiteX133" fmla="*/ 786721 w 6517785"/>
              <a:gd name="connsiteY133" fmla="*/ 4131472 h 6858000"/>
              <a:gd name="connsiteX134" fmla="*/ 831933 w 6517785"/>
              <a:gd name="connsiteY134" fmla="*/ 4313218 h 6858000"/>
              <a:gd name="connsiteX135" fmla="*/ 849392 w 6517785"/>
              <a:gd name="connsiteY135" fmla="*/ 4302474 h 6858000"/>
              <a:gd name="connsiteX136" fmla="*/ 873565 w 6517785"/>
              <a:gd name="connsiteY136" fmla="*/ 4334705 h 6858000"/>
              <a:gd name="connsiteX137" fmla="*/ 945189 w 6517785"/>
              <a:gd name="connsiteY137" fmla="*/ 4480191 h 6858000"/>
              <a:gd name="connsiteX138" fmla="*/ 926835 w 6517785"/>
              <a:gd name="connsiteY138" fmla="*/ 4531671 h 6858000"/>
              <a:gd name="connsiteX139" fmla="*/ 925045 w 6517785"/>
              <a:gd name="connsiteY139" fmla="*/ 4597028 h 6858000"/>
              <a:gd name="connsiteX140" fmla="*/ 931759 w 6517785"/>
              <a:gd name="connsiteY140" fmla="*/ 4654775 h 6858000"/>
              <a:gd name="connsiteX141" fmla="*/ 946979 w 6517785"/>
              <a:gd name="connsiteY141" fmla="*/ 4682977 h 6858000"/>
              <a:gd name="connsiteX142" fmla="*/ 985030 w 6517785"/>
              <a:gd name="connsiteY142" fmla="*/ 4682977 h 6858000"/>
              <a:gd name="connsiteX143" fmla="*/ 987268 w 6517785"/>
              <a:gd name="connsiteY143" fmla="*/ 4690587 h 6858000"/>
              <a:gd name="connsiteX144" fmla="*/ 945189 w 6517785"/>
              <a:gd name="connsiteY144" fmla="*/ 4706255 h 6858000"/>
              <a:gd name="connsiteX145" fmla="*/ 990849 w 6517785"/>
              <a:gd name="connsiteY145" fmla="*/ 4807871 h 6858000"/>
              <a:gd name="connsiteX146" fmla="*/ 987268 w 6517785"/>
              <a:gd name="connsiteY146" fmla="*/ 4807423 h 6858000"/>
              <a:gd name="connsiteX147" fmla="*/ 995326 w 6517785"/>
              <a:gd name="connsiteY147" fmla="*/ 4857112 h 6858000"/>
              <a:gd name="connsiteX148" fmla="*/ 1058444 w 6517785"/>
              <a:gd name="connsiteY148" fmla="*/ 4941718 h 6858000"/>
              <a:gd name="connsiteX149" fmla="*/ 1074112 w 6517785"/>
              <a:gd name="connsiteY149" fmla="*/ 4963653 h 6858000"/>
              <a:gd name="connsiteX150" fmla="*/ 1119325 w 6517785"/>
              <a:gd name="connsiteY150" fmla="*/ 5053183 h 6858000"/>
              <a:gd name="connsiteX151" fmla="*/ 1122906 w 6517785"/>
              <a:gd name="connsiteY151" fmla="*/ 5097948 h 6858000"/>
              <a:gd name="connsiteX152" fmla="*/ 1152451 w 6517785"/>
              <a:gd name="connsiteY152" fmla="*/ 5132865 h 6858000"/>
              <a:gd name="connsiteX153" fmla="*/ 1250934 w 6517785"/>
              <a:gd name="connsiteY153" fmla="*/ 5197775 h 6858000"/>
              <a:gd name="connsiteX154" fmla="*/ 1384781 w 6517785"/>
              <a:gd name="connsiteY154" fmla="*/ 5383101 h 6858000"/>
              <a:gd name="connsiteX155" fmla="*/ 1435813 w 6517785"/>
              <a:gd name="connsiteY155" fmla="*/ 5413989 h 6858000"/>
              <a:gd name="connsiteX156" fmla="*/ 1473864 w 6517785"/>
              <a:gd name="connsiteY156" fmla="*/ 5457859 h 6858000"/>
              <a:gd name="connsiteX157" fmla="*/ 1559365 w 6517785"/>
              <a:gd name="connsiteY157" fmla="*/ 5510234 h 6858000"/>
              <a:gd name="connsiteX158" fmla="*/ 1616216 w 6517785"/>
              <a:gd name="connsiteY158" fmla="*/ 5553208 h 6858000"/>
              <a:gd name="connsiteX159" fmla="*/ 1659638 w 6517785"/>
              <a:gd name="connsiteY159" fmla="*/ 5553208 h 6858000"/>
              <a:gd name="connsiteX160" fmla="*/ 1660086 w 6517785"/>
              <a:gd name="connsiteY160" fmla="*/ 5565743 h 6858000"/>
              <a:gd name="connsiteX161" fmla="*/ 1639494 w 6517785"/>
              <a:gd name="connsiteY161" fmla="*/ 5568876 h 6858000"/>
              <a:gd name="connsiteX162" fmla="*/ 1707089 w 6517785"/>
              <a:gd name="connsiteY162" fmla="*/ 5647663 h 6858000"/>
              <a:gd name="connsiteX163" fmla="*/ 1769313 w 6517785"/>
              <a:gd name="connsiteY163" fmla="*/ 5696905 h 6858000"/>
              <a:gd name="connsiteX164" fmla="*/ 1817211 w 6517785"/>
              <a:gd name="connsiteY164" fmla="*/ 5726449 h 6858000"/>
              <a:gd name="connsiteX165" fmla="*/ 1859290 w 6517785"/>
              <a:gd name="connsiteY165" fmla="*/ 5767633 h 6858000"/>
              <a:gd name="connsiteX166" fmla="*/ 1870034 w 6517785"/>
              <a:gd name="connsiteY166" fmla="*/ 5775691 h 6858000"/>
              <a:gd name="connsiteX167" fmla="*/ 2032979 w 6517785"/>
              <a:gd name="connsiteY167" fmla="*/ 5882679 h 6858000"/>
              <a:gd name="connsiteX168" fmla="*/ 2201295 w 6517785"/>
              <a:gd name="connsiteY168" fmla="*/ 5961466 h 6858000"/>
              <a:gd name="connsiteX169" fmla="*/ 2283215 w 6517785"/>
              <a:gd name="connsiteY169" fmla="*/ 5975790 h 6858000"/>
              <a:gd name="connsiteX170" fmla="*/ 2302912 w 6517785"/>
              <a:gd name="connsiteY170" fmla="*/ 5979819 h 6858000"/>
              <a:gd name="connsiteX171" fmla="*/ 2306493 w 6517785"/>
              <a:gd name="connsiteY171" fmla="*/ 5980267 h 6858000"/>
              <a:gd name="connsiteX172" fmla="*/ 2393337 w 6517785"/>
              <a:gd name="connsiteY172" fmla="*/ 6038014 h 6858000"/>
              <a:gd name="connsiteX173" fmla="*/ 2446160 w 6517785"/>
              <a:gd name="connsiteY173" fmla="*/ 6075169 h 6858000"/>
              <a:gd name="connsiteX174" fmla="*/ 2498535 w 6517785"/>
              <a:gd name="connsiteY174" fmla="*/ 6083674 h 6858000"/>
              <a:gd name="connsiteX175" fmla="*/ 2549119 w 6517785"/>
              <a:gd name="connsiteY175" fmla="*/ 6093970 h 6858000"/>
              <a:gd name="connsiteX176" fmla="*/ 2613133 w 6517785"/>
              <a:gd name="connsiteY176" fmla="*/ 6106504 h 6858000"/>
              <a:gd name="connsiteX177" fmla="*/ 2742952 w 6517785"/>
              <a:gd name="connsiteY177" fmla="*/ 6141868 h 6858000"/>
              <a:gd name="connsiteX178" fmla="*/ 2842778 w 6517785"/>
              <a:gd name="connsiteY178" fmla="*/ 6179471 h 6858000"/>
              <a:gd name="connsiteX179" fmla="*/ 2900972 w 6517785"/>
              <a:gd name="connsiteY179" fmla="*/ 6182157 h 6858000"/>
              <a:gd name="connsiteX180" fmla="*/ 2953795 w 6517785"/>
              <a:gd name="connsiteY180" fmla="*/ 6178128 h 6858000"/>
              <a:gd name="connsiteX181" fmla="*/ 3012437 w 6517785"/>
              <a:gd name="connsiteY181" fmla="*/ 6202301 h 6858000"/>
              <a:gd name="connsiteX182" fmla="*/ 3076451 w 6517785"/>
              <a:gd name="connsiteY182" fmla="*/ 6222445 h 6858000"/>
              <a:gd name="connsiteX183" fmla="*/ 3174486 w 6517785"/>
              <a:gd name="connsiteY183" fmla="*/ 6217074 h 6858000"/>
              <a:gd name="connsiteX184" fmla="*/ 3242082 w 6517785"/>
              <a:gd name="connsiteY184" fmla="*/ 6253333 h 6858000"/>
              <a:gd name="connsiteX185" fmla="*/ 3265359 w 6517785"/>
              <a:gd name="connsiteY185" fmla="*/ 6254676 h 6858000"/>
              <a:gd name="connsiteX186" fmla="*/ 3332955 w 6517785"/>
              <a:gd name="connsiteY186" fmla="*/ 6216626 h 6858000"/>
              <a:gd name="connsiteX187" fmla="*/ 3382196 w 6517785"/>
              <a:gd name="connsiteY187" fmla="*/ 6214388 h 6858000"/>
              <a:gd name="connsiteX188" fmla="*/ 3487394 w 6517785"/>
              <a:gd name="connsiteY188" fmla="*/ 6213492 h 6858000"/>
              <a:gd name="connsiteX189" fmla="*/ 3508881 w 6517785"/>
              <a:gd name="connsiteY189" fmla="*/ 6213492 h 6858000"/>
              <a:gd name="connsiteX190" fmla="*/ 3674511 w 6517785"/>
              <a:gd name="connsiteY190" fmla="*/ 6204987 h 6858000"/>
              <a:gd name="connsiteX191" fmla="*/ 3827608 w 6517785"/>
              <a:gd name="connsiteY191" fmla="*/ 6194691 h 6858000"/>
              <a:gd name="connsiteX192" fmla="*/ 3939520 w 6517785"/>
              <a:gd name="connsiteY192" fmla="*/ 6180814 h 6858000"/>
              <a:gd name="connsiteX193" fmla="*/ 3992343 w 6517785"/>
              <a:gd name="connsiteY193" fmla="*/ 6181709 h 6858000"/>
              <a:gd name="connsiteX194" fmla="*/ 4031289 w 6517785"/>
              <a:gd name="connsiteY194" fmla="*/ 6196034 h 6858000"/>
              <a:gd name="connsiteX195" fmla="*/ 4057252 w 6517785"/>
              <a:gd name="connsiteY195" fmla="*/ 6152612 h 6858000"/>
              <a:gd name="connsiteX196" fmla="*/ 4084559 w 6517785"/>
              <a:gd name="connsiteY196" fmla="*/ 6183948 h 6858000"/>
              <a:gd name="connsiteX197" fmla="*/ 4168270 w 6517785"/>
              <a:gd name="connsiteY197" fmla="*/ 6108743 h 6858000"/>
              <a:gd name="connsiteX198" fmla="*/ 4219302 w 6517785"/>
              <a:gd name="connsiteY198" fmla="*/ 6078302 h 6858000"/>
              <a:gd name="connsiteX199" fmla="*/ 4328081 w 6517785"/>
              <a:gd name="connsiteY199" fmla="*/ 6057263 h 6858000"/>
              <a:gd name="connsiteX200" fmla="*/ 4341510 w 6517785"/>
              <a:gd name="connsiteY200" fmla="*/ 6053234 h 6858000"/>
              <a:gd name="connsiteX201" fmla="*/ 4407762 w 6517785"/>
              <a:gd name="connsiteY201" fmla="*/ 6028166 h 6858000"/>
              <a:gd name="connsiteX202" fmla="*/ 4490130 w 6517785"/>
              <a:gd name="connsiteY202" fmla="*/ 6003097 h 6858000"/>
              <a:gd name="connsiteX203" fmla="*/ 4523704 w 6517785"/>
              <a:gd name="connsiteY203" fmla="*/ 5993249 h 6858000"/>
              <a:gd name="connsiteX204" fmla="*/ 4692468 w 6517785"/>
              <a:gd name="connsiteY204" fmla="*/ 5922072 h 6858000"/>
              <a:gd name="connsiteX205" fmla="*/ 4779312 w 6517785"/>
              <a:gd name="connsiteY205" fmla="*/ 5897004 h 6858000"/>
              <a:gd name="connsiteX206" fmla="*/ 4830792 w 6517785"/>
              <a:gd name="connsiteY206" fmla="*/ 5868802 h 6858000"/>
              <a:gd name="connsiteX207" fmla="*/ 4928380 w 6517785"/>
              <a:gd name="connsiteY207" fmla="*/ 5799864 h 6858000"/>
              <a:gd name="connsiteX208" fmla="*/ 5062227 w 6517785"/>
              <a:gd name="connsiteY208" fmla="*/ 5717496 h 6858000"/>
              <a:gd name="connsiteX209" fmla="*/ 5200103 w 6517785"/>
              <a:gd name="connsiteY209" fmla="*/ 5607822 h 6858000"/>
              <a:gd name="connsiteX210" fmla="*/ 5372448 w 6517785"/>
              <a:gd name="connsiteY210" fmla="*/ 5467707 h 6858000"/>
              <a:gd name="connsiteX211" fmla="*/ 5474065 w 6517785"/>
              <a:gd name="connsiteY211" fmla="*/ 5343261 h 6858000"/>
              <a:gd name="connsiteX212" fmla="*/ 5570758 w 6517785"/>
              <a:gd name="connsiteY212" fmla="*/ 5208966 h 6858000"/>
              <a:gd name="connsiteX213" fmla="*/ 5619552 w 6517785"/>
              <a:gd name="connsiteY213" fmla="*/ 5177630 h 6858000"/>
              <a:gd name="connsiteX214" fmla="*/ 5667897 w 6517785"/>
              <a:gd name="connsiteY214" fmla="*/ 5134208 h 6858000"/>
              <a:gd name="connsiteX215" fmla="*/ 5715796 w 6517785"/>
              <a:gd name="connsiteY215" fmla="*/ 5068404 h 6858000"/>
              <a:gd name="connsiteX216" fmla="*/ 5741312 w 6517785"/>
              <a:gd name="connsiteY216" fmla="*/ 5034830 h 6858000"/>
              <a:gd name="connsiteX217" fmla="*/ 5788315 w 6517785"/>
              <a:gd name="connsiteY217" fmla="*/ 4972159 h 6858000"/>
              <a:gd name="connsiteX218" fmla="*/ 5798612 w 6517785"/>
              <a:gd name="connsiteY218" fmla="*/ 4961863 h 6858000"/>
              <a:gd name="connsiteX219" fmla="*/ 5879636 w 6517785"/>
              <a:gd name="connsiteY219" fmla="*/ 4800709 h 6858000"/>
              <a:gd name="connsiteX220" fmla="*/ 5927535 w 6517785"/>
              <a:gd name="connsiteY220" fmla="*/ 4706255 h 6858000"/>
              <a:gd name="connsiteX221" fmla="*/ 5982596 w 6517785"/>
              <a:gd name="connsiteY221" fmla="*/ 4629707 h 6858000"/>
              <a:gd name="connsiteX222" fmla="*/ 6023779 w 6517785"/>
              <a:gd name="connsiteY222" fmla="*/ 4553606 h 6858000"/>
              <a:gd name="connsiteX223" fmla="*/ 6061382 w 6517785"/>
              <a:gd name="connsiteY223" fmla="*/ 4458704 h 6858000"/>
              <a:gd name="connsiteX224" fmla="*/ 6107490 w 6517785"/>
              <a:gd name="connsiteY224" fmla="*/ 4278301 h 6858000"/>
              <a:gd name="connsiteX225" fmla="*/ 6107490 w 6517785"/>
              <a:gd name="connsiteY225" fmla="*/ 4267557 h 6858000"/>
              <a:gd name="connsiteX226" fmla="*/ 6167027 w 6517785"/>
              <a:gd name="connsiteY226" fmla="*/ 4112670 h 6858000"/>
              <a:gd name="connsiteX227" fmla="*/ 6173295 w 6517785"/>
              <a:gd name="connsiteY227" fmla="*/ 4092526 h 6858000"/>
              <a:gd name="connsiteX228" fmla="*/ 6191201 w 6517785"/>
              <a:gd name="connsiteY228" fmla="*/ 4031198 h 6858000"/>
              <a:gd name="connsiteX229" fmla="*/ 6198810 w 6517785"/>
              <a:gd name="connsiteY229" fmla="*/ 4020007 h 6858000"/>
              <a:gd name="connsiteX230" fmla="*/ 6212240 w 6517785"/>
              <a:gd name="connsiteY230" fmla="*/ 3831098 h 6858000"/>
              <a:gd name="connsiteX231" fmla="*/ 6244919 w 6517785"/>
              <a:gd name="connsiteY231" fmla="*/ 3775142 h 6858000"/>
              <a:gd name="connsiteX232" fmla="*/ 6232384 w 6517785"/>
              <a:gd name="connsiteY232" fmla="*/ 3713814 h 6858000"/>
              <a:gd name="connsiteX233" fmla="*/ 6249395 w 6517785"/>
              <a:gd name="connsiteY233" fmla="*/ 3640400 h 6858000"/>
              <a:gd name="connsiteX234" fmla="*/ 6239547 w 6517785"/>
              <a:gd name="connsiteY234" fmla="*/ 3566090 h 6858000"/>
              <a:gd name="connsiteX235" fmla="*/ 6237309 w 6517785"/>
              <a:gd name="connsiteY235" fmla="*/ 3544155 h 6858000"/>
              <a:gd name="connsiteX236" fmla="*/ 6238651 w 6517785"/>
              <a:gd name="connsiteY236" fmla="*/ 3377629 h 6858000"/>
              <a:gd name="connsiteX237" fmla="*/ 6241785 w 6517785"/>
              <a:gd name="connsiteY237" fmla="*/ 3367781 h 6858000"/>
              <a:gd name="connsiteX238" fmla="*/ 6253424 w 6517785"/>
              <a:gd name="connsiteY238" fmla="*/ 3314510 h 6858000"/>
              <a:gd name="connsiteX239" fmla="*/ 6231042 w 6517785"/>
              <a:gd name="connsiteY239" fmla="*/ 3194988 h 6858000"/>
              <a:gd name="connsiteX240" fmla="*/ 6239099 w 6517785"/>
              <a:gd name="connsiteY240" fmla="*/ 3176186 h 6858000"/>
              <a:gd name="connsiteX241" fmla="*/ 6235518 w 6517785"/>
              <a:gd name="connsiteY241" fmla="*/ 3113515 h 6858000"/>
              <a:gd name="connsiteX242" fmla="*/ 6234175 w 6517785"/>
              <a:gd name="connsiteY242" fmla="*/ 3070541 h 6858000"/>
              <a:gd name="connsiteX243" fmla="*/ 6213136 w 6517785"/>
              <a:gd name="connsiteY243" fmla="*/ 2964000 h 6858000"/>
              <a:gd name="connsiteX244" fmla="*/ 6196125 w 6517785"/>
              <a:gd name="connsiteY244" fmla="*/ 2891033 h 6858000"/>
              <a:gd name="connsiteX245" fmla="*/ 6179114 w 6517785"/>
              <a:gd name="connsiteY245" fmla="*/ 2821647 h 6858000"/>
              <a:gd name="connsiteX246" fmla="*/ 6160760 w 6517785"/>
              <a:gd name="connsiteY246" fmla="*/ 2757633 h 6858000"/>
              <a:gd name="connsiteX247" fmla="*/ 6163894 w 6517785"/>
              <a:gd name="connsiteY247" fmla="*/ 2737489 h 6858000"/>
              <a:gd name="connsiteX248" fmla="*/ 6145092 w 6517785"/>
              <a:gd name="connsiteY248" fmla="*/ 2676161 h 6858000"/>
              <a:gd name="connsiteX249" fmla="*/ 6154941 w 6517785"/>
              <a:gd name="connsiteY249" fmla="*/ 2672132 h 6858000"/>
              <a:gd name="connsiteX250" fmla="*/ 6131215 w 6517785"/>
              <a:gd name="connsiteY250" fmla="*/ 2608566 h 6858000"/>
              <a:gd name="connsiteX251" fmla="*/ 6127634 w 6517785"/>
              <a:gd name="connsiteY251" fmla="*/ 2587974 h 6858000"/>
              <a:gd name="connsiteX252" fmla="*/ 6102566 w 6517785"/>
              <a:gd name="connsiteY252" fmla="*/ 2480538 h 6858000"/>
              <a:gd name="connsiteX253" fmla="*/ 6088689 w 6517785"/>
              <a:gd name="connsiteY253" fmla="*/ 2435773 h 6858000"/>
              <a:gd name="connsiteX254" fmla="*/ 6058249 w 6517785"/>
              <a:gd name="connsiteY254" fmla="*/ 2378921 h 6858000"/>
              <a:gd name="connsiteX255" fmla="*/ 6053772 w 6517785"/>
              <a:gd name="connsiteY255" fmla="*/ 2373550 h 6858000"/>
              <a:gd name="connsiteX256" fmla="*/ 6041238 w 6517785"/>
              <a:gd name="connsiteY256" fmla="*/ 2284020 h 6858000"/>
              <a:gd name="connsiteX257" fmla="*/ 5974090 w 6517785"/>
              <a:gd name="connsiteY257" fmla="*/ 2185089 h 6858000"/>
              <a:gd name="connsiteX258" fmla="*/ 5912762 w 6517785"/>
              <a:gd name="connsiteY258" fmla="*/ 2090635 h 6858000"/>
              <a:gd name="connsiteX259" fmla="*/ 5853225 w 6517785"/>
              <a:gd name="connsiteY259" fmla="*/ 1963054 h 6858000"/>
              <a:gd name="connsiteX260" fmla="*/ 5837557 w 6517785"/>
              <a:gd name="connsiteY260" fmla="*/ 1940224 h 6858000"/>
              <a:gd name="connsiteX261" fmla="*/ 5787868 w 6517785"/>
              <a:gd name="connsiteY261" fmla="*/ 1849351 h 6858000"/>
              <a:gd name="connsiteX262" fmla="*/ 5787868 w 6517785"/>
              <a:gd name="connsiteY262" fmla="*/ 1845770 h 6858000"/>
              <a:gd name="connsiteX263" fmla="*/ 5713558 w 6517785"/>
              <a:gd name="connsiteY263" fmla="*/ 1742363 h 6858000"/>
              <a:gd name="connsiteX264" fmla="*/ 5665659 w 6517785"/>
              <a:gd name="connsiteY264" fmla="*/ 1691331 h 6858000"/>
              <a:gd name="connsiteX265" fmla="*/ 5598512 w 6517785"/>
              <a:gd name="connsiteY265" fmla="*/ 1610754 h 6858000"/>
              <a:gd name="connsiteX266" fmla="*/ 5539422 w 6517785"/>
              <a:gd name="connsiteY266" fmla="*/ 1548978 h 6858000"/>
              <a:gd name="connsiteX267" fmla="*/ 5459293 w 6517785"/>
              <a:gd name="connsiteY267" fmla="*/ 1400358 h 6858000"/>
              <a:gd name="connsiteX268" fmla="*/ 5359019 w 6517785"/>
              <a:gd name="connsiteY268" fmla="*/ 1323810 h 6858000"/>
              <a:gd name="connsiteX269" fmla="*/ 5293662 w 6517785"/>
              <a:gd name="connsiteY269" fmla="*/ 1277702 h 6858000"/>
              <a:gd name="connsiteX270" fmla="*/ 5244421 w 6517785"/>
              <a:gd name="connsiteY270" fmla="*/ 1243233 h 6858000"/>
              <a:gd name="connsiteX271" fmla="*/ 5049245 w 6517785"/>
              <a:gd name="connsiteY271" fmla="*/ 1093718 h 6858000"/>
              <a:gd name="connsiteX272" fmla="*/ 5039397 w 6517785"/>
              <a:gd name="connsiteY272" fmla="*/ 1051191 h 6858000"/>
              <a:gd name="connsiteX273" fmla="*/ 4802142 w 6517785"/>
              <a:gd name="connsiteY273" fmla="*/ 933459 h 6858000"/>
              <a:gd name="connsiteX274" fmla="*/ 4635169 w 6517785"/>
              <a:gd name="connsiteY274" fmla="*/ 847510 h 6858000"/>
              <a:gd name="connsiteX275" fmla="*/ 4515198 w 6517785"/>
              <a:gd name="connsiteY275" fmla="*/ 783049 h 6858000"/>
              <a:gd name="connsiteX276" fmla="*/ 4420744 w 6517785"/>
              <a:gd name="connsiteY276" fmla="*/ 746789 h 6858000"/>
              <a:gd name="connsiteX277" fmla="*/ 4275706 w 6517785"/>
              <a:gd name="connsiteY277" fmla="*/ 703367 h 6858000"/>
              <a:gd name="connsiteX278" fmla="*/ 4250637 w 6517785"/>
              <a:gd name="connsiteY278" fmla="*/ 702024 h 6858000"/>
              <a:gd name="connsiteX279" fmla="*/ 4226017 w 6517785"/>
              <a:gd name="connsiteY279" fmla="*/ 702024 h 6858000"/>
              <a:gd name="connsiteX280" fmla="*/ 4121714 w 6517785"/>
              <a:gd name="connsiteY280" fmla="*/ 667107 h 6858000"/>
              <a:gd name="connsiteX281" fmla="*/ 4053224 w 6517785"/>
              <a:gd name="connsiteY281" fmla="*/ 660392 h 6858000"/>
              <a:gd name="connsiteX282" fmla="*/ 4020993 w 6517785"/>
              <a:gd name="connsiteY282" fmla="*/ 658602 h 6858000"/>
              <a:gd name="connsiteX283" fmla="*/ 3757775 w 6517785"/>
              <a:gd name="connsiteY283" fmla="*/ 639353 h 6858000"/>
              <a:gd name="connsiteX284" fmla="*/ 3604678 w 6517785"/>
              <a:gd name="connsiteY284" fmla="*/ 640248 h 6858000"/>
              <a:gd name="connsiteX285" fmla="*/ 3494556 w 6517785"/>
              <a:gd name="connsiteY285" fmla="*/ 671136 h 6858000"/>
              <a:gd name="connsiteX286" fmla="*/ 3384434 w 6517785"/>
              <a:gd name="connsiteY286" fmla="*/ 710977 h 6858000"/>
              <a:gd name="connsiteX287" fmla="*/ 3290428 w 6517785"/>
              <a:gd name="connsiteY287" fmla="*/ 748132 h 6858000"/>
              <a:gd name="connsiteX288" fmla="*/ 3270284 w 6517785"/>
              <a:gd name="connsiteY288" fmla="*/ 753056 h 6858000"/>
              <a:gd name="connsiteX289" fmla="*/ 3154342 w 6517785"/>
              <a:gd name="connsiteY289" fmla="*/ 748580 h 6858000"/>
              <a:gd name="connsiteX290" fmla="*/ 3029000 w 6517785"/>
              <a:gd name="connsiteY290" fmla="*/ 769619 h 6858000"/>
              <a:gd name="connsiteX291" fmla="*/ 2999455 w 6517785"/>
              <a:gd name="connsiteY291" fmla="*/ 860492 h 6858000"/>
              <a:gd name="connsiteX292" fmla="*/ 2995874 w 6517785"/>
              <a:gd name="connsiteY292" fmla="*/ 919134 h 6858000"/>
              <a:gd name="connsiteX293" fmla="*/ 2979311 w 6517785"/>
              <a:gd name="connsiteY293" fmla="*/ 944203 h 6858000"/>
              <a:gd name="connsiteX294" fmla="*/ 2918878 w 6517785"/>
              <a:gd name="connsiteY294" fmla="*/ 982253 h 6858000"/>
              <a:gd name="connsiteX295" fmla="*/ 2840092 w 6517785"/>
              <a:gd name="connsiteY295" fmla="*/ 1016722 h 6858000"/>
              <a:gd name="connsiteX296" fmla="*/ 2790850 w 6517785"/>
              <a:gd name="connsiteY296" fmla="*/ 1021646 h 6858000"/>
              <a:gd name="connsiteX297" fmla="*/ 2577321 w 6517785"/>
              <a:gd name="connsiteY297" fmla="*/ 1005531 h 6858000"/>
              <a:gd name="connsiteX298" fmla="*/ 2435864 w 6517785"/>
              <a:gd name="connsiteY298" fmla="*/ 963899 h 6858000"/>
              <a:gd name="connsiteX299" fmla="*/ 2424225 w 6517785"/>
              <a:gd name="connsiteY299" fmla="*/ 1049400 h 6858000"/>
              <a:gd name="connsiteX300" fmla="*/ 2411243 w 6517785"/>
              <a:gd name="connsiteY300" fmla="*/ 1073574 h 6858000"/>
              <a:gd name="connsiteX301" fmla="*/ 2156530 w 6517785"/>
              <a:gd name="connsiteY301" fmla="*/ 1073126 h 6858000"/>
              <a:gd name="connsiteX302" fmla="*/ 2144443 w 6517785"/>
              <a:gd name="connsiteY302" fmla="*/ 1069097 h 6858000"/>
              <a:gd name="connsiteX303" fmla="*/ 2068343 w 6517785"/>
              <a:gd name="connsiteY303" fmla="*/ 1043133 h 6858000"/>
              <a:gd name="connsiteX304" fmla="*/ 1991795 w 6517785"/>
              <a:gd name="connsiteY304" fmla="*/ 987177 h 6858000"/>
              <a:gd name="connsiteX305" fmla="*/ 1902712 w 6517785"/>
              <a:gd name="connsiteY305" fmla="*/ 1036866 h 6858000"/>
              <a:gd name="connsiteX306" fmla="*/ 1877644 w 6517785"/>
              <a:gd name="connsiteY306" fmla="*/ 1093270 h 6858000"/>
              <a:gd name="connsiteX307" fmla="*/ 1831088 w 6517785"/>
              <a:gd name="connsiteY307" fmla="*/ 1164446 h 6858000"/>
              <a:gd name="connsiteX308" fmla="*/ 1708880 w 6517785"/>
              <a:gd name="connsiteY308" fmla="*/ 1228461 h 6858000"/>
              <a:gd name="connsiteX309" fmla="*/ 1673963 w 6517785"/>
              <a:gd name="connsiteY309" fmla="*/ 1253529 h 6858000"/>
              <a:gd name="connsiteX310" fmla="*/ 1556679 w 6517785"/>
              <a:gd name="connsiteY310" fmla="*/ 1233385 h 6858000"/>
              <a:gd name="connsiteX311" fmla="*/ 1533401 w 6517785"/>
              <a:gd name="connsiteY311" fmla="*/ 1240995 h 6858000"/>
              <a:gd name="connsiteX312" fmla="*/ 1462672 w 6517785"/>
              <a:gd name="connsiteY312" fmla="*/ 1304561 h 6858000"/>
              <a:gd name="connsiteX313" fmla="*/ 1323901 w 6517785"/>
              <a:gd name="connsiteY313" fmla="*/ 1292027 h 6858000"/>
              <a:gd name="connsiteX314" fmla="*/ 1295251 w 6517785"/>
              <a:gd name="connsiteY314" fmla="*/ 1238756 h 6858000"/>
              <a:gd name="connsiteX315" fmla="*/ 1331063 w 6517785"/>
              <a:gd name="connsiteY315" fmla="*/ 1185934 h 6858000"/>
              <a:gd name="connsiteX316" fmla="*/ 1428203 w 6517785"/>
              <a:gd name="connsiteY316" fmla="*/ 1121472 h 6858000"/>
              <a:gd name="connsiteX317" fmla="*/ 1455958 w 6517785"/>
              <a:gd name="connsiteY317" fmla="*/ 1090584 h 6858000"/>
              <a:gd name="connsiteX318" fmla="*/ 1378514 w 6517785"/>
              <a:gd name="connsiteY318" fmla="*/ 1101776 h 6858000"/>
              <a:gd name="connsiteX319" fmla="*/ 1382991 w 6517785"/>
              <a:gd name="connsiteY319" fmla="*/ 1067306 h 6858000"/>
              <a:gd name="connsiteX320" fmla="*/ 1351207 w 6517785"/>
              <a:gd name="connsiteY320" fmla="*/ 1072231 h 6858000"/>
              <a:gd name="connsiteX321" fmla="*/ 1283612 w 6517785"/>
              <a:gd name="connsiteY321" fmla="*/ 1045372 h 6858000"/>
              <a:gd name="connsiteX322" fmla="*/ 1196321 w 6517785"/>
              <a:gd name="connsiteY322" fmla="*/ 952260 h 6858000"/>
              <a:gd name="connsiteX323" fmla="*/ 1216912 w 6517785"/>
              <a:gd name="connsiteY323" fmla="*/ 927192 h 6858000"/>
              <a:gd name="connsiteX324" fmla="*/ 1225865 w 6517785"/>
              <a:gd name="connsiteY324" fmla="*/ 902124 h 6858000"/>
              <a:gd name="connsiteX325" fmla="*/ 1237504 w 6517785"/>
              <a:gd name="connsiteY325" fmla="*/ 828709 h 6858000"/>
              <a:gd name="connsiteX326" fmla="*/ 1313605 w 6517785"/>
              <a:gd name="connsiteY326" fmla="*/ 774991 h 6858000"/>
              <a:gd name="connsiteX327" fmla="*/ 1363742 w 6517785"/>
              <a:gd name="connsiteY327" fmla="*/ 758875 h 6858000"/>
              <a:gd name="connsiteX328" fmla="*/ 1345836 w 6517785"/>
              <a:gd name="connsiteY328" fmla="*/ 732464 h 6858000"/>
              <a:gd name="connsiteX329" fmla="*/ 1352550 w 6517785"/>
              <a:gd name="connsiteY329" fmla="*/ 730226 h 6858000"/>
              <a:gd name="connsiteX330" fmla="*/ 1457301 w 6517785"/>
              <a:gd name="connsiteY330" fmla="*/ 665317 h 6858000"/>
              <a:gd name="connsiteX331" fmla="*/ 1519524 w 6517785"/>
              <a:gd name="connsiteY331" fmla="*/ 638010 h 6858000"/>
              <a:gd name="connsiteX332" fmla="*/ 1638599 w 6517785"/>
              <a:gd name="connsiteY332" fmla="*/ 599512 h 6858000"/>
              <a:gd name="connsiteX333" fmla="*/ 1648895 w 6517785"/>
              <a:gd name="connsiteY333" fmla="*/ 595931 h 6858000"/>
              <a:gd name="connsiteX334" fmla="*/ 1775132 w 6517785"/>
              <a:gd name="connsiteY334" fmla="*/ 507744 h 6858000"/>
              <a:gd name="connsiteX335" fmla="*/ 1842727 w 6517785"/>
              <a:gd name="connsiteY335" fmla="*/ 454026 h 6858000"/>
              <a:gd name="connsiteX336" fmla="*/ 1939420 w 6517785"/>
              <a:gd name="connsiteY336" fmla="*/ 375687 h 6858000"/>
              <a:gd name="connsiteX337" fmla="*/ 1995824 w 6517785"/>
              <a:gd name="connsiteY337" fmla="*/ 343456 h 6858000"/>
              <a:gd name="connsiteX338" fmla="*/ 2144443 w 6517785"/>
              <a:gd name="connsiteY338" fmla="*/ 297348 h 6858000"/>
              <a:gd name="connsiteX339" fmla="*/ 2240241 w 6517785"/>
              <a:gd name="connsiteY339" fmla="*/ 241840 h 6858000"/>
              <a:gd name="connsiteX340" fmla="*/ 2301121 w 6517785"/>
              <a:gd name="connsiteY340" fmla="*/ 223038 h 6858000"/>
              <a:gd name="connsiteX341" fmla="*/ 2398261 w 6517785"/>
              <a:gd name="connsiteY341" fmla="*/ 180512 h 6858000"/>
              <a:gd name="connsiteX342" fmla="*/ 2524051 w 6517785"/>
              <a:gd name="connsiteY342" fmla="*/ 167082 h 6858000"/>
              <a:gd name="connsiteX343" fmla="*/ 2517336 w 6517785"/>
              <a:gd name="connsiteY343" fmla="*/ 136642 h 6858000"/>
              <a:gd name="connsiteX344" fmla="*/ 2527632 w 6517785"/>
              <a:gd name="connsiteY344" fmla="*/ 133956 h 6858000"/>
              <a:gd name="connsiteX345" fmla="*/ 2588960 w 6517785"/>
              <a:gd name="connsiteY345" fmla="*/ 139328 h 6858000"/>
              <a:gd name="connsiteX346" fmla="*/ 2683414 w 6517785"/>
              <a:gd name="connsiteY346" fmla="*/ 120974 h 6858000"/>
              <a:gd name="connsiteX347" fmla="*/ 2716093 w 6517785"/>
              <a:gd name="connsiteY347" fmla="*/ 136642 h 6858000"/>
              <a:gd name="connsiteX348" fmla="*/ 2719674 w 6517785"/>
              <a:gd name="connsiteY348" fmla="*/ 116945 h 6858000"/>
              <a:gd name="connsiteX349" fmla="*/ 2739371 w 6517785"/>
              <a:gd name="connsiteY349" fmla="*/ 96353 h 6858000"/>
              <a:gd name="connsiteX350" fmla="*/ 2777868 w 6517785"/>
              <a:gd name="connsiteY350" fmla="*/ 85162 h 6858000"/>
              <a:gd name="connsiteX351" fmla="*/ 2844121 w 6517785"/>
              <a:gd name="connsiteY351" fmla="*/ 42635 h 6858000"/>
              <a:gd name="connsiteX352" fmla="*/ 2836958 w 6517785"/>
              <a:gd name="connsiteY352" fmla="*/ 22043 h 6858000"/>
              <a:gd name="connsiteX353" fmla="*/ 2930069 w 6517785"/>
              <a:gd name="connsiteY353" fmla="*/ 32787 h 6858000"/>
              <a:gd name="connsiteX354" fmla="*/ 2962300 w 6517785"/>
              <a:gd name="connsiteY354" fmla="*/ 23834 h 6858000"/>
              <a:gd name="connsiteX355" fmla="*/ 3037505 w 6517785"/>
              <a:gd name="connsiteY355" fmla="*/ 15776 h 6858000"/>
              <a:gd name="connsiteX356" fmla="*/ 3060783 w 6517785"/>
              <a:gd name="connsiteY356" fmla="*/ 18462 h 6858000"/>
              <a:gd name="connsiteX357" fmla="*/ 3093462 w 6517785"/>
              <a:gd name="connsiteY357" fmla="*/ 25625 h 6858000"/>
              <a:gd name="connsiteX358" fmla="*/ 3122559 w 6517785"/>
              <a:gd name="connsiteY358" fmla="*/ 26968 h 6858000"/>
              <a:gd name="connsiteX359" fmla="*/ 3290875 w 6517785"/>
              <a:gd name="connsiteY359" fmla="*/ 37263 h 6858000"/>
              <a:gd name="connsiteX360" fmla="*/ 3331164 w 6517785"/>
              <a:gd name="connsiteY360" fmla="*/ 62332 h 6858000"/>
              <a:gd name="connsiteX361" fmla="*/ 3437257 w 6517785"/>
              <a:gd name="connsiteY361" fmla="*/ 50245 h 6858000"/>
              <a:gd name="connsiteX362" fmla="*/ 3469488 w 6517785"/>
              <a:gd name="connsiteY362" fmla="*/ 103068 h 6858000"/>
              <a:gd name="connsiteX363" fmla="*/ 3501719 w 6517785"/>
              <a:gd name="connsiteY363" fmla="*/ 91877 h 6858000"/>
              <a:gd name="connsiteX364" fmla="*/ 3526339 w 6517785"/>
              <a:gd name="connsiteY364" fmla="*/ 88743 h 6858000"/>
              <a:gd name="connsiteX365" fmla="*/ 3688389 w 6517785"/>
              <a:gd name="connsiteY365" fmla="*/ 125898 h 6858000"/>
              <a:gd name="connsiteX366" fmla="*/ 3789110 w 6517785"/>
              <a:gd name="connsiteY366" fmla="*/ 119183 h 6858000"/>
              <a:gd name="connsiteX367" fmla="*/ 3816864 w 6517785"/>
              <a:gd name="connsiteY367" fmla="*/ 117393 h 6858000"/>
              <a:gd name="connsiteX368" fmla="*/ 3962798 w 6517785"/>
              <a:gd name="connsiteY368" fmla="*/ 136642 h 6858000"/>
              <a:gd name="connsiteX369" fmla="*/ 3969513 w 6517785"/>
              <a:gd name="connsiteY369" fmla="*/ 134851 h 6858000"/>
              <a:gd name="connsiteX370" fmla="*/ 4059938 w 6517785"/>
              <a:gd name="connsiteY370" fmla="*/ 142461 h 6858000"/>
              <a:gd name="connsiteX371" fmla="*/ 4044271 w 6517785"/>
              <a:gd name="connsiteY371" fmla="*/ 172006 h 6858000"/>
              <a:gd name="connsiteX372" fmla="*/ 4070234 w 6517785"/>
              <a:gd name="connsiteY372" fmla="*/ 214533 h 6858000"/>
              <a:gd name="connsiteX373" fmla="*/ 4116790 w 6517785"/>
              <a:gd name="connsiteY373" fmla="*/ 221695 h 6858000"/>
              <a:gd name="connsiteX374" fmla="*/ 4119028 w 6517785"/>
              <a:gd name="connsiteY374" fmla="*/ 280785 h 6858000"/>
              <a:gd name="connsiteX375" fmla="*/ 4083216 w 6517785"/>
              <a:gd name="connsiteY375" fmla="*/ 315254 h 6858000"/>
              <a:gd name="connsiteX376" fmla="*/ 4088588 w 6517785"/>
              <a:gd name="connsiteY376" fmla="*/ 338532 h 6858000"/>
              <a:gd name="connsiteX377" fmla="*/ 4114551 w 6517785"/>
              <a:gd name="connsiteY377" fmla="*/ 367629 h 6858000"/>
              <a:gd name="connsiteX378" fmla="*/ 4179013 w 6517785"/>
              <a:gd name="connsiteY378" fmla="*/ 383745 h 6858000"/>
              <a:gd name="connsiteX379" fmla="*/ 4260038 w 6517785"/>
              <a:gd name="connsiteY379" fmla="*/ 391355 h 6858000"/>
              <a:gd name="connsiteX380" fmla="*/ 4322261 w 6517785"/>
              <a:gd name="connsiteY380" fmla="*/ 421347 h 6858000"/>
              <a:gd name="connsiteX381" fmla="*/ 4404181 w 6517785"/>
              <a:gd name="connsiteY381" fmla="*/ 462531 h 6858000"/>
              <a:gd name="connsiteX382" fmla="*/ 4563097 w 6517785"/>
              <a:gd name="connsiteY382" fmla="*/ 514906 h 6858000"/>
              <a:gd name="connsiteX383" fmla="*/ 4658446 w 6517785"/>
              <a:gd name="connsiteY383" fmla="*/ 535498 h 6858000"/>
              <a:gd name="connsiteX384" fmla="*/ 4646808 w 6517785"/>
              <a:gd name="connsiteY384" fmla="*/ 566834 h 6858000"/>
              <a:gd name="connsiteX385" fmla="*/ 4602490 w 6517785"/>
              <a:gd name="connsiteY385" fmla="*/ 575339 h 6858000"/>
              <a:gd name="connsiteX386" fmla="*/ 4405077 w 6517785"/>
              <a:gd name="connsiteY386" fmla="*/ 498343 h 6858000"/>
              <a:gd name="connsiteX387" fmla="*/ 4298984 w 6517785"/>
              <a:gd name="connsiteY387" fmla="*/ 452683 h 6858000"/>
              <a:gd name="connsiteX388" fmla="*/ 4197367 w 6517785"/>
              <a:gd name="connsiteY388" fmla="*/ 436567 h 6858000"/>
              <a:gd name="connsiteX389" fmla="*/ 4051880 w 6517785"/>
              <a:gd name="connsiteY389" fmla="*/ 418661 h 6858000"/>
              <a:gd name="connsiteX390" fmla="*/ 4026812 w 6517785"/>
              <a:gd name="connsiteY390" fmla="*/ 427167 h 6858000"/>
              <a:gd name="connsiteX391" fmla="*/ 4074711 w 6517785"/>
              <a:gd name="connsiteY391" fmla="*/ 458950 h 6858000"/>
              <a:gd name="connsiteX392" fmla="*/ 4168717 w 6517785"/>
              <a:gd name="connsiteY392" fmla="*/ 479989 h 6858000"/>
              <a:gd name="connsiteX393" fmla="*/ 4308384 w 6517785"/>
              <a:gd name="connsiteY393" fmla="*/ 515801 h 6858000"/>
              <a:gd name="connsiteX394" fmla="*/ 4391200 w 6517785"/>
              <a:gd name="connsiteY394" fmla="*/ 551166 h 6858000"/>
              <a:gd name="connsiteX395" fmla="*/ 4440441 w 6517785"/>
              <a:gd name="connsiteY395" fmla="*/ 562357 h 6858000"/>
              <a:gd name="connsiteX396" fmla="*/ 4573393 w 6517785"/>
              <a:gd name="connsiteY396" fmla="*/ 629505 h 6858000"/>
              <a:gd name="connsiteX397" fmla="*/ 4651732 w 6517785"/>
              <a:gd name="connsiteY397" fmla="*/ 659049 h 6858000"/>
              <a:gd name="connsiteX398" fmla="*/ 4743948 w 6517785"/>
              <a:gd name="connsiteY398" fmla="*/ 695757 h 6858000"/>
              <a:gd name="connsiteX399" fmla="*/ 4920322 w 6517785"/>
              <a:gd name="connsiteY399" fmla="*/ 789316 h 6858000"/>
              <a:gd name="connsiteX400" fmla="*/ 5052826 w 6517785"/>
              <a:gd name="connsiteY400" fmla="*/ 794240 h 6858000"/>
              <a:gd name="connsiteX401" fmla="*/ 5119974 w 6517785"/>
              <a:gd name="connsiteY401" fmla="*/ 796478 h 6858000"/>
              <a:gd name="connsiteX402" fmla="*/ 5143252 w 6517785"/>
              <a:gd name="connsiteY402" fmla="*/ 826023 h 6858000"/>
              <a:gd name="connsiteX403" fmla="*/ 5126241 w 6517785"/>
              <a:gd name="connsiteY403" fmla="*/ 851091 h 6858000"/>
              <a:gd name="connsiteX404" fmla="*/ 5098487 w 6517785"/>
              <a:gd name="connsiteY404" fmla="*/ 869893 h 6858000"/>
              <a:gd name="connsiteX405" fmla="*/ 5197865 w 6517785"/>
              <a:gd name="connsiteY405" fmla="*/ 845720 h 6858000"/>
              <a:gd name="connsiteX406" fmla="*/ 5284262 w 6517785"/>
              <a:gd name="connsiteY406" fmla="*/ 904362 h 6858000"/>
              <a:gd name="connsiteX407" fmla="*/ 5298586 w 6517785"/>
              <a:gd name="connsiteY407" fmla="*/ 1007321 h 6858000"/>
              <a:gd name="connsiteX408" fmla="*/ 5360362 w 6517785"/>
              <a:gd name="connsiteY408" fmla="*/ 1003740 h 6858000"/>
              <a:gd name="connsiteX409" fmla="*/ 5488390 w 6517785"/>
              <a:gd name="connsiteY409" fmla="*/ 1083870 h 6858000"/>
              <a:gd name="connsiteX410" fmla="*/ 5509877 w 6517785"/>
              <a:gd name="connsiteY410" fmla="*/ 1098194 h 6858000"/>
              <a:gd name="connsiteX411" fmla="*/ 5528678 w 6517785"/>
              <a:gd name="connsiteY411" fmla="*/ 1143855 h 6858000"/>
              <a:gd name="connsiteX412" fmla="*/ 5548375 w 6517785"/>
              <a:gd name="connsiteY412" fmla="*/ 1168028 h 6858000"/>
              <a:gd name="connsiteX413" fmla="*/ 5611494 w 6517785"/>
              <a:gd name="connsiteY413" fmla="*/ 1169371 h 6858000"/>
              <a:gd name="connsiteX414" fmla="*/ 5608360 w 6517785"/>
              <a:gd name="connsiteY414" fmla="*/ 1241442 h 6858000"/>
              <a:gd name="connsiteX415" fmla="*/ 5629400 w 6517785"/>
              <a:gd name="connsiteY415" fmla="*/ 1243233 h 6858000"/>
              <a:gd name="connsiteX416" fmla="*/ 5623132 w 6517785"/>
              <a:gd name="connsiteY416" fmla="*/ 1287103 h 6858000"/>
              <a:gd name="connsiteX417" fmla="*/ 5632085 w 6517785"/>
              <a:gd name="connsiteY417" fmla="*/ 1289341 h 6858000"/>
              <a:gd name="connsiteX418" fmla="*/ 5683118 w 6517785"/>
              <a:gd name="connsiteY418" fmla="*/ 1270092 h 6858000"/>
              <a:gd name="connsiteX419" fmla="*/ 5748027 w 6517785"/>
              <a:gd name="connsiteY419" fmla="*/ 1331868 h 6858000"/>
              <a:gd name="connsiteX420" fmla="*/ 5730121 w 6517785"/>
              <a:gd name="connsiteY420" fmla="*/ 1372604 h 6858000"/>
              <a:gd name="connsiteX421" fmla="*/ 5783391 w 6517785"/>
              <a:gd name="connsiteY421" fmla="*/ 1378423 h 6858000"/>
              <a:gd name="connsiteX422" fmla="*/ 5783839 w 6517785"/>
              <a:gd name="connsiteY422" fmla="*/ 1387824 h 6858000"/>
              <a:gd name="connsiteX423" fmla="*/ 5752503 w 6517785"/>
              <a:gd name="connsiteY423" fmla="*/ 1399015 h 6858000"/>
              <a:gd name="connsiteX424" fmla="*/ 5774438 w 6517785"/>
              <a:gd name="connsiteY424" fmla="*/ 1413340 h 6858000"/>
              <a:gd name="connsiteX425" fmla="*/ 5861283 w 6517785"/>
              <a:gd name="connsiteY425" fmla="*/ 1463477 h 6858000"/>
              <a:gd name="connsiteX426" fmla="*/ 5884113 w 6517785"/>
              <a:gd name="connsiteY426" fmla="*/ 1507794 h 6858000"/>
              <a:gd name="connsiteX427" fmla="*/ 5939621 w 6517785"/>
              <a:gd name="connsiteY427" fmla="*/ 1601353 h 6858000"/>
              <a:gd name="connsiteX428" fmla="*/ 5954841 w 6517785"/>
              <a:gd name="connsiteY428" fmla="*/ 1615678 h 6858000"/>
              <a:gd name="connsiteX429" fmla="*/ 6010797 w 6517785"/>
              <a:gd name="connsiteY429" fmla="*/ 1690883 h 6858000"/>
              <a:gd name="connsiteX430" fmla="*/ 6041685 w 6517785"/>
              <a:gd name="connsiteY430" fmla="*/ 1730724 h 6858000"/>
              <a:gd name="connsiteX431" fmla="*/ 6052429 w 6517785"/>
              <a:gd name="connsiteY431" fmla="*/ 1741020 h 6858000"/>
              <a:gd name="connsiteX432" fmla="*/ 6101223 w 6517785"/>
              <a:gd name="connsiteY432" fmla="*/ 1834131 h 6858000"/>
              <a:gd name="connsiteX433" fmla="*/ 6089136 w 6517785"/>
              <a:gd name="connsiteY433" fmla="*/ 1884268 h 6858000"/>
              <a:gd name="connsiteX434" fmla="*/ 6192544 w 6517785"/>
              <a:gd name="connsiteY434" fmla="*/ 2020354 h 6858000"/>
              <a:gd name="connsiteX435" fmla="*/ 6158522 w 6517785"/>
              <a:gd name="connsiteY435" fmla="*/ 2082577 h 6858000"/>
              <a:gd name="connsiteX436" fmla="*/ 6130768 w 6517785"/>
              <a:gd name="connsiteY436" fmla="*/ 2105855 h 6858000"/>
              <a:gd name="connsiteX437" fmla="*/ 6193886 w 6517785"/>
              <a:gd name="connsiteY437" fmla="*/ 2156887 h 6858000"/>
              <a:gd name="connsiteX438" fmla="*/ 6180904 w 6517785"/>
              <a:gd name="connsiteY438" fmla="*/ 2224034 h 6858000"/>
              <a:gd name="connsiteX439" fmla="*/ 6210002 w 6517785"/>
              <a:gd name="connsiteY439" fmla="*/ 2294763 h 6858000"/>
              <a:gd name="connsiteX440" fmla="*/ 6214478 w 6517785"/>
              <a:gd name="connsiteY440" fmla="*/ 2322517 h 6858000"/>
              <a:gd name="connsiteX441" fmla="*/ 6272225 w 6517785"/>
              <a:gd name="connsiteY441" fmla="*/ 2375340 h 6858000"/>
              <a:gd name="connsiteX442" fmla="*/ 6246262 w 6517785"/>
              <a:gd name="connsiteY442" fmla="*/ 2456365 h 6858000"/>
              <a:gd name="connsiteX443" fmla="*/ 6299532 w 6517785"/>
              <a:gd name="connsiteY443" fmla="*/ 2514112 h 6858000"/>
              <a:gd name="connsiteX444" fmla="*/ 6330420 w 6517785"/>
              <a:gd name="connsiteY444" fmla="*/ 2610804 h 6858000"/>
              <a:gd name="connsiteX445" fmla="*/ 6366232 w 6517785"/>
              <a:gd name="connsiteY445" fmla="*/ 2664970 h 6858000"/>
              <a:gd name="connsiteX446" fmla="*/ 6372051 w 6517785"/>
              <a:gd name="connsiteY446" fmla="*/ 2719135 h 6858000"/>
              <a:gd name="connsiteX447" fmla="*/ 6375185 w 6517785"/>
              <a:gd name="connsiteY447" fmla="*/ 2795684 h 6858000"/>
              <a:gd name="connsiteX448" fmla="*/ 6394881 w 6517785"/>
              <a:gd name="connsiteY448" fmla="*/ 2870441 h 6858000"/>
              <a:gd name="connsiteX449" fmla="*/ 6446361 w 6517785"/>
              <a:gd name="connsiteY449" fmla="*/ 2916549 h 6858000"/>
              <a:gd name="connsiteX450" fmla="*/ 6414578 w 6517785"/>
              <a:gd name="connsiteY450" fmla="*/ 2940722 h 6858000"/>
              <a:gd name="connsiteX451" fmla="*/ 6432484 w 6517785"/>
              <a:gd name="connsiteY451" fmla="*/ 2965791 h 6858000"/>
              <a:gd name="connsiteX452" fmla="*/ 6423979 w 6517785"/>
              <a:gd name="connsiteY452" fmla="*/ 2964895 h 6858000"/>
              <a:gd name="connsiteX453" fmla="*/ 6416369 w 6517785"/>
              <a:gd name="connsiteY453" fmla="*/ 3029357 h 6858000"/>
              <a:gd name="connsiteX454" fmla="*/ 6458000 w 6517785"/>
              <a:gd name="connsiteY454" fmla="*/ 3065169 h 6858000"/>
              <a:gd name="connsiteX455" fmla="*/ 6428008 w 6517785"/>
              <a:gd name="connsiteY455" fmla="*/ 3088895 h 6858000"/>
              <a:gd name="connsiteX456" fmla="*/ 6423979 w 6517785"/>
              <a:gd name="connsiteY456" fmla="*/ 3135002 h 6858000"/>
              <a:gd name="connsiteX457" fmla="*/ 6473668 w 6517785"/>
              <a:gd name="connsiteY457" fmla="*/ 3201255 h 6858000"/>
              <a:gd name="connsiteX458" fmla="*/ 6504556 w 6517785"/>
              <a:gd name="connsiteY458" fmla="*/ 3179320 h 6858000"/>
              <a:gd name="connsiteX459" fmla="*/ 6522014 w 6517785"/>
              <a:gd name="connsiteY459" fmla="*/ 3217818 h 6858000"/>
              <a:gd name="connsiteX460" fmla="*/ 6436065 w 6517785"/>
              <a:gd name="connsiteY460" fmla="*/ 3229009 h 6858000"/>
              <a:gd name="connsiteX461" fmla="*/ 6450838 w 6517785"/>
              <a:gd name="connsiteY461" fmla="*/ 3288994 h 6858000"/>
              <a:gd name="connsiteX462" fmla="*/ 6517538 w 6517785"/>
              <a:gd name="connsiteY462" fmla="*/ 3278251 h 6858000"/>
              <a:gd name="connsiteX463" fmla="*/ 6506794 w 6517785"/>
              <a:gd name="connsiteY463" fmla="*/ 3401354 h 6858000"/>
              <a:gd name="connsiteX464" fmla="*/ 6513956 w 6517785"/>
              <a:gd name="connsiteY464" fmla="*/ 3438957 h 6858000"/>
              <a:gd name="connsiteX465" fmla="*/ 6476802 w 6517785"/>
              <a:gd name="connsiteY465" fmla="*/ 3513714 h 6858000"/>
              <a:gd name="connsiteX466" fmla="*/ 6437408 w 6517785"/>
              <a:gd name="connsiteY466" fmla="*/ 3581310 h 6858000"/>
              <a:gd name="connsiteX467" fmla="*/ 6471877 w 6517785"/>
              <a:gd name="connsiteY467" fmla="*/ 3595635 h 6858000"/>
              <a:gd name="connsiteX468" fmla="*/ 6504556 w 6517785"/>
              <a:gd name="connsiteY468" fmla="*/ 3594739 h 6858000"/>
              <a:gd name="connsiteX469" fmla="*/ 6510375 w 6517785"/>
              <a:gd name="connsiteY469" fmla="*/ 3619808 h 6858000"/>
              <a:gd name="connsiteX470" fmla="*/ 6476353 w 6517785"/>
              <a:gd name="connsiteY470" fmla="*/ 3635923 h 6858000"/>
              <a:gd name="connsiteX471" fmla="*/ 6444123 w 6517785"/>
              <a:gd name="connsiteY471" fmla="*/ 3634580 h 6858000"/>
              <a:gd name="connsiteX472" fmla="*/ 6448152 w 6517785"/>
              <a:gd name="connsiteY472" fmla="*/ 3740673 h 6858000"/>
              <a:gd name="connsiteX473" fmla="*/ 6455762 w 6517785"/>
              <a:gd name="connsiteY473" fmla="*/ 3719633 h 6858000"/>
              <a:gd name="connsiteX474" fmla="*/ 6475011 w 6517785"/>
              <a:gd name="connsiteY474" fmla="*/ 3715605 h 6858000"/>
              <a:gd name="connsiteX475" fmla="*/ 6492469 w 6517785"/>
              <a:gd name="connsiteY475" fmla="*/ 3733063 h 6858000"/>
              <a:gd name="connsiteX476" fmla="*/ 6482173 w 6517785"/>
              <a:gd name="connsiteY476" fmla="*/ 3749626 h 6858000"/>
              <a:gd name="connsiteX477" fmla="*/ 6441437 w 6517785"/>
              <a:gd name="connsiteY477" fmla="*/ 3763951 h 6858000"/>
              <a:gd name="connsiteX478" fmla="*/ 6408311 w 6517785"/>
              <a:gd name="connsiteY478" fmla="*/ 3854376 h 6858000"/>
              <a:gd name="connsiteX479" fmla="*/ 6444123 w 6517785"/>
              <a:gd name="connsiteY479" fmla="*/ 3885712 h 6858000"/>
              <a:gd name="connsiteX480" fmla="*/ 6478144 w 6517785"/>
              <a:gd name="connsiteY480" fmla="*/ 3917495 h 6858000"/>
              <a:gd name="connsiteX481" fmla="*/ 6425322 w 6517785"/>
              <a:gd name="connsiteY481" fmla="*/ 3950621 h 6858000"/>
              <a:gd name="connsiteX482" fmla="*/ 6410102 w 6517785"/>
              <a:gd name="connsiteY482" fmla="*/ 3938982 h 6858000"/>
              <a:gd name="connsiteX483" fmla="*/ 6379214 w 6517785"/>
              <a:gd name="connsiteY483" fmla="*/ 4059848 h 6858000"/>
              <a:gd name="connsiteX484" fmla="*/ 6399805 w 6517785"/>
              <a:gd name="connsiteY484" fmla="*/ 4082230 h 6858000"/>
              <a:gd name="connsiteX485" fmla="*/ 6415921 w 6517785"/>
              <a:gd name="connsiteY485" fmla="*/ 4119385 h 6858000"/>
              <a:gd name="connsiteX486" fmla="*/ 6402491 w 6517785"/>
              <a:gd name="connsiteY486" fmla="*/ 4164150 h 6858000"/>
              <a:gd name="connsiteX487" fmla="*/ 6387272 w 6517785"/>
              <a:gd name="connsiteY487" fmla="*/ 4188323 h 6858000"/>
              <a:gd name="connsiteX488" fmla="*/ 6387272 w 6517785"/>
              <a:gd name="connsiteY488" fmla="*/ 4120280 h 6858000"/>
              <a:gd name="connsiteX489" fmla="*/ 6363098 w 6517785"/>
              <a:gd name="connsiteY489" fmla="*/ 4255023 h 6858000"/>
              <a:gd name="connsiteX490" fmla="*/ 6327734 w 6517785"/>
              <a:gd name="connsiteY490" fmla="*/ 4282778 h 6858000"/>
              <a:gd name="connsiteX491" fmla="*/ 6368022 w 6517785"/>
              <a:gd name="connsiteY491" fmla="*/ 4306055 h 6858000"/>
              <a:gd name="connsiteX492" fmla="*/ 6341611 w 6517785"/>
              <a:gd name="connsiteY492" fmla="*/ 4322171 h 6858000"/>
              <a:gd name="connsiteX493" fmla="*/ 6368917 w 6517785"/>
              <a:gd name="connsiteY493" fmla="*/ 4367383 h 6858000"/>
              <a:gd name="connsiteX494" fmla="*/ 6337582 w 6517785"/>
              <a:gd name="connsiteY494" fmla="*/ 4409463 h 6858000"/>
              <a:gd name="connsiteX495" fmla="*/ 6278940 w 6517785"/>
              <a:gd name="connsiteY495" fmla="*/ 4418416 h 6858000"/>
              <a:gd name="connsiteX496" fmla="*/ 6336687 w 6517785"/>
              <a:gd name="connsiteY496" fmla="*/ 4454228 h 6858000"/>
              <a:gd name="connsiteX497" fmla="*/ 6286550 w 6517785"/>
              <a:gd name="connsiteY497" fmla="*/ 4496754 h 6858000"/>
              <a:gd name="connsiteX498" fmla="*/ 6275359 w 6517785"/>
              <a:gd name="connsiteY498" fmla="*/ 4545548 h 6858000"/>
              <a:gd name="connsiteX499" fmla="*/ 6292369 w 6517785"/>
              <a:gd name="connsiteY499" fmla="*/ 4562559 h 6858000"/>
              <a:gd name="connsiteX500" fmla="*/ 6253424 w 6517785"/>
              <a:gd name="connsiteY500" fmla="*/ 4610010 h 6858000"/>
              <a:gd name="connsiteX501" fmla="*/ 6207763 w 6517785"/>
              <a:gd name="connsiteY501" fmla="*/ 4606876 h 6858000"/>
              <a:gd name="connsiteX502" fmla="*/ 6203287 w 6517785"/>
              <a:gd name="connsiteY502" fmla="*/ 4624782 h 6858000"/>
              <a:gd name="connsiteX503" fmla="*/ 6239547 w 6517785"/>
              <a:gd name="connsiteY503" fmla="*/ 4635974 h 6858000"/>
              <a:gd name="connsiteX504" fmla="*/ 6243575 w 6517785"/>
              <a:gd name="connsiteY504" fmla="*/ 4661937 h 6858000"/>
              <a:gd name="connsiteX505" fmla="*/ 6227908 w 6517785"/>
              <a:gd name="connsiteY505" fmla="*/ 4738485 h 6858000"/>
              <a:gd name="connsiteX506" fmla="*/ 6197468 w 6517785"/>
              <a:gd name="connsiteY506" fmla="*/ 4790413 h 6858000"/>
              <a:gd name="connsiteX507" fmla="*/ 6154493 w 6517785"/>
              <a:gd name="connsiteY507" fmla="*/ 4879495 h 6858000"/>
              <a:gd name="connsiteX508" fmla="*/ 6119577 w 6517785"/>
              <a:gd name="connsiteY508" fmla="*/ 4927841 h 6858000"/>
              <a:gd name="connsiteX509" fmla="*/ 6045267 w 6517785"/>
              <a:gd name="connsiteY509" fmla="*/ 5035277 h 6858000"/>
              <a:gd name="connsiteX510" fmla="*/ 6023332 w 6517785"/>
              <a:gd name="connsiteY510" fmla="*/ 5047364 h 6858000"/>
              <a:gd name="connsiteX511" fmla="*/ 6001397 w 6517785"/>
              <a:gd name="connsiteY511" fmla="*/ 5086310 h 6858000"/>
              <a:gd name="connsiteX512" fmla="*/ 5992444 w 6517785"/>
              <a:gd name="connsiteY512" fmla="*/ 5114959 h 6858000"/>
              <a:gd name="connsiteX513" fmla="*/ 5964242 w 6517785"/>
              <a:gd name="connsiteY513" fmla="*/ 5113616 h 6858000"/>
              <a:gd name="connsiteX514" fmla="*/ 5917686 w 6517785"/>
              <a:gd name="connsiteY514" fmla="*/ 5115854 h 6858000"/>
              <a:gd name="connsiteX515" fmla="*/ 5923954 w 6517785"/>
              <a:gd name="connsiteY515" fmla="*/ 5193746 h 6858000"/>
              <a:gd name="connsiteX516" fmla="*/ 5910972 w 6517785"/>
              <a:gd name="connsiteY516" fmla="*/ 5214785 h 6858000"/>
              <a:gd name="connsiteX517" fmla="*/ 5840690 w 6517785"/>
              <a:gd name="connsiteY517" fmla="*/ 5319535 h 6858000"/>
              <a:gd name="connsiteX518" fmla="*/ 5805774 w 6517785"/>
              <a:gd name="connsiteY518" fmla="*/ 5333412 h 6858000"/>
              <a:gd name="connsiteX519" fmla="*/ 5789659 w 6517785"/>
              <a:gd name="connsiteY519" fmla="*/ 5388473 h 6858000"/>
              <a:gd name="connsiteX520" fmla="*/ 5771305 w 6517785"/>
              <a:gd name="connsiteY520" fmla="*/ 5386683 h 6858000"/>
              <a:gd name="connsiteX521" fmla="*/ 5767276 w 6517785"/>
              <a:gd name="connsiteY521" fmla="*/ 5338784 h 6858000"/>
              <a:gd name="connsiteX522" fmla="*/ 5752951 w 6517785"/>
              <a:gd name="connsiteY522" fmla="*/ 5387578 h 6858000"/>
              <a:gd name="connsiteX523" fmla="*/ 5741760 w 6517785"/>
              <a:gd name="connsiteY523" fmla="*/ 5433686 h 6858000"/>
              <a:gd name="connsiteX524" fmla="*/ 5685356 w 6517785"/>
              <a:gd name="connsiteY524" fmla="*/ 5418018 h 6858000"/>
              <a:gd name="connsiteX525" fmla="*/ 5672374 w 6517785"/>
              <a:gd name="connsiteY525" fmla="*/ 5480689 h 6858000"/>
              <a:gd name="connsiteX526" fmla="*/ 5642829 w 6517785"/>
              <a:gd name="connsiteY526" fmla="*/ 5550970 h 6858000"/>
              <a:gd name="connsiteX527" fmla="*/ 5592693 w 6517785"/>
              <a:gd name="connsiteY527" fmla="*/ 5518740 h 6858000"/>
              <a:gd name="connsiteX528" fmla="*/ 5547928 w 6517785"/>
              <a:gd name="connsiteY528" fmla="*/ 5591707 h 6858000"/>
              <a:gd name="connsiteX529" fmla="*/ 5542108 w 6517785"/>
              <a:gd name="connsiteY529" fmla="*/ 5626176 h 6858000"/>
              <a:gd name="connsiteX530" fmla="*/ 5500029 w 6517785"/>
              <a:gd name="connsiteY530" fmla="*/ 5659749 h 6858000"/>
              <a:gd name="connsiteX531" fmla="*/ 5458845 w 6517785"/>
              <a:gd name="connsiteY531" fmla="*/ 5652140 h 6858000"/>
              <a:gd name="connsiteX532" fmla="*/ 5404680 w 6517785"/>
              <a:gd name="connsiteY532" fmla="*/ 5700038 h 6858000"/>
              <a:gd name="connsiteX533" fmla="*/ 5416318 w 6517785"/>
              <a:gd name="connsiteY533" fmla="*/ 5718391 h 6858000"/>
              <a:gd name="connsiteX534" fmla="*/ 5441387 w 6517785"/>
              <a:gd name="connsiteY534" fmla="*/ 5720630 h 6858000"/>
              <a:gd name="connsiteX535" fmla="*/ 5458845 w 6517785"/>
              <a:gd name="connsiteY535" fmla="*/ 5744355 h 6858000"/>
              <a:gd name="connsiteX536" fmla="*/ 5397069 w 6517785"/>
              <a:gd name="connsiteY536" fmla="*/ 5781510 h 6858000"/>
              <a:gd name="connsiteX537" fmla="*/ 5354542 w 6517785"/>
              <a:gd name="connsiteY537" fmla="*/ 5767185 h 6858000"/>
              <a:gd name="connsiteX538" fmla="*/ 5330369 w 6517785"/>
              <a:gd name="connsiteY538" fmla="*/ 5795835 h 6858000"/>
              <a:gd name="connsiteX539" fmla="*/ 5275756 w 6517785"/>
              <a:gd name="connsiteY539" fmla="*/ 5880889 h 6858000"/>
              <a:gd name="connsiteX540" fmla="*/ 5250688 w 6517785"/>
              <a:gd name="connsiteY540" fmla="*/ 5858059 h 6858000"/>
              <a:gd name="connsiteX541" fmla="*/ 5164739 w 6517785"/>
              <a:gd name="connsiteY541" fmla="*/ 5910433 h 6858000"/>
              <a:gd name="connsiteX542" fmla="*/ 5204580 w 6517785"/>
              <a:gd name="connsiteY542" fmla="*/ 5922968 h 6858000"/>
              <a:gd name="connsiteX543" fmla="*/ 5162500 w 6517785"/>
              <a:gd name="connsiteY543" fmla="*/ 5939531 h 6858000"/>
              <a:gd name="connsiteX544" fmla="*/ 5106097 w 6517785"/>
              <a:gd name="connsiteY544" fmla="*/ 5976238 h 6858000"/>
              <a:gd name="connsiteX545" fmla="*/ 5072523 w 6517785"/>
              <a:gd name="connsiteY545" fmla="*/ 6012945 h 6858000"/>
              <a:gd name="connsiteX546" fmla="*/ 5036263 w 6517785"/>
              <a:gd name="connsiteY546" fmla="*/ 6043833 h 6858000"/>
              <a:gd name="connsiteX547" fmla="*/ 4979412 w 6517785"/>
              <a:gd name="connsiteY547" fmla="*/ 6101580 h 6858000"/>
              <a:gd name="connsiteX548" fmla="*/ 4931961 w 6517785"/>
              <a:gd name="connsiteY548" fmla="*/ 6134706 h 6858000"/>
              <a:gd name="connsiteX549" fmla="*/ 4906445 w 6517785"/>
              <a:gd name="connsiteY549" fmla="*/ 6141868 h 6858000"/>
              <a:gd name="connsiteX550" fmla="*/ 4865261 w 6517785"/>
              <a:gd name="connsiteY550" fmla="*/ 6162908 h 6858000"/>
              <a:gd name="connsiteX551" fmla="*/ 4729175 w 6517785"/>
              <a:gd name="connsiteY551" fmla="*/ 6265420 h 6858000"/>
              <a:gd name="connsiteX552" fmla="*/ 4622634 w 6517785"/>
              <a:gd name="connsiteY552" fmla="*/ 6297203 h 6858000"/>
              <a:gd name="connsiteX553" fmla="*/ 4612786 w 6517785"/>
              <a:gd name="connsiteY553" fmla="*/ 6301232 h 6858000"/>
              <a:gd name="connsiteX554" fmla="*/ 4530866 w 6517785"/>
              <a:gd name="connsiteY554" fmla="*/ 6332568 h 6858000"/>
              <a:gd name="connsiteX555" fmla="*/ 4478044 w 6517785"/>
              <a:gd name="connsiteY555" fmla="*/ 6356740 h 6858000"/>
              <a:gd name="connsiteX556" fmla="*/ 4331662 w 6517785"/>
              <a:gd name="connsiteY556" fmla="*/ 6414040 h 6858000"/>
              <a:gd name="connsiteX557" fmla="*/ 4312413 w 6517785"/>
              <a:gd name="connsiteY557" fmla="*/ 6424336 h 6858000"/>
              <a:gd name="connsiteX558" fmla="*/ 4144992 w 6517785"/>
              <a:gd name="connsiteY558" fmla="*/ 6476711 h 6858000"/>
              <a:gd name="connsiteX559" fmla="*/ 4130219 w 6517785"/>
              <a:gd name="connsiteY559" fmla="*/ 6478502 h 6858000"/>
              <a:gd name="connsiteX560" fmla="*/ 4018307 w 6517785"/>
              <a:gd name="connsiteY560" fmla="*/ 6534905 h 6858000"/>
              <a:gd name="connsiteX561" fmla="*/ 4135591 w 6517785"/>
              <a:gd name="connsiteY561" fmla="*/ 6542963 h 6858000"/>
              <a:gd name="connsiteX562" fmla="*/ 4164241 w 6517785"/>
              <a:gd name="connsiteY562" fmla="*/ 6542515 h 6858000"/>
              <a:gd name="connsiteX563" fmla="*/ 4296298 w 6517785"/>
              <a:gd name="connsiteY563" fmla="*/ 6517447 h 6858000"/>
              <a:gd name="connsiteX564" fmla="*/ 4411791 w 6517785"/>
              <a:gd name="connsiteY564" fmla="*/ 6493274 h 6858000"/>
              <a:gd name="connsiteX565" fmla="*/ 4417163 w 6517785"/>
              <a:gd name="connsiteY565" fmla="*/ 6505808 h 6858000"/>
              <a:gd name="connsiteX566" fmla="*/ 4461928 w 6517785"/>
              <a:gd name="connsiteY566" fmla="*/ 6452090 h 6858000"/>
              <a:gd name="connsiteX567" fmla="*/ 4512065 w 6517785"/>
              <a:gd name="connsiteY567" fmla="*/ 6434632 h 6858000"/>
              <a:gd name="connsiteX568" fmla="*/ 4602043 w 6517785"/>
              <a:gd name="connsiteY568" fmla="*/ 6418964 h 6858000"/>
              <a:gd name="connsiteX569" fmla="*/ 4653970 w 6517785"/>
              <a:gd name="connsiteY569" fmla="*/ 6406430 h 6858000"/>
              <a:gd name="connsiteX570" fmla="*/ 4653075 w 6517785"/>
              <a:gd name="connsiteY570" fmla="*/ 6391657 h 6858000"/>
              <a:gd name="connsiteX571" fmla="*/ 4708584 w 6517785"/>
              <a:gd name="connsiteY571" fmla="*/ 6356740 h 6858000"/>
              <a:gd name="connsiteX572" fmla="*/ 4726937 w 6517785"/>
              <a:gd name="connsiteY572" fmla="*/ 6347340 h 6858000"/>
              <a:gd name="connsiteX573" fmla="*/ 4802590 w 6517785"/>
              <a:gd name="connsiteY573" fmla="*/ 6325853 h 6858000"/>
              <a:gd name="connsiteX574" fmla="*/ 4881376 w 6517785"/>
              <a:gd name="connsiteY574" fmla="*/ 6300784 h 6858000"/>
              <a:gd name="connsiteX575" fmla="*/ 4932856 w 6517785"/>
              <a:gd name="connsiteY575" fmla="*/ 6273030 h 6858000"/>
              <a:gd name="connsiteX576" fmla="*/ 5005375 w 6517785"/>
              <a:gd name="connsiteY576" fmla="*/ 6240799 h 6858000"/>
              <a:gd name="connsiteX577" fmla="*/ 5053274 w 6517785"/>
              <a:gd name="connsiteY577" fmla="*/ 6218417 h 6858000"/>
              <a:gd name="connsiteX578" fmla="*/ 5131613 w 6517785"/>
              <a:gd name="connsiteY578" fmla="*/ 6162908 h 6858000"/>
              <a:gd name="connsiteX579" fmla="*/ 5248450 w 6517785"/>
              <a:gd name="connsiteY579" fmla="*/ 6086808 h 6858000"/>
              <a:gd name="connsiteX580" fmla="*/ 5331712 w 6517785"/>
              <a:gd name="connsiteY580" fmla="*/ 6027270 h 6858000"/>
              <a:gd name="connsiteX581" fmla="*/ 5441387 w 6517785"/>
              <a:gd name="connsiteY581" fmla="*/ 5902375 h 6858000"/>
              <a:gd name="connsiteX582" fmla="*/ 5486152 w 6517785"/>
              <a:gd name="connsiteY582" fmla="*/ 5888946 h 6858000"/>
              <a:gd name="connsiteX583" fmla="*/ 5534946 w 6517785"/>
              <a:gd name="connsiteY583" fmla="*/ 5855820 h 6858000"/>
              <a:gd name="connsiteX584" fmla="*/ 5546584 w 6517785"/>
              <a:gd name="connsiteY584" fmla="*/ 5838809 h 6858000"/>
              <a:gd name="connsiteX585" fmla="*/ 5628952 w 6517785"/>
              <a:gd name="connsiteY585" fmla="*/ 5752413 h 6858000"/>
              <a:gd name="connsiteX586" fmla="*/ 5723854 w 6517785"/>
              <a:gd name="connsiteY586" fmla="*/ 5788225 h 6858000"/>
              <a:gd name="connsiteX587" fmla="*/ 5721168 w 6517785"/>
              <a:gd name="connsiteY587" fmla="*/ 5801654 h 6858000"/>
              <a:gd name="connsiteX588" fmla="*/ 5598959 w 6517785"/>
              <a:gd name="connsiteY588" fmla="*/ 5836124 h 6858000"/>
              <a:gd name="connsiteX589" fmla="*/ 5599855 w 6517785"/>
              <a:gd name="connsiteY589" fmla="*/ 5844629 h 6858000"/>
              <a:gd name="connsiteX590" fmla="*/ 5660735 w 6517785"/>
              <a:gd name="connsiteY590" fmla="*/ 5871488 h 6858000"/>
              <a:gd name="connsiteX591" fmla="*/ 5530917 w 6517785"/>
              <a:gd name="connsiteY591" fmla="*/ 5962808 h 6858000"/>
              <a:gd name="connsiteX592" fmla="*/ 5443625 w 6517785"/>
              <a:gd name="connsiteY592" fmla="*/ 5973104 h 6858000"/>
              <a:gd name="connsiteX593" fmla="*/ 5476304 w 6517785"/>
              <a:gd name="connsiteY593" fmla="*/ 6012945 h 6858000"/>
              <a:gd name="connsiteX594" fmla="*/ 5443177 w 6517785"/>
              <a:gd name="connsiteY594" fmla="*/ 6036671 h 6858000"/>
              <a:gd name="connsiteX595" fmla="*/ 5376925 w 6517785"/>
              <a:gd name="connsiteY595" fmla="*/ 6048757 h 6858000"/>
              <a:gd name="connsiteX596" fmla="*/ 5331265 w 6517785"/>
              <a:gd name="connsiteY596" fmla="*/ 6089046 h 6858000"/>
              <a:gd name="connsiteX597" fmla="*/ 5305301 w 6517785"/>
              <a:gd name="connsiteY597" fmla="*/ 6126201 h 6858000"/>
              <a:gd name="connsiteX598" fmla="*/ 5296348 w 6517785"/>
              <a:gd name="connsiteY598" fmla="*/ 6130230 h 6858000"/>
              <a:gd name="connsiteX599" fmla="*/ 5221591 w 6517785"/>
              <a:gd name="connsiteY599" fmla="*/ 6173204 h 6858000"/>
              <a:gd name="connsiteX600" fmla="*/ 5197417 w 6517785"/>
              <a:gd name="connsiteY600" fmla="*/ 6238561 h 6858000"/>
              <a:gd name="connsiteX601" fmla="*/ 5136985 w 6517785"/>
              <a:gd name="connsiteY601" fmla="*/ 6243038 h 6858000"/>
              <a:gd name="connsiteX602" fmla="*/ 5146833 w 6517785"/>
              <a:gd name="connsiteY602" fmla="*/ 6213492 h 6858000"/>
              <a:gd name="connsiteX603" fmla="*/ 5124450 w 6517785"/>
              <a:gd name="connsiteY603" fmla="*/ 6220207 h 6858000"/>
              <a:gd name="connsiteX604" fmla="*/ 5061332 w 6517785"/>
              <a:gd name="connsiteY604" fmla="*/ 6299441 h 6858000"/>
              <a:gd name="connsiteX605" fmla="*/ 4965087 w 6517785"/>
              <a:gd name="connsiteY605" fmla="*/ 6367484 h 6858000"/>
              <a:gd name="connsiteX606" fmla="*/ 4945390 w 6517785"/>
              <a:gd name="connsiteY606" fmla="*/ 6380466 h 6858000"/>
              <a:gd name="connsiteX607" fmla="*/ 4947628 w 6517785"/>
              <a:gd name="connsiteY607" fmla="*/ 6389419 h 6858000"/>
              <a:gd name="connsiteX608" fmla="*/ 5003585 w 6517785"/>
              <a:gd name="connsiteY608" fmla="*/ 6381809 h 6858000"/>
              <a:gd name="connsiteX609" fmla="*/ 4928380 w 6517785"/>
              <a:gd name="connsiteY609" fmla="*/ 6401953 h 6858000"/>
              <a:gd name="connsiteX610" fmla="*/ 4886748 w 6517785"/>
              <a:gd name="connsiteY610" fmla="*/ 6402401 h 6858000"/>
              <a:gd name="connsiteX611" fmla="*/ 4902416 w 6517785"/>
              <a:gd name="connsiteY611" fmla="*/ 6417173 h 6858000"/>
              <a:gd name="connsiteX612" fmla="*/ 4900178 w 6517785"/>
              <a:gd name="connsiteY612" fmla="*/ 6453433 h 6858000"/>
              <a:gd name="connsiteX613" fmla="*/ 4828554 w 6517785"/>
              <a:gd name="connsiteY613" fmla="*/ 6493722 h 6858000"/>
              <a:gd name="connsiteX614" fmla="*/ 4725594 w 6517785"/>
              <a:gd name="connsiteY614" fmla="*/ 6560421 h 6858000"/>
              <a:gd name="connsiteX615" fmla="*/ 4662028 w 6517785"/>
              <a:gd name="connsiteY615" fmla="*/ 6572956 h 6858000"/>
              <a:gd name="connsiteX616" fmla="*/ 4596671 w 6517785"/>
              <a:gd name="connsiteY616" fmla="*/ 6589071 h 6858000"/>
              <a:gd name="connsiteX617" fmla="*/ 4528628 w 6517785"/>
              <a:gd name="connsiteY617" fmla="*/ 6621750 h 6858000"/>
              <a:gd name="connsiteX618" fmla="*/ 4520123 w 6517785"/>
              <a:gd name="connsiteY618" fmla="*/ 6628464 h 6858000"/>
              <a:gd name="connsiteX619" fmla="*/ 4393438 w 6517785"/>
              <a:gd name="connsiteY619" fmla="*/ 6656666 h 6858000"/>
              <a:gd name="connsiteX620" fmla="*/ 4327633 w 6517785"/>
              <a:gd name="connsiteY620" fmla="*/ 6688897 h 6858000"/>
              <a:gd name="connsiteX621" fmla="*/ 4264067 w 6517785"/>
              <a:gd name="connsiteY621" fmla="*/ 6713070 h 6858000"/>
              <a:gd name="connsiteX622" fmla="*/ 4166031 w 6517785"/>
              <a:gd name="connsiteY622" fmla="*/ 6739929 h 6858000"/>
              <a:gd name="connsiteX623" fmla="*/ 4159764 w 6517785"/>
              <a:gd name="connsiteY623" fmla="*/ 6742168 h 6858000"/>
              <a:gd name="connsiteX624" fmla="*/ 4141858 w 6517785"/>
              <a:gd name="connsiteY624" fmla="*/ 6796781 h 6858000"/>
              <a:gd name="connsiteX625" fmla="*/ 4101570 w 6517785"/>
              <a:gd name="connsiteY625" fmla="*/ 6767236 h 6858000"/>
              <a:gd name="connsiteX626" fmla="*/ 4105598 w 6517785"/>
              <a:gd name="connsiteY626" fmla="*/ 6775741 h 6858000"/>
              <a:gd name="connsiteX627" fmla="*/ 4036213 w 6517785"/>
              <a:gd name="connsiteY627" fmla="*/ 6797676 h 6858000"/>
              <a:gd name="connsiteX628" fmla="*/ 3867449 w 6517785"/>
              <a:gd name="connsiteY628" fmla="*/ 6847813 h 6858000"/>
              <a:gd name="connsiteX629" fmla="*/ 3758670 w 6517785"/>
              <a:gd name="connsiteY629" fmla="*/ 6830802 h 6858000"/>
              <a:gd name="connsiteX630" fmla="*/ 3702266 w 6517785"/>
              <a:gd name="connsiteY630" fmla="*/ 6801705 h 6858000"/>
              <a:gd name="connsiteX631" fmla="*/ 3544245 w 6517785"/>
              <a:gd name="connsiteY631" fmla="*/ 6748882 h 6858000"/>
              <a:gd name="connsiteX632" fmla="*/ 3578715 w 6517785"/>
              <a:gd name="connsiteY632" fmla="*/ 6703669 h 6858000"/>
              <a:gd name="connsiteX633" fmla="*/ 3521415 w 6517785"/>
              <a:gd name="connsiteY633" fmla="*/ 6675020 h 6858000"/>
              <a:gd name="connsiteX634" fmla="*/ 3456506 w 6517785"/>
              <a:gd name="connsiteY634" fmla="*/ 6709041 h 6858000"/>
              <a:gd name="connsiteX635" fmla="*/ 3482470 w 6517785"/>
              <a:gd name="connsiteY635" fmla="*/ 6733215 h 6858000"/>
              <a:gd name="connsiteX636" fmla="*/ 3532606 w 6517785"/>
              <a:gd name="connsiteY636" fmla="*/ 6746196 h 6858000"/>
              <a:gd name="connsiteX637" fmla="*/ 3324002 w 6517785"/>
              <a:gd name="connsiteY637" fmla="*/ 6715309 h 6858000"/>
              <a:gd name="connsiteX638" fmla="*/ 3312810 w 6517785"/>
              <a:gd name="connsiteY638" fmla="*/ 6774398 h 6858000"/>
              <a:gd name="connsiteX639" fmla="*/ 3315049 w 6517785"/>
              <a:gd name="connsiteY639" fmla="*/ 6717994 h 6858000"/>
              <a:gd name="connsiteX640" fmla="*/ 3259092 w 6517785"/>
              <a:gd name="connsiteY640" fmla="*/ 6705460 h 6858000"/>
              <a:gd name="connsiteX641" fmla="*/ 3221490 w 6517785"/>
              <a:gd name="connsiteY641" fmla="*/ 6709489 h 6858000"/>
              <a:gd name="connsiteX642" fmla="*/ 3235814 w 6517785"/>
              <a:gd name="connsiteY642" fmla="*/ 6754701 h 6858000"/>
              <a:gd name="connsiteX643" fmla="*/ 3171353 w 6517785"/>
              <a:gd name="connsiteY643" fmla="*/ 6754701 h 6858000"/>
              <a:gd name="connsiteX644" fmla="*/ 3022733 w 6517785"/>
              <a:gd name="connsiteY644" fmla="*/ 6744406 h 6858000"/>
              <a:gd name="connsiteX645" fmla="*/ 2848597 w 6517785"/>
              <a:gd name="connsiteY645" fmla="*/ 6730976 h 6858000"/>
              <a:gd name="connsiteX646" fmla="*/ 2724598 w 6517785"/>
              <a:gd name="connsiteY646" fmla="*/ 6692478 h 6858000"/>
              <a:gd name="connsiteX647" fmla="*/ 2725941 w 6517785"/>
              <a:gd name="connsiteY647" fmla="*/ 6677706 h 6858000"/>
              <a:gd name="connsiteX648" fmla="*/ 2685653 w 6517785"/>
              <a:gd name="connsiteY648" fmla="*/ 6643236 h 6858000"/>
              <a:gd name="connsiteX649" fmla="*/ 2562101 w 6517785"/>
              <a:gd name="connsiteY649" fmla="*/ 6657562 h 6858000"/>
              <a:gd name="connsiteX650" fmla="*/ 2320818 w 6517785"/>
              <a:gd name="connsiteY650" fmla="*/ 6578775 h 6858000"/>
              <a:gd name="connsiteX651" fmla="*/ 2315893 w 6517785"/>
              <a:gd name="connsiteY651" fmla="*/ 6567136 h 6858000"/>
              <a:gd name="connsiteX652" fmla="*/ 2351258 w 6517785"/>
              <a:gd name="connsiteY652" fmla="*/ 6552811 h 6858000"/>
              <a:gd name="connsiteX653" fmla="*/ 2365135 w 6517785"/>
              <a:gd name="connsiteY653" fmla="*/ 6497303 h 6858000"/>
              <a:gd name="connsiteX654" fmla="*/ 2296197 w 6517785"/>
              <a:gd name="connsiteY654" fmla="*/ 6512970 h 6858000"/>
              <a:gd name="connsiteX655" fmla="*/ 2219201 w 6517785"/>
              <a:gd name="connsiteY655" fmla="*/ 6503570 h 6858000"/>
              <a:gd name="connsiteX656" fmla="*/ 2179808 w 6517785"/>
              <a:gd name="connsiteY656" fmla="*/ 6460596 h 6858000"/>
              <a:gd name="connsiteX657" fmla="*/ 2219649 w 6517785"/>
              <a:gd name="connsiteY657" fmla="*/ 6478949 h 6858000"/>
              <a:gd name="connsiteX658" fmla="*/ 2283663 w 6517785"/>
              <a:gd name="connsiteY658" fmla="*/ 6479397 h 6858000"/>
              <a:gd name="connsiteX659" fmla="*/ 2220096 w 6517785"/>
              <a:gd name="connsiteY659" fmla="*/ 6457462 h 6858000"/>
              <a:gd name="connsiteX660" fmla="*/ 2180703 w 6517785"/>
              <a:gd name="connsiteY660" fmla="*/ 6458805 h 6858000"/>
              <a:gd name="connsiteX661" fmla="*/ 663169 w 6517785"/>
              <a:gd name="connsiteY661" fmla="*/ 4888000 h 6858000"/>
              <a:gd name="connsiteX662" fmla="*/ 638548 w 6517785"/>
              <a:gd name="connsiteY662" fmla="*/ 4838759 h 6858000"/>
              <a:gd name="connsiteX663" fmla="*/ 597812 w 6517785"/>
              <a:gd name="connsiteY663" fmla="*/ 4738485 h 6858000"/>
              <a:gd name="connsiteX664" fmla="*/ 598708 w 6517785"/>
              <a:gd name="connsiteY664" fmla="*/ 4722370 h 6858000"/>
              <a:gd name="connsiteX665" fmla="*/ 573192 w 6517785"/>
              <a:gd name="connsiteY665" fmla="*/ 4692825 h 6858000"/>
              <a:gd name="connsiteX666" fmla="*/ 556629 w 6517785"/>
              <a:gd name="connsiteY666" fmla="*/ 4700435 h 6858000"/>
              <a:gd name="connsiteX667" fmla="*/ 560657 w 6517785"/>
              <a:gd name="connsiteY667" fmla="*/ 4736695 h 6858000"/>
              <a:gd name="connsiteX668" fmla="*/ 583488 w 6517785"/>
              <a:gd name="connsiteY668" fmla="*/ 4798918 h 6858000"/>
              <a:gd name="connsiteX669" fmla="*/ 608108 w 6517785"/>
              <a:gd name="connsiteY669" fmla="*/ 4848608 h 6858000"/>
              <a:gd name="connsiteX670" fmla="*/ 631834 w 6517785"/>
              <a:gd name="connsiteY670" fmla="*/ 4867409 h 6858000"/>
              <a:gd name="connsiteX671" fmla="*/ 664512 w 6517785"/>
              <a:gd name="connsiteY671" fmla="*/ 4886210 h 6858000"/>
              <a:gd name="connsiteX672" fmla="*/ 651083 w 6517785"/>
              <a:gd name="connsiteY672" fmla="*/ 4952910 h 6858000"/>
              <a:gd name="connsiteX673" fmla="*/ 661826 w 6517785"/>
              <a:gd name="connsiteY673" fmla="*/ 4950224 h 6858000"/>
              <a:gd name="connsiteX674" fmla="*/ 688238 w 6517785"/>
              <a:gd name="connsiteY674" fmla="*/ 4991407 h 6858000"/>
              <a:gd name="connsiteX675" fmla="*/ 716440 w 6517785"/>
              <a:gd name="connsiteY675" fmla="*/ 5087652 h 6858000"/>
              <a:gd name="connsiteX676" fmla="*/ 724945 w 6517785"/>
              <a:gd name="connsiteY676" fmla="*/ 5091681 h 6858000"/>
              <a:gd name="connsiteX677" fmla="*/ 783139 w 6517785"/>
              <a:gd name="connsiteY677" fmla="*/ 5155248 h 6858000"/>
              <a:gd name="connsiteX678" fmla="*/ 829247 w 6517785"/>
              <a:gd name="connsiteY678" fmla="*/ 5226424 h 6858000"/>
              <a:gd name="connsiteX679" fmla="*/ 905348 w 6517785"/>
              <a:gd name="connsiteY679" fmla="*/ 5327593 h 6858000"/>
              <a:gd name="connsiteX680" fmla="*/ 970257 w 6517785"/>
              <a:gd name="connsiteY680" fmla="*/ 5424733 h 6858000"/>
              <a:gd name="connsiteX681" fmla="*/ 987268 w 6517785"/>
              <a:gd name="connsiteY681" fmla="*/ 5443534 h 6858000"/>
              <a:gd name="connsiteX682" fmla="*/ 1062025 w 6517785"/>
              <a:gd name="connsiteY682" fmla="*/ 5542465 h 6858000"/>
              <a:gd name="connsiteX683" fmla="*/ 1087094 w 6517785"/>
              <a:gd name="connsiteY683" fmla="*/ 5561714 h 6858000"/>
              <a:gd name="connsiteX684" fmla="*/ 1113058 w 6517785"/>
              <a:gd name="connsiteY684" fmla="*/ 5625728 h 6858000"/>
              <a:gd name="connsiteX685" fmla="*/ 1064711 w 6517785"/>
              <a:gd name="connsiteY685" fmla="*/ 5653930 h 6858000"/>
              <a:gd name="connsiteX686" fmla="*/ 1052177 w 6517785"/>
              <a:gd name="connsiteY686" fmla="*/ 5657064 h 6858000"/>
              <a:gd name="connsiteX687" fmla="*/ 1107686 w 6517785"/>
              <a:gd name="connsiteY687" fmla="*/ 5662435 h 6858000"/>
              <a:gd name="connsiteX688" fmla="*/ 1137678 w 6517785"/>
              <a:gd name="connsiteY688" fmla="*/ 5648111 h 6858000"/>
              <a:gd name="connsiteX689" fmla="*/ 1167671 w 6517785"/>
              <a:gd name="connsiteY689" fmla="*/ 5687503 h 6858000"/>
              <a:gd name="connsiteX690" fmla="*/ 1209302 w 6517785"/>
              <a:gd name="connsiteY690" fmla="*/ 5695114 h 6858000"/>
              <a:gd name="connsiteX691" fmla="*/ 1302861 w 6517785"/>
              <a:gd name="connsiteY691" fmla="*/ 5773453 h 6858000"/>
              <a:gd name="connsiteX692" fmla="*/ 1386572 w 6517785"/>
              <a:gd name="connsiteY692" fmla="*/ 5867907 h 6858000"/>
              <a:gd name="connsiteX693" fmla="*/ 1396868 w 6517785"/>
              <a:gd name="connsiteY693" fmla="*/ 5878203 h 6858000"/>
              <a:gd name="connsiteX694" fmla="*/ 1524448 w 6517785"/>
              <a:gd name="connsiteY694" fmla="*/ 5984743 h 6858000"/>
              <a:gd name="connsiteX695" fmla="*/ 1531610 w 6517785"/>
              <a:gd name="connsiteY695" fmla="*/ 6029061 h 6858000"/>
              <a:gd name="connsiteX696" fmla="*/ 1583985 w 6517785"/>
              <a:gd name="connsiteY696" fmla="*/ 6070244 h 6858000"/>
              <a:gd name="connsiteX697" fmla="*/ 1682468 w 6517785"/>
              <a:gd name="connsiteY697" fmla="*/ 6093970 h 6858000"/>
              <a:gd name="connsiteX698" fmla="*/ 1695898 w 6517785"/>
              <a:gd name="connsiteY698" fmla="*/ 6106056 h 6858000"/>
              <a:gd name="connsiteX699" fmla="*/ 1807811 w 6517785"/>
              <a:gd name="connsiteY699" fmla="*/ 6197825 h 6858000"/>
              <a:gd name="connsiteX700" fmla="*/ 1859290 w 6517785"/>
              <a:gd name="connsiteY700" fmla="*/ 6211702 h 6858000"/>
              <a:gd name="connsiteX701" fmla="*/ 1887045 w 6517785"/>
              <a:gd name="connsiteY701" fmla="*/ 6241247 h 6858000"/>
              <a:gd name="connsiteX702" fmla="*/ 1914351 w 6517785"/>
              <a:gd name="connsiteY702" fmla="*/ 6291384 h 6858000"/>
              <a:gd name="connsiteX703" fmla="*/ 1990452 w 6517785"/>
              <a:gd name="connsiteY703" fmla="*/ 6265420 h 6858000"/>
              <a:gd name="connsiteX704" fmla="*/ 2028502 w 6517785"/>
              <a:gd name="connsiteY704" fmla="*/ 6309737 h 6858000"/>
              <a:gd name="connsiteX705" fmla="*/ 2141310 w 6517785"/>
              <a:gd name="connsiteY705" fmla="*/ 6354950 h 6858000"/>
              <a:gd name="connsiteX706" fmla="*/ 2237555 w 6517785"/>
              <a:gd name="connsiteY706" fmla="*/ 6405982 h 6858000"/>
              <a:gd name="connsiteX707" fmla="*/ 2257699 w 6517785"/>
              <a:gd name="connsiteY707" fmla="*/ 6388972 h 6858000"/>
              <a:gd name="connsiteX708" fmla="*/ 2357525 w 6517785"/>
              <a:gd name="connsiteY708" fmla="*/ 6410906 h 6858000"/>
              <a:gd name="connsiteX709" fmla="*/ 2537928 w 6517785"/>
              <a:gd name="connsiteY709" fmla="*/ 6478502 h 6858000"/>
              <a:gd name="connsiteX710" fmla="*/ 2489582 w 6517785"/>
              <a:gd name="connsiteY710" fmla="*/ 6508046 h 6858000"/>
              <a:gd name="connsiteX711" fmla="*/ 2560311 w 6517785"/>
              <a:gd name="connsiteY711" fmla="*/ 6520133 h 6858000"/>
              <a:gd name="connsiteX712" fmla="*/ 2597913 w 6517785"/>
              <a:gd name="connsiteY712" fmla="*/ 6504465 h 6858000"/>
              <a:gd name="connsiteX713" fmla="*/ 2575530 w 6517785"/>
              <a:gd name="connsiteY713" fmla="*/ 6487455 h 6858000"/>
              <a:gd name="connsiteX714" fmla="*/ 2649393 w 6517785"/>
              <a:gd name="connsiteY714" fmla="*/ 6495960 h 6858000"/>
              <a:gd name="connsiteX715" fmla="*/ 2700873 w 6517785"/>
              <a:gd name="connsiteY715" fmla="*/ 6495512 h 6858000"/>
              <a:gd name="connsiteX716" fmla="*/ 2755933 w 6517785"/>
              <a:gd name="connsiteY716" fmla="*/ 6504465 h 6858000"/>
              <a:gd name="connsiteX717" fmla="*/ 2708483 w 6517785"/>
              <a:gd name="connsiteY717" fmla="*/ 6520581 h 6858000"/>
              <a:gd name="connsiteX718" fmla="*/ 2726836 w 6517785"/>
              <a:gd name="connsiteY718" fmla="*/ 6538487 h 6858000"/>
              <a:gd name="connsiteX719" fmla="*/ 2704454 w 6517785"/>
              <a:gd name="connsiteY719" fmla="*/ 6562659 h 6858000"/>
              <a:gd name="connsiteX720" fmla="*/ 2832482 w 6517785"/>
              <a:gd name="connsiteY720" fmla="*/ 6580118 h 6858000"/>
              <a:gd name="connsiteX721" fmla="*/ 2821738 w 6517785"/>
              <a:gd name="connsiteY721" fmla="*/ 6557735 h 6858000"/>
              <a:gd name="connsiteX722" fmla="*/ 2835615 w 6517785"/>
              <a:gd name="connsiteY722" fmla="*/ 6508046 h 6858000"/>
              <a:gd name="connsiteX723" fmla="*/ 2898734 w 6517785"/>
              <a:gd name="connsiteY723" fmla="*/ 6524609 h 6858000"/>
              <a:gd name="connsiteX724" fmla="*/ 2951109 w 6517785"/>
              <a:gd name="connsiteY724" fmla="*/ 6510285 h 6858000"/>
              <a:gd name="connsiteX725" fmla="*/ 2924250 w 6517785"/>
              <a:gd name="connsiteY725" fmla="*/ 6478054 h 6858000"/>
              <a:gd name="connsiteX726" fmla="*/ 2883514 w 6517785"/>
              <a:gd name="connsiteY726" fmla="*/ 6472682 h 6858000"/>
              <a:gd name="connsiteX727" fmla="*/ 2849492 w 6517785"/>
              <a:gd name="connsiteY727" fmla="*/ 6437765 h 6858000"/>
              <a:gd name="connsiteX728" fmla="*/ 2768468 w 6517785"/>
              <a:gd name="connsiteY728" fmla="*/ 6450747 h 6858000"/>
              <a:gd name="connsiteX729" fmla="*/ 2779211 w 6517785"/>
              <a:gd name="connsiteY729" fmla="*/ 6481635 h 6858000"/>
              <a:gd name="connsiteX730" fmla="*/ 2692815 w 6517785"/>
              <a:gd name="connsiteY730" fmla="*/ 6457910 h 6858000"/>
              <a:gd name="connsiteX731" fmla="*/ 2619848 w 6517785"/>
              <a:gd name="connsiteY731" fmla="*/ 6408220 h 6858000"/>
              <a:gd name="connsiteX732" fmla="*/ 2549119 w 6517785"/>
              <a:gd name="connsiteY732" fmla="*/ 6393896 h 6858000"/>
              <a:gd name="connsiteX733" fmla="*/ 2493611 w 6517785"/>
              <a:gd name="connsiteY733" fmla="*/ 6388076 h 6858000"/>
              <a:gd name="connsiteX734" fmla="*/ 2412586 w 6517785"/>
              <a:gd name="connsiteY734" fmla="*/ 6365693 h 6858000"/>
              <a:gd name="connsiteX735" fmla="*/ 2370507 w 6517785"/>
              <a:gd name="connsiteY735" fmla="*/ 6328986 h 6858000"/>
              <a:gd name="connsiteX736" fmla="*/ 2288139 w 6517785"/>
              <a:gd name="connsiteY736" fmla="*/ 6302127 h 6858000"/>
              <a:gd name="connsiteX737" fmla="*/ 2255461 w 6517785"/>
              <a:gd name="connsiteY737" fmla="*/ 6292727 h 6858000"/>
              <a:gd name="connsiteX738" fmla="*/ 2207115 w 6517785"/>
              <a:gd name="connsiteY738" fmla="*/ 6276611 h 6858000"/>
              <a:gd name="connsiteX739" fmla="*/ 2155635 w 6517785"/>
              <a:gd name="connsiteY739" fmla="*/ 6251095 h 6858000"/>
              <a:gd name="connsiteX740" fmla="*/ 2135043 w 6517785"/>
              <a:gd name="connsiteY740" fmla="*/ 6246619 h 6858000"/>
              <a:gd name="connsiteX741" fmla="*/ 1993138 w 6517785"/>
              <a:gd name="connsiteY741" fmla="*/ 6178576 h 6858000"/>
              <a:gd name="connsiteX742" fmla="*/ 1880778 w 6517785"/>
              <a:gd name="connsiteY742" fmla="*/ 6124858 h 6858000"/>
              <a:gd name="connsiteX743" fmla="*/ 1676201 w 6517785"/>
              <a:gd name="connsiteY743" fmla="*/ 5982953 h 6858000"/>
              <a:gd name="connsiteX744" fmla="*/ 1639494 w 6517785"/>
              <a:gd name="connsiteY744" fmla="*/ 5951169 h 6858000"/>
              <a:gd name="connsiteX745" fmla="*/ 1654714 w 6517785"/>
              <a:gd name="connsiteY745" fmla="*/ 5907300 h 6858000"/>
              <a:gd name="connsiteX746" fmla="*/ 1583090 w 6517785"/>
              <a:gd name="connsiteY746" fmla="*/ 5888051 h 6858000"/>
              <a:gd name="connsiteX747" fmla="*/ 1546383 w 6517785"/>
              <a:gd name="connsiteY747" fmla="*/ 5884918 h 6858000"/>
              <a:gd name="connsiteX748" fmla="*/ 1556231 w 6517785"/>
              <a:gd name="connsiteY748" fmla="*/ 5844181 h 6858000"/>
              <a:gd name="connsiteX749" fmla="*/ 1458643 w 6517785"/>
              <a:gd name="connsiteY749" fmla="*/ 5826723 h 6858000"/>
              <a:gd name="connsiteX750" fmla="*/ 1326587 w 6517785"/>
              <a:gd name="connsiteY750" fmla="*/ 5714811 h 6858000"/>
              <a:gd name="connsiteX751" fmla="*/ 1324348 w 6517785"/>
              <a:gd name="connsiteY751" fmla="*/ 5712124 h 6858000"/>
              <a:gd name="connsiteX752" fmla="*/ 1279136 w 6517785"/>
              <a:gd name="connsiteY752" fmla="*/ 5673179 h 6858000"/>
              <a:gd name="connsiteX753" fmla="*/ 1228104 w 6517785"/>
              <a:gd name="connsiteY753" fmla="*/ 5632890 h 6858000"/>
              <a:gd name="connsiteX754" fmla="*/ 1200349 w 6517785"/>
              <a:gd name="connsiteY754" fmla="*/ 5593049 h 6858000"/>
              <a:gd name="connsiteX755" fmla="*/ 1238847 w 6517785"/>
              <a:gd name="connsiteY755" fmla="*/ 5567086 h 6858000"/>
              <a:gd name="connsiteX756" fmla="*/ 1184234 w 6517785"/>
              <a:gd name="connsiteY756" fmla="*/ 5546494 h 6858000"/>
              <a:gd name="connsiteX757" fmla="*/ 1095152 w 6517785"/>
              <a:gd name="connsiteY757" fmla="*/ 5482480 h 6858000"/>
              <a:gd name="connsiteX758" fmla="*/ 1101866 w 6517785"/>
              <a:gd name="connsiteY758" fmla="*/ 5429657 h 6858000"/>
              <a:gd name="connsiteX759" fmla="*/ 1035614 w 6517785"/>
              <a:gd name="connsiteY759" fmla="*/ 5392502 h 6858000"/>
              <a:gd name="connsiteX760" fmla="*/ 986373 w 6517785"/>
              <a:gd name="connsiteY760" fmla="*/ 5349976 h 6858000"/>
              <a:gd name="connsiteX761" fmla="*/ 919225 w 6517785"/>
              <a:gd name="connsiteY761" fmla="*/ 5249702 h 6858000"/>
              <a:gd name="connsiteX762" fmla="*/ 925045 w 6517785"/>
              <a:gd name="connsiteY762" fmla="*/ 5195536 h 6858000"/>
              <a:gd name="connsiteX763" fmla="*/ 887442 w 6517785"/>
              <a:gd name="connsiteY763" fmla="*/ 5119436 h 6858000"/>
              <a:gd name="connsiteX764" fmla="*/ 852525 w 6517785"/>
              <a:gd name="connsiteY764" fmla="*/ 5096605 h 6858000"/>
              <a:gd name="connsiteX765" fmla="*/ 805074 w 6517785"/>
              <a:gd name="connsiteY765" fmla="*/ 5051393 h 6858000"/>
              <a:gd name="connsiteX766" fmla="*/ 777320 w 6517785"/>
              <a:gd name="connsiteY766" fmla="*/ 4979769 h 6858000"/>
              <a:gd name="connsiteX767" fmla="*/ 720021 w 6517785"/>
              <a:gd name="connsiteY767" fmla="*/ 4975292 h 6858000"/>
              <a:gd name="connsiteX768" fmla="*/ 690924 w 6517785"/>
              <a:gd name="connsiteY768" fmla="*/ 4913517 h 6858000"/>
              <a:gd name="connsiteX769" fmla="*/ 663169 w 6517785"/>
              <a:gd name="connsiteY769" fmla="*/ 4888000 h 6858000"/>
              <a:gd name="connsiteX770" fmla="*/ 1988214 w 6517785"/>
              <a:gd name="connsiteY770" fmla="*/ 599960 h 6858000"/>
              <a:gd name="connsiteX771" fmla="*/ 1951506 w 6517785"/>
              <a:gd name="connsiteY771" fmla="*/ 613837 h 6858000"/>
              <a:gd name="connsiteX772" fmla="*/ 1877196 w 6517785"/>
              <a:gd name="connsiteY772" fmla="*/ 642486 h 6858000"/>
              <a:gd name="connsiteX773" fmla="*/ 1820792 w 6517785"/>
              <a:gd name="connsiteY773" fmla="*/ 668898 h 6858000"/>
              <a:gd name="connsiteX774" fmla="*/ 1756331 w 6517785"/>
              <a:gd name="connsiteY774" fmla="*/ 702024 h 6858000"/>
              <a:gd name="connsiteX775" fmla="*/ 1703956 w 6517785"/>
              <a:gd name="connsiteY775" fmla="*/ 757085 h 6858000"/>
              <a:gd name="connsiteX776" fmla="*/ 1677992 w 6517785"/>
              <a:gd name="connsiteY776" fmla="*/ 804088 h 6858000"/>
              <a:gd name="connsiteX777" fmla="*/ 1663667 w 6517785"/>
              <a:gd name="connsiteY777" fmla="*/ 830947 h 6858000"/>
              <a:gd name="connsiteX778" fmla="*/ 1691869 w 6517785"/>
              <a:gd name="connsiteY778" fmla="*/ 837214 h 6858000"/>
              <a:gd name="connsiteX779" fmla="*/ 1713804 w 6517785"/>
              <a:gd name="connsiteY779" fmla="*/ 839453 h 6858000"/>
              <a:gd name="connsiteX780" fmla="*/ 1761255 w 6517785"/>
              <a:gd name="connsiteY780" fmla="*/ 843929 h 6858000"/>
              <a:gd name="connsiteX781" fmla="*/ 1747378 w 6517785"/>
              <a:gd name="connsiteY781" fmla="*/ 901228 h 6858000"/>
              <a:gd name="connsiteX782" fmla="*/ 1734844 w 6517785"/>
              <a:gd name="connsiteY782" fmla="*/ 920477 h 6858000"/>
              <a:gd name="connsiteX783" fmla="*/ 1836013 w 6517785"/>
              <a:gd name="connsiteY783" fmla="*/ 857359 h 6858000"/>
              <a:gd name="connsiteX784" fmla="*/ 1776475 w 6517785"/>
              <a:gd name="connsiteY784" fmla="*/ 817070 h 6858000"/>
              <a:gd name="connsiteX785" fmla="*/ 1858395 w 6517785"/>
              <a:gd name="connsiteY785" fmla="*/ 773648 h 6858000"/>
              <a:gd name="connsiteX786" fmla="*/ 1898684 w 6517785"/>
              <a:gd name="connsiteY786" fmla="*/ 703815 h 6858000"/>
              <a:gd name="connsiteX787" fmla="*/ 1988214 w 6517785"/>
              <a:gd name="connsiteY787" fmla="*/ 599960 h 6858000"/>
              <a:gd name="connsiteX788" fmla="*/ 3409950 w 6517785"/>
              <a:gd name="connsiteY788" fmla="*/ 6642341 h 6858000"/>
              <a:gd name="connsiteX789" fmla="*/ 3340565 w 6517785"/>
              <a:gd name="connsiteY789" fmla="*/ 6614587 h 6858000"/>
              <a:gd name="connsiteX790" fmla="*/ 3272074 w 6517785"/>
              <a:gd name="connsiteY790" fmla="*/ 6598024 h 6858000"/>
              <a:gd name="connsiteX791" fmla="*/ 3252825 w 6517785"/>
              <a:gd name="connsiteY791" fmla="*/ 6589518 h 6858000"/>
              <a:gd name="connsiteX792" fmla="*/ 3141808 w 6517785"/>
              <a:gd name="connsiteY792" fmla="*/ 6570717 h 6858000"/>
              <a:gd name="connsiteX793" fmla="*/ 3064364 w 6517785"/>
              <a:gd name="connsiteY793" fmla="*/ 6600710 h 6858000"/>
              <a:gd name="connsiteX794" fmla="*/ 3002589 w 6517785"/>
              <a:gd name="connsiteY794" fmla="*/ 6620854 h 6858000"/>
              <a:gd name="connsiteX795" fmla="*/ 3053173 w 6517785"/>
              <a:gd name="connsiteY795" fmla="*/ 6637865 h 6858000"/>
              <a:gd name="connsiteX796" fmla="*/ 3108682 w 6517785"/>
              <a:gd name="connsiteY796" fmla="*/ 6628017 h 6858000"/>
              <a:gd name="connsiteX797" fmla="*/ 3115844 w 6517785"/>
              <a:gd name="connsiteY797" fmla="*/ 6628912 h 6858000"/>
              <a:gd name="connsiteX798" fmla="*/ 3218804 w 6517785"/>
              <a:gd name="connsiteY798" fmla="*/ 6628017 h 6858000"/>
              <a:gd name="connsiteX799" fmla="*/ 3258645 w 6517785"/>
              <a:gd name="connsiteY799" fmla="*/ 6636970 h 6858000"/>
              <a:gd name="connsiteX800" fmla="*/ 3310572 w 6517785"/>
              <a:gd name="connsiteY800" fmla="*/ 6661142 h 6858000"/>
              <a:gd name="connsiteX801" fmla="*/ 3359366 w 6517785"/>
              <a:gd name="connsiteY801" fmla="*/ 6670095 h 6858000"/>
              <a:gd name="connsiteX802" fmla="*/ 3358023 w 6517785"/>
              <a:gd name="connsiteY802" fmla="*/ 6678153 h 6858000"/>
              <a:gd name="connsiteX803" fmla="*/ 3409950 w 6517785"/>
              <a:gd name="connsiteY803" fmla="*/ 6642341 h 6858000"/>
              <a:gd name="connsiteX804" fmla="*/ 559762 w 6517785"/>
              <a:gd name="connsiteY804" fmla="*/ 4650298 h 6858000"/>
              <a:gd name="connsiteX805" fmla="*/ 502463 w 6517785"/>
              <a:gd name="connsiteY805" fmla="*/ 4562111 h 6858000"/>
              <a:gd name="connsiteX806" fmla="*/ 457698 w 6517785"/>
              <a:gd name="connsiteY806" fmla="*/ 4650298 h 6858000"/>
              <a:gd name="connsiteX807" fmla="*/ 559762 w 6517785"/>
              <a:gd name="connsiteY807" fmla="*/ 4650298 h 6858000"/>
              <a:gd name="connsiteX808" fmla="*/ 3968170 w 6517785"/>
              <a:gd name="connsiteY808" fmla="*/ 305406 h 6858000"/>
              <a:gd name="connsiteX809" fmla="*/ 4072473 w 6517785"/>
              <a:gd name="connsiteY809" fmla="*/ 296453 h 6858000"/>
              <a:gd name="connsiteX810" fmla="*/ 4003982 w 6517785"/>
              <a:gd name="connsiteY810" fmla="*/ 267356 h 6858000"/>
              <a:gd name="connsiteX811" fmla="*/ 3968170 w 6517785"/>
              <a:gd name="connsiteY811" fmla="*/ 305406 h 6858000"/>
              <a:gd name="connsiteX812" fmla="*/ 3890279 w 6517785"/>
              <a:gd name="connsiteY812" fmla="*/ 237811 h 6858000"/>
              <a:gd name="connsiteX813" fmla="*/ 3888936 w 6517785"/>
              <a:gd name="connsiteY813" fmla="*/ 229753 h 6858000"/>
              <a:gd name="connsiteX814" fmla="*/ 3818655 w 6517785"/>
              <a:gd name="connsiteY814" fmla="*/ 236020 h 6858000"/>
              <a:gd name="connsiteX815" fmla="*/ 3819998 w 6517785"/>
              <a:gd name="connsiteY815" fmla="*/ 248554 h 6858000"/>
              <a:gd name="connsiteX816" fmla="*/ 3848647 w 6517785"/>
              <a:gd name="connsiteY816" fmla="*/ 241392 h 6858000"/>
              <a:gd name="connsiteX817" fmla="*/ 3870135 w 6517785"/>
              <a:gd name="connsiteY817" fmla="*/ 275413 h 6858000"/>
              <a:gd name="connsiteX818" fmla="*/ 3924300 w 6517785"/>
              <a:gd name="connsiteY818" fmla="*/ 271384 h 6858000"/>
              <a:gd name="connsiteX819" fmla="*/ 3925643 w 6517785"/>
              <a:gd name="connsiteY819" fmla="*/ 261984 h 6858000"/>
              <a:gd name="connsiteX820" fmla="*/ 3870582 w 6517785"/>
              <a:gd name="connsiteY820" fmla="*/ 249897 h 6858000"/>
              <a:gd name="connsiteX821" fmla="*/ 3890279 w 6517785"/>
              <a:gd name="connsiteY821" fmla="*/ 237811 h 6858000"/>
              <a:gd name="connsiteX822" fmla="*/ 3888936 w 6517785"/>
              <a:gd name="connsiteY822" fmla="*/ 159024 h 6858000"/>
              <a:gd name="connsiteX823" fmla="*/ 3936835 w 6517785"/>
              <a:gd name="connsiteY823" fmla="*/ 191255 h 6858000"/>
              <a:gd name="connsiteX824" fmla="*/ 3968170 w 6517785"/>
              <a:gd name="connsiteY824" fmla="*/ 161710 h 6858000"/>
              <a:gd name="connsiteX825" fmla="*/ 3961455 w 6517785"/>
              <a:gd name="connsiteY825" fmla="*/ 150519 h 6858000"/>
              <a:gd name="connsiteX826" fmla="*/ 3888936 w 6517785"/>
              <a:gd name="connsiteY826" fmla="*/ 159024 h 6858000"/>
              <a:gd name="connsiteX827" fmla="*/ 6440541 w 6517785"/>
              <a:gd name="connsiteY827" fmla="*/ 3442090 h 6858000"/>
              <a:gd name="connsiteX828" fmla="*/ 6475011 w 6517785"/>
              <a:gd name="connsiteY828" fmla="*/ 3365095 h 6858000"/>
              <a:gd name="connsiteX829" fmla="*/ 6440541 w 6517785"/>
              <a:gd name="connsiteY829" fmla="*/ 3442090 h 6858000"/>
              <a:gd name="connsiteX830" fmla="*/ 2942604 w 6517785"/>
              <a:gd name="connsiteY830" fmla="*/ 6614139 h 6858000"/>
              <a:gd name="connsiteX831" fmla="*/ 2945737 w 6517785"/>
              <a:gd name="connsiteY831" fmla="*/ 6598024 h 6858000"/>
              <a:gd name="connsiteX832" fmla="*/ 2883962 w 6517785"/>
              <a:gd name="connsiteY832" fmla="*/ 6594443 h 6858000"/>
              <a:gd name="connsiteX833" fmla="*/ 2882619 w 6517785"/>
              <a:gd name="connsiteY833" fmla="*/ 6607424 h 6858000"/>
              <a:gd name="connsiteX834" fmla="*/ 2942604 w 6517785"/>
              <a:gd name="connsiteY834" fmla="*/ 6614139 h 6858000"/>
              <a:gd name="connsiteX835" fmla="*/ 3935044 w 6517785"/>
              <a:gd name="connsiteY835" fmla="*/ 261984 h 6858000"/>
              <a:gd name="connsiteX836" fmla="*/ 3940863 w 6517785"/>
              <a:gd name="connsiteY836" fmla="*/ 268251 h 6858000"/>
              <a:gd name="connsiteX837" fmla="*/ 3986524 w 6517785"/>
              <a:gd name="connsiteY837" fmla="*/ 258403 h 6858000"/>
              <a:gd name="connsiteX838" fmla="*/ 3989209 w 6517785"/>
              <a:gd name="connsiteY838" fmla="*/ 217666 h 6858000"/>
              <a:gd name="connsiteX839" fmla="*/ 3935044 w 6517785"/>
              <a:gd name="connsiteY839" fmla="*/ 261984 h 6858000"/>
              <a:gd name="connsiteX840" fmla="*/ 4024126 w 6517785"/>
              <a:gd name="connsiteY840" fmla="*/ 420900 h 6858000"/>
              <a:gd name="connsiteX841" fmla="*/ 3979809 w 6517785"/>
              <a:gd name="connsiteY841" fmla="*/ 401651 h 6858000"/>
              <a:gd name="connsiteX842" fmla="*/ 3969065 w 6517785"/>
              <a:gd name="connsiteY842" fmla="*/ 433881 h 6858000"/>
              <a:gd name="connsiteX843" fmla="*/ 4024126 w 6517785"/>
              <a:gd name="connsiteY843" fmla="*/ 420900 h 6858000"/>
            </a:gdLst>
            <a:ahLst/>
            <a:cxnLst/>
            <a:rect l="l" t="t" r="r" b="b"/>
            <a:pathLst>
              <a:path w="6517785" h="6858000">
                <a:moveTo>
                  <a:pt x="2180703" y="6458805"/>
                </a:moveTo>
                <a:cubicBezTo>
                  <a:pt x="2167274" y="6464624"/>
                  <a:pt x="2154292" y="6470891"/>
                  <a:pt x="2150711" y="6472234"/>
                </a:cubicBezTo>
                <a:cubicBezTo>
                  <a:pt x="2125642" y="6460148"/>
                  <a:pt x="2106393" y="6450747"/>
                  <a:pt x="2086697" y="6441346"/>
                </a:cubicBezTo>
                <a:cubicBezTo>
                  <a:pt x="2098336" y="6435975"/>
                  <a:pt x="2109079" y="6430603"/>
                  <a:pt x="2120270" y="6425231"/>
                </a:cubicBezTo>
                <a:cubicBezTo>
                  <a:pt x="2109974" y="6414040"/>
                  <a:pt x="2101021" y="6394791"/>
                  <a:pt x="2088935" y="6392552"/>
                </a:cubicBezTo>
                <a:cubicBezTo>
                  <a:pt x="2065657" y="6388972"/>
                  <a:pt x="2042827" y="6369722"/>
                  <a:pt x="2015968" y="6391210"/>
                </a:cubicBezTo>
                <a:cubicBezTo>
                  <a:pt x="2003881" y="6400610"/>
                  <a:pt x="1981051" y="6396581"/>
                  <a:pt x="1963145" y="6398820"/>
                </a:cubicBezTo>
                <a:cubicBezTo>
                  <a:pt x="1967622" y="6360769"/>
                  <a:pt x="1972098" y="6358979"/>
                  <a:pt x="2014625" y="6373304"/>
                </a:cubicBezTo>
                <a:cubicBezTo>
                  <a:pt x="2003434" y="6363455"/>
                  <a:pt x="1992242" y="6353607"/>
                  <a:pt x="1977918" y="6340625"/>
                </a:cubicBezTo>
                <a:cubicBezTo>
                  <a:pt x="1965831" y="6370618"/>
                  <a:pt x="1910322" y="6355398"/>
                  <a:pt x="1923752" y="6409116"/>
                </a:cubicBezTo>
                <a:cubicBezTo>
                  <a:pt x="1919723" y="6408220"/>
                  <a:pt x="1915247" y="6407325"/>
                  <a:pt x="1911218" y="6406430"/>
                </a:cubicBezTo>
                <a:cubicBezTo>
                  <a:pt x="1908084" y="6386286"/>
                  <a:pt x="1904951" y="6365693"/>
                  <a:pt x="1901369" y="6342416"/>
                </a:cubicBezTo>
                <a:cubicBezTo>
                  <a:pt x="1911665" y="6345549"/>
                  <a:pt x="1917037" y="6347340"/>
                  <a:pt x="1928676" y="6351369"/>
                </a:cubicBezTo>
                <a:cubicBezTo>
                  <a:pt x="1912561" y="6333463"/>
                  <a:pt x="1900922" y="6320033"/>
                  <a:pt x="1885254" y="6302575"/>
                </a:cubicBezTo>
                <a:cubicBezTo>
                  <a:pt x="1878539" y="6308842"/>
                  <a:pt x="1868243" y="6317795"/>
                  <a:pt x="1857500" y="6327643"/>
                </a:cubicBezTo>
                <a:cubicBezTo>
                  <a:pt x="1866900" y="6330329"/>
                  <a:pt x="1874958" y="6332568"/>
                  <a:pt x="1882568" y="6334806"/>
                </a:cubicBezTo>
                <a:cubicBezTo>
                  <a:pt x="1878987" y="6340178"/>
                  <a:pt x="1876749" y="6348235"/>
                  <a:pt x="1871825" y="6350921"/>
                </a:cubicBezTo>
                <a:cubicBezTo>
                  <a:pt x="1847204" y="6363455"/>
                  <a:pt x="1761703" y="6328986"/>
                  <a:pt x="1746483" y="6297651"/>
                </a:cubicBezTo>
                <a:cubicBezTo>
                  <a:pt x="1770656" y="6290936"/>
                  <a:pt x="1793933" y="6284669"/>
                  <a:pt x="1817211" y="6277954"/>
                </a:cubicBezTo>
                <a:cubicBezTo>
                  <a:pt x="1818107" y="6273925"/>
                  <a:pt x="1819449" y="6269897"/>
                  <a:pt x="1820345" y="6265420"/>
                </a:cubicBezTo>
                <a:cubicBezTo>
                  <a:pt x="1805125" y="6259601"/>
                  <a:pt x="1789904" y="6251991"/>
                  <a:pt x="1774237" y="6247962"/>
                </a:cubicBezTo>
                <a:cubicBezTo>
                  <a:pt x="1759912" y="6244380"/>
                  <a:pt x="1744692" y="6243933"/>
                  <a:pt x="1730815" y="6242142"/>
                </a:cubicBezTo>
                <a:cubicBezTo>
                  <a:pt x="1719624" y="6250648"/>
                  <a:pt x="1709327" y="6262734"/>
                  <a:pt x="1696793" y="6266763"/>
                </a:cubicBezTo>
                <a:cubicBezTo>
                  <a:pt x="1655609" y="6278850"/>
                  <a:pt x="1629646" y="6252886"/>
                  <a:pt x="1635465" y="6209464"/>
                </a:cubicBezTo>
                <a:cubicBezTo>
                  <a:pt x="1636808" y="6197377"/>
                  <a:pt x="1634122" y="6179471"/>
                  <a:pt x="1626065" y="6172756"/>
                </a:cubicBezTo>
                <a:cubicBezTo>
                  <a:pt x="1618455" y="6166489"/>
                  <a:pt x="1601444" y="6171414"/>
                  <a:pt x="1581747" y="6171414"/>
                </a:cubicBezTo>
                <a:cubicBezTo>
                  <a:pt x="1590700" y="6188872"/>
                  <a:pt x="1595624" y="6197825"/>
                  <a:pt x="1600549" y="6206778"/>
                </a:cubicBezTo>
                <a:cubicBezTo>
                  <a:pt x="1599206" y="6208568"/>
                  <a:pt x="1597863" y="6209911"/>
                  <a:pt x="1596967" y="6211702"/>
                </a:cubicBezTo>
                <a:cubicBezTo>
                  <a:pt x="1579509" y="6200063"/>
                  <a:pt x="1562051" y="6188424"/>
                  <a:pt x="1538325" y="6172756"/>
                </a:cubicBezTo>
                <a:cubicBezTo>
                  <a:pt x="1556231" y="6162908"/>
                  <a:pt x="1569213" y="6155298"/>
                  <a:pt x="1584881" y="6146793"/>
                </a:cubicBezTo>
                <a:cubicBezTo>
                  <a:pt x="1571004" y="6130677"/>
                  <a:pt x="1561155" y="6111428"/>
                  <a:pt x="1536535" y="6135602"/>
                </a:cubicBezTo>
                <a:cubicBezTo>
                  <a:pt x="1527134" y="6144555"/>
                  <a:pt x="1511019" y="6146793"/>
                  <a:pt x="1498037" y="6152164"/>
                </a:cubicBezTo>
                <a:cubicBezTo>
                  <a:pt x="1495351" y="6149479"/>
                  <a:pt x="1492665" y="6146345"/>
                  <a:pt x="1489979" y="6143659"/>
                </a:cubicBezTo>
                <a:cubicBezTo>
                  <a:pt x="1504751" y="6123067"/>
                  <a:pt x="1519076" y="6102475"/>
                  <a:pt x="1535192" y="6080093"/>
                </a:cubicBezTo>
                <a:cubicBezTo>
                  <a:pt x="1500275" y="6065320"/>
                  <a:pt x="1473864" y="6077407"/>
                  <a:pt x="1451481" y="6106952"/>
                </a:cubicBezTo>
                <a:cubicBezTo>
                  <a:pt x="1440290" y="6094865"/>
                  <a:pt x="1432232" y="6086360"/>
                  <a:pt x="1423279" y="6076959"/>
                </a:cubicBezTo>
                <a:cubicBezTo>
                  <a:pt x="1434918" y="6064425"/>
                  <a:pt x="1445214" y="6053234"/>
                  <a:pt x="1455958" y="6041595"/>
                </a:cubicBezTo>
                <a:cubicBezTo>
                  <a:pt x="1455062" y="6038461"/>
                  <a:pt x="1454167" y="6035328"/>
                  <a:pt x="1453272" y="6032194"/>
                </a:cubicBezTo>
                <a:cubicBezTo>
                  <a:pt x="1434918" y="6036223"/>
                  <a:pt x="1415669" y="6038014"/>
                  <a:pt x="1399106" y="6045176"/>
                </a:cubicBezTo>
                <a:cubicBezTo>
                  <a:pt x="1370904" y="6057263"/>
                  <a:pt x="1339121" y="6039357"/>
                  <a:pt x="1316738" y="5995487"/>
                </a:cubicBezTo>
                <a:cubicBezTo>
                  <a:pt x="1336435" y="5985639"/>
                  <a:pt x="1356132" y="5975343"/>
                  <a:pt x="1376724" y="5964599"/>
                </a:cubicBezTo>
                <a:cubicBezTo>
                  <a:pt x="1345836" y="5931473"/>
                  <a:pt x="1335540" y="5931025"/>
                  <a:pt x="1269287" y="5963256"/>
                </a:cubicBezTo>
                <a:cubicBezTo>
                  <a:pt x="1272869" y="5943560"/>
                  <a:pt x="1275107" y="5928339"/>
                  <a:pt x="1279136" y="5907300"/>
                </a:cubicBezTo>
                <a:cubicBezTo>
                  <a:pt x="1252724" y="5907300"/>
                  <a:pt x="1225865" y="5907300"/>
                  <a:pt x="1201245" y="5907300"/>
                </a:cubicBezTo>
                <a:cubicBezTo>
                  <a:pt x="1170357" y="5875069"/>
                  <a:pt x="1136783" y="5840153"/>
                  <a:pt x="1101866" y="5803892"/>
                </a:cubicBezTo>
                <a:cubicBezTo>
                  <a:pt x="1107238" y="5793149"/>
                  <a:pt x="1113953" y="5780167"/>
                  <a:pt x="1122906" y="5762261"/>
                </a:cubicBezTo>
                <a:cubicBezTo>
                  <a:pt x="1050834" y="5764500"/>
                  <a:pt x="1013679" y="5720630"/>
                  <a:pt x="979210" y="5668255"/>
                </a:cubicBezTo>
                <a:cubicBezTo>
                  <a:pt x="948770" y="5622147"/>
                  <a:pt x="906243" y="5584544"/>
                  <a:pt x="867745" y="5544703"/>
                </a:cubicBezTo>
                <a:cubicBezTo>
                  <a:pt x="857897" y="5534407"/>
                  <a:pt x="851630" y="5519635"/>
                  <a:pt x="840886" y="5510234"/>
                </a:cubicBezTo>
                <a:cubicBezTo>
                  <a:pt x="820742" y="5492776"/>
                  <a:pt x="798807" y="5477556"/>
                  <a:pt x="774186" y="5458754"/>
                </a:cubicBezTo>
                <a:cubicBezTo>
                  <a:pt x="775082" y="5457412"/>
                  <a:pt x="780006" y="5449801"/>
                  <a:pt x="784930" y="5442639"/>
                </a:cubicBezTo>
                <a:cubicBezTo>
                  <a:pt x="781349" y="5443534"/>
                  <a:pt x="777768" y="5443982"/>
                  <a:pt x="774634" y="5444877"/>
                </a:cubicBezTo>
                <a:cubicBezTo>
                  <a:pt x="767919" y="5426076"/>
                  <a:pt x="764786" y="5404141"/>
                  <a:pt x="753147" y="5389369"/>
                </a:cubicBezTo>
                <a:cubicBezTo>
                  <a:pt x="733898" y="5365195"/>
                  <a:pt x="711515" y="5340575"/>
                  <a:pt x="685552" y="5325355"/>
                </a:cubicBezTo>
                <a:cubicBezTo>
                  <a:pt x="647054" y="5302972"/>
                  <a:pt x="658693" y="5255521"/>
                  <a:pt x="630491" y="5229558"/>
                </a:cubicBezTo>
                <a:cubicBezTo>
                  <a:pt x="628253" y="5227319"/>
                  <a:pt x="638548" y="5212547"/>
                  <a:pt x="642577" y="5203594"/>
                </a:cubicBezTo>
                <a:cubicBezTo>
                  <a:pt x="645263" y="5197327"/>
                  <a:pt x="647501" y="5191060"/>
                  <a:pt x="649740" y="5185240"/>
                </a:cubicBezTo>
                <a:cubicBezTo>
                  <a:pt x="645263" y="5187478"/>
                  <a:pt x="640339" y="5191507"/>
                  <a:pt x="635863" y="5191060"/>
                </a:cubicBezTo>
                <a:cubicBezTo>
                  <a:pt x="625119" y="5189717"/>
                  <a:pt x="608556" y="5189717"/>
                  <a:pt x="605422" y="5183449"/>
                </a:cubicBezTo>
                <a:cubicBezTo>
                  <a:pt x="600051" y="5173601"/>
                  <a:pt x="604079" y="5159276"/>
                  <a:pt x="598708" y="5150323"/>
                </a:cubicBezTo>
                <a:cubicBezTo>
                  <a:pt x="588859" y="5133760"/>
                  <a:pt x="572744" y="5118093"/>
                  <a:pt x="570953" y="5100634"/>
                </a:cubicBezTo>
                <a:cubicBezTo>
                  <a:pt x="566029" y="5053183"/>
                  <a:pt x="530217" y="5029906"/>
                  <a:pt x="502910" y="4995884"/>
                </a:cubicBezTo>
                <a:cubicBezTo>
                  <a:pt x="509178" y="4990960"/>
                  <a:pt x="516340" y="4985141"/>
                  <a:pt x="530217" y="4974397"/>
                </a:cubicBezTo>
                <a:cubicBezTo>
                  <a:pt x="513654" y="4971263"/>
                  <a:pt x="503358" y="4972159"/>
                  <a:pt x="496196" y="4967682"/>
                </a:cubicBezTo>
                <a:cubicBezTo>
                  <a:pt x="480976" y="4958282"/>
                  <a:pt x="461727" y="4949329"/>
                  <a:pt x="455012" y="4935004"/>
                </a:cubicBezTo>
                <a:cubicBezTo>
                  <a:pt x="430839" y="4883524"/>
                  <a:pt x="410247" y="4829806"/>
                  <a:pt x="389655" y="4776535"/>
                </a:cubicBezTo>
                <a:cubicBezTo>
                  <a:pt x="383388" y="4760420"/>
                  <a:pt x="382493" y="4742514"/>
                  <a:pt x="376673" y="4726399"/>
                </a:cubicBezTo>
                <a:cubicBezTo>
                  <a:pt x="361453" y="4682529"/>
                  <a:pt x="336385" y="4644479"/>
                  <a:pt x="304601" y="4610457"/>
                </a:cubicBezTo>
                <a:cubicBezTo>
                  <a:pt x="300573" y="4605981"/>
                  <a:pt x="305497" y="4592999"/>
                  <a:pt x="305944" y="4584494"/>
                </a:cubicBezTo>
                <a:cubicBezTo>
                  <a:pt x="291172" y="4577331"/>
                  <a:pt x="278190" y="4570617"/>
                  <a:pt x="265208" y="4564349"/>
                </a:cubicBezTo>
                <a:cubicBezTo>
                  <a:pt x="280876" y="4533462"/>
                  <a:pt x="224920" y="4443484"/>
                  <a:pt x="178812" y="4423340"/>
                </a:cubicBezTo>
                <a:cubicBezTo>
                  <a:pt x="188212" y="4407672"/>
                  <a:pt x="173888" y="4362907"/>
                  <a:pt x="155982" y="4351268"/>
                </a:cubicBezTo>
                <a:cubicBezTo>
                  <a:pt x="117484" y="4326199"/>
                  <a:pt x="105845" y="4295759"/>
                  <a:pt x="114798" y="4261738"/>
                </a:cubicBezTo>
                <a:cubicBezTo>
                  <a:pt x="96444" y="4226821"/>
                  <a:pt x="81672" y="4199515"/>
                  <a:pt x="66004" y="4169970"/>
                </a:cubicBezTo>
                <a:cubicBezTo>
                  <a:pt x="68690" y="4167731"/>
                  <a:pt x="75405" y="4162807"/>
                  <a:pt x="83910" y="4155645"/>
                </a:cubicBezTo>
                <a:cubicBezTo>
                  <a:pt x="70480" y="4144901"/>
                  <a:pt x="59737" y="4135501"/>
                  <a:pt x="42726" y="4121623"/>
                </a:cubicBezTo>
                <a:cubicBezTo>
                  <a:pt x="87939" y="4115356"/>
                  <a:pt x="82567" y="4094317"/>
                  <a:pt x="64213" y="4067905"/>
                </a:cubicBezTo>
                <a:cubicBezTo>
                  <a:pt x="56156" y="4070591"/>
                  <a:pt x="47650" y="4073725"/>
                  <a:pt x="38697" y="4076858"/>
                </a:cubicBezTo>
                <a:cubicBezTo>
                  <a:pt x="38697" y="4049552"/>
                  <a:pt x="38697" y="4024483"/>
                  <a:pt x="38697" y="3996281"/>
                </a:cubicBezTo>
                <a:cubicBezTo>
                  <a:pt x="32430" y="3996281"/>
                  <a:pt x="22582" y="3996281"/>
                  <a:pt x="12286" y="3996281"/>
                </a:cubicBezTo>
                <a:cubicBezTo>
                  <a:pt x="16762" y="3967632"/>
                  <a:pt x="21239" y="3940325"/>
                  <a:pt x="26611" y="3906751"/>
                </a:cubicBezTo>
                <a:cubicBezTo>
                  <a:pt x="-32031" y="3865120"/>
                  <a:pt x="26611" y="3802897"/>
                  <a:pt x="12734" y="3748731"/>
                </a:cubicBezTo>
                <a:cubicBezTo>
                  <a:pt x="56603" y="3726796"/>
                  <a:pt x="58394" y="3728586"/>
                  <a:pt x="75852" y="3791257"/>
                </a:cubicBezTo>
                <a:cubicBezTo>
                  <a:pt x="90177" y="3785886"/>
                  <a:pt x="106740" y="3782752"/>
                  <a:pt x="118827" y="3774247"/>
                </a:cubicBezTo>
                <a:cubicBezTo>
                  <a:pt x="126884" y="3768875"/>
                  <a:pt x="135390" y="3751417"/>
                  <a:pt x="132704" y="3746045"/>
                </a:cubicBezTo>
                <a:cubicBezTo>
                  <a:pt x="113455" y="3712919"/>
                  <a:pt x="144790" y="3690536"/>
                  <a:pt x="146581" y="3664125"/>
                </a:cubicBezTo>
                <a:cubicBezTo>
                  <a:pt x="150162" y="3617122"/>
                  <a:pt x="188660" y="3612197"/>
                  <a:pt x="222681" y="3590710"/>
                </a:cubicBezTo>
                <a:cubicBezTo>
                  <a:pt x="190898" y="3586682"/>
                  <a:pt x="163592" y="3622046"/>
                  <a:pt x="142552" y="3585338"/>
                </a:cubicBezTo>
                <a:cubicBezTo>
                  <a:pt x="118827" y="3544155"/>
                  <a:pt x="179707" y="3545498"/>
                  <a:pt x="175678" y="3515058"/>
                </a:cubicBezTo>
                <a:cubicBezTo>
                  <a:pt x="194927" y="3516848"/>
                  <a:pt x="211938" y="3518639"/>
                  <a:pt x="229844" y="3519982"/>
                </a:cubicBezTo>
                <a:cubicBezTo>
                  <a:pt x="240587" y="3489541"/>
                  <a:pt x="243273" y="3465368"/>
                  <a:pt x="207014" y="3454177"/>
                </a:cubicBezTo>
                <a:cubicBezTo>
                  <a:pt x="207909" y="3483274"/>
                  <a:pt x="186869" y="3497599"/>
                  <a:pt x="149267" y="3497152"/>
                </a:cubicBezTo>
                <a:cubicBezTo>
                  <a:pt x="151505" y="3459549"/>
                  <a:pt x="154191" y="3421946"/>
                  <a:pt x="156429" y="3385239"/>
                </a:cubicBezTo>
                <a:cubicBezTo>
                  <a:pt x="169859" y="3383448"/>
                  <a:pt x="185974" y="3380763"/>
                  <a:pt x="204775" y="3378076"/>
                </a:cubicBezTo>
                <a:cubicBezTo>
                  <a:pt x="209252" y="3428213"/>
                  <a:pt x="245064" y="3424184"/>
                  <a:pt x="273714" y="3421051"/>
                </a:cubicBezTo>
                <a:cubicBezTo>
                  <a:pt x="293410" y="3391954"/>
                  <a:pt x="309973" y="3367333"/>
                  <a:pt x="326536" y="3342264"/>
                </a:cubicBezTo>
                <a:cubicBezTo>
                  <a:pt x="343547" y="3316748"/>
                  <a:pt x="359215" y="3290337"/>
                  <a:pt x="377121" y="3265716"/>
                </a:cubicBezTo>
                <a:cubicBezTo>
                  <a:pt x="384283" y="3255868"/>
                  <a:pt x="395474" y="3244229"/>
                  <a:pt x="406666" y="3241991"/>
                </a:cubicBezTo>
                <a:cubicBezTo>
                  <a:pt x="440687" y="3235276"/>
                  <a:pt x="469784" y="3240648"/>
                  <a:pt x="471127" y="3183796"/>
                </a:cubicBezTo>
                <a:cubicBezTo>
                  <a:pt x="471575" y="3148880"/>
                  <a:pt x="496196" y="3102324"/>
                  <a:pt x="529769" y="3071436"/>
                </a:cubicBezTo>
                <a:cubicBezTo>
                  <a:pt x="536037" y="3065617"/>
                  <a:pt x="540513" y="3052635"/>
                  <a:pt x="539170" y="3043682"/>
                </a:cubicBezTo>
                <a:cubicBezTo>
                  <a:pt x="534246" y="3012794"/>
                  <a:pt x="522159" y="2982354"/>
                  <a:pt x="520369" y="2951466"/>
                </a:cubicBezTo>
                <a:cubicBezTo>
                  <a:pt x="519026" y="2922816"/>
                  <a:pt x="502463" y="2922816"/>
                  <a:pt x="483662" y="2923264"/>
                </a:cubicBezTo>
                <a:cubicBezTo>
                  <a:pt x="464413" y="2923264"/>
                  <a:pt x="445164" y="2925950"/>
                  <a:pt x="427705" y="2927293"/>
                </a:cubicBezTo>
                <a:cubicBezTo>
                  <a:pt x="424124" y="2896853"/>
                  <a:pt x="421886" y="2872680"/>
                  <a:pt x="419200" y="2848954"/>
                </a:cubicBezTo>
                <a:cubicBezTo>
                  <a:pt x="457250" y="2825229"/>
                  <a:pt x="488138" y="2830153"/>
                  <a:pt x="501568" y="2865070"/>
                </a:cubicBezTo>
                <a:cubicBezTo>
                  <a:pt x="510968" y="2844477"/>
                  <a:pt x="520369" y="2823886"/>
                  <a:pt x="530217" y="2803294"/>
                </a:cubicBezTo>
                <a:cubicBezTo>
                  <a:pt x="536037" y="2791207"/>
                  <a:pt x="540065" y="2774644"/>
                  <a:pt x="549914" y="2769272"/>
                </a:cubicBezTo>
                <a:cubicBezTo>
                  <a:pt x="573639" y="2756738"/>
                  <a:pt x="571401" y="2726746"/>
                  <a:pt x="569163" y="2717345"/>
                </a:cubicBezTo>
                <a:cubicBezTo>
                  <a:pt x="557971" y="2671685"/>
                  <a:pt x="600051" y="2667656"/>
                  <a:pt x="613032" y="2643930"/>
                </a:cubicBezTo>
                <a:cubicBezTo>
                  <a:pt x="631386" y="2652883"/>
                  <a:pt x="647949" y="2658255"/>
                  <a:pt x="660931" y="2668551"/>
                </a:cubicBezTo>
                <a:cubicBezTo>
                  <a:pt x="668093" y="2674370"/>
                  <a:pt x="674808" y="2689143"/>
                  <a:pt x="672122" y="2697201"/>
                </a:cubicBezTo>
                <a:cubicBezTo>
                  <a:pt x="663169" y="2728088"/>
                  <a:pt x="648844" y="2758081"/>
                  <a:pt x="672570" y="2788521"/>
                </a:cubicBezTo>
                <a:cubicBezTo>
                  <a:pt x="673913" y="2790312"/>
                  <a:pt x="675703" y="2792998"/>
                  <a:pt x="675256" y="2795236"/>
                </a:cubicBezTo>
                <a:cubicBezTo>
                  <a:pt x="669884" y="2826571"/>
                  <a:pt x="668989" y="2859698"/>
                  <a:pt x="656454" y="2887900"/>
                </a:cubicBezTo>
                <a:cubicBezTo>
                  <a:pt x="645263" y="2912968"/>
                  <a:pt x="622881" y="2935351"/>
                  <a:pt x="600946" y="2953704"/>
                </a:cubicBezTo>
                <a:cubicBezTo>
                  <a:pt x="585726" y="2966238"/>
                  <a:pt x="580354" y="2970267"/>
                  <a:pt x="592441" y="2989964"/>
                </a:cubicBezTo>
                <a:cubicBezTo>
                  <a:pt x="600498" y="3002946"/>
                  <a:pt x="592888" y="3024881"/>
                  <a:pt x="594231" y="3042339"/>
                </a:cubicBezTo>
                <a:cubicBezTo>
                  <a:pt x="595574" y="3063378"/>
                  <a:pt x="599155" y="3083970"/>
                  <a:pt x="601841" y="3104562"/>
                </a:cubicBezTo>
                <a:cubicBezTo>
                  <a:pt x="602736" y="3109039"/>
                  <a:pt x="608556" y="3115754"/>
                  <a:pt x="607213" y="3117544"/>
                </a:cubicBezTo>
                <a:cubicBezTo>
                  <a:pt x="582145" y="3146194"/>
                  <a:pt x="599603" y="3179320"/>
                  <a:pt x="598260" y="3210208"/>
                </a:cubicBezTo>
                <a:cubicBezTo>
                  <a:pt x="597812" y="3219161"/>
                  <a:pt x="602289" y="3234828"/>
                  <a:pt x="608108" y="3236619"/>
                </a:cubicBezTo>
                <a:cubicBezTo>
                  <a:pt x="650635" y="3249601"/>
                  <a:pt x="653769" y="3291680"/>
                  <a:pt x="669884" y="3321225"/>
                </a:cubicBezTo>
                <a:cubicBezTo>
                  <a:pt x="694505" y="3366885"/>
                  <a:pt x="696743" y="3430004"/>
                  <a:pt x="730764" y="3463578"/>
                </a:cubicBezTo>
                <a:cubicBezTo>
                  <a:pt x="767472" y="3500285"/>
                  <a:pt x="771948" y="3532516"/>
                  <a:pt x="771053" y="3576833"/>
                </a:cubicBezTo>
                <a:cubicBezTo>
                  <a:pt x="770605" y="3596977"/>
                  <a:pt x="793883" y="3618465"/>
                  <a:pt x="792540" y="3638609"/>
                </a:cubicBezTo>
                <a:cubicBezTo>
                  <a:pt x="790750" y="3664125"/>
                  <a:pt x="775529" y="3689193"/>
                  <a:pt x="765681" y="3714262"/>
                </a:cubicBezTo>
                <a:cubicBezTo>
                  <a:pt x="763443" y="3719633"/>
                  <a:pt x="758071" y="3724110"/>
                  <a:pt x="754490" y="3728586"/>
                </a:cubicBezTo>
                <a:cubicBezTo>
                  <a:pt x="758071" y="3729482"/>
                  <a:pt x="761652" y="3730825"/>
                  <a:pt x="764786" y="3731720"/>
                </a:cubicBezTo>
                <a:cubicBezTo>
                  <a:pt x="760309" y="3753207"/>
                  <a:pt x="745537" y="3781409"/>
                  <a:pt x="753595" y="3794839"/>
                </a:cubicBezTo>
                <a:cubicBezTo>
                  <a:pt x="774634" y="3827965"/>
                  <a:pt x="751804" y="3839156"/>
                  <a:pt x="741956" y="3849004"/>
                </a:cubicBezTo>
                <a:cubicBezTo>
                  <a:pt x="753147" y="3900484"/>
                  <a:pt x="766576" y="3946592"/>
                  <a:pt x="771948" y="3993148"/>
                </a:cubicBezTo>
                <a:cubicBezTo>
                  <a:pt x="776872" y="4037017"/>
                  <a:pt x="802388" y="4084468"/>
                  <a:pt x="762995" y="4129681"/>
                </a:cubicBezTo>
                <a:cubicBezTo>
                  <a:pt x="769262" y="4130129"/>
                  <a:pt x="778663" y="4130576"/>
                  <a:pt x="786721" y="4131472"/>
                </a:cubicBezTo>
                <a:cubicBezTo>
                  <a:pt x="801493" y="4191009"/>
                  <a:pt x="816266" y="4250099"/>
                  <a:pt x="831933" y="4313218"/>
                </a:cubicBezTo>
                <a:cubicBezTo>
                  <a:pt x="843572" y="4306055"/>
                  <a:pt x="850287" y="4302027"/>
                  <a:pt x="849392" y="4302474"/>
                </a:cubicBezTo>
                <a:cubicBezTo>
                  <a:pt x="858792" y="4315456"/>
                  <a:pt x="864612" y="4326647"/>
                  <a:pt x="873565" y="4334705"/>
                </a:cubicBezTo>
                <a:cubicBezTo>
                  <a:pt x="916987" y="4373651"/>
                  <a:pt x="936236" y="4425130"/>
                  <a:pt x="945189" y="4480191"/>
                </a:cubicBezTo>
                <a:cubicBezTo>
                  <a:pt x="947427" y="4494516"/>
                  <a:pt x="934445" y="4511527"/>
                  <a:pt x="926835" y="4531671"/>
                </a:cubicBezTo>
                <a:cubicBezTo>
                  <a:pt x="951456" y="4548234"/>
                  <a:pt x="947875" y="4571512"/>
                  <a:pt x="925045" y="4597028"/>
                </a:cubicBezTo>
                <a:cubicBezTo>
                  <a:pt x="905796" y="4618068"/>
                  <a:pt x="908929" y="4637316"/>
                  <a:pt x="931759" y="4654775"/>
                </a:cubicBezTo>
                <a:cubicBezTo>
                  <a:pt x="938474" y="4660146"/>
                  <a:pt x="940712" y="4670890"/>
                  <a:pt x="946979" y="4682977"/>
                </a:cubicBezTo>
                <a:cubicBezTo>
                  <a:pt x="956380" y="4682977"/>
                  <a:pt x="970705" y="4682977"/>
                  <a:pt x="985030" y="4682977"/>
                </a:cubicBezTo>
                <a:cubicBezTo>
                  <a:pt x="985925" y="4685663"/>
                  <a:pt x="986373" y="4688349"/>
                  <a:pt x="987268" y="4690587"/>
                </a:cubicBezTo>
                <a:cubicBezTo>
                  <a:pt x="975629" y="4695063"/>
                  <a:pt x="963990" y="4699092"/>
                  <a:pt x="945189" y="4706255"/>
                </a:cubicBezTo>
                <a:cubicBezTo>
                  <a:pt x="959514" y="4738038"/>
                  <a:pt x="975181" y="4772955"/>
                  <a:pt x="990849" y="4807871"/>
                </a:cubicBezTo>
                <a:cubicBezTo>
                  <a:pt x="989506" y="4807871"/>
                  <a:pt x="988611" y="4807871"/>
                  <a:pt x="987268" y="4807423"/>
                </a:cubicBezTo>
                <a:cubicBezTo>
                  <a:pt x="989506" y="4824434"/>
                  <a:pt x="987716" y="4843235"/>
                  <a:pt x="995326" y="4857112"/>
                </a:cubicBezTo>
                <a:cubicBezTo>
                  <a:pt x="1012336" y="4887553"/>
                  <a:pt x="1016813" y="4928289"/>
                  <a:pt x="1058444" y="4941718"/>
                </a:cubicBezTo>
                <a:cubicBezTo>
                  <a:pt x="1065607" y="4943957"/>
                  <a:pt x="1075007" y="4956491"/>
                  <a:pt x="1074112" y="4963653"/>
                </a:cubicBezTo>
                <a:cubicBezTo>
                  <a:pt x="1069636" y="5004389"/>
                  <a:pt x="1105000" y="5023191"/>
                  <a:pt x="1119325" y="5053183"/>
                </a:cubicBezTo>
                <a:cubicBezTo>
                  <a:pt x="1125592" y="5065718"/>
                  <a:pt x="1150213" y="5081386"/>
                  <a:pt x="1122906" y="5097948"/>
                </a:cubicBezTo>
                <a:cubicBezTo>
                  <a:pt x="1132754" y="5109587"/>
                  <a:pt x="1140364" y="5124360"/>
                  <a:pt x="1152451" y="5132865"/>
                </a:cubicBezTo>
                <a:cubicBezTo>
                  <a:pt x="1184682" y="5155248"/>
                  <a:pt x="1227208" y="5168677"/>
                  <a:pt x="1250934" y="5197775"/>
                </a:cubicBezTo>
                <a:cubicBezTo>
                  <a:pt x="1299280" y="5256417"/>
                  <a:pt x="1370456" y="5299839"/>
                  <a:pt x="1384781" y="5383101"/>
                </a:cubicBezTo>
                <a:cubicBezTo>
                  <a:pt x="1391048" y="5418466"/>
                  <a:pt x="1413878" y="5422047"/>
                  <a:pt x="1435813" y="5413989"/>
                </a:cubicBezTo>
                <a:cubicBezTo>
                  <a:pt x="1450586" y="5431448"/>
                  <a:pt x="1459539" y="5451592"/>
                  <a:pt x="1473864" y="5457859"/>
                </a:cubicBezTo>
                <a:cubicBezTo>
                  <a:pt x="1504751" y="5471736"/>
                  <a:pt x="1519524" y="5506653"/>
                  <a:pt x="1559365" y="5510234"/>
                </a:cubicBezTo>
                <a:cubicBezTo>
                  <a:pt x="1579957" y="5512025"/>
                  <a:pt x="1598310" y="5538884"/>
                  <a:pt x="1616216" y="5553208"/>
                </a:cubicBezTo>
                <a:cubicBezTo>
                  <a:pt x="1630093" y="5553208"/>
                  <a:pt x="1644866" y="5553208"/>
                  <a:pt x="1659638" y="5553208"/>
                </a:cubicBezTo>
                <a:cubicBezTo>
                  <a:pt x="1659638" y="5557237"/>
                  <a:pt x="1660086" y="5561266"/>
                  <a:pt x="1660086" y="5565743"/>
                </a:cubicBezTo>
                <a:cubicBezTo>
                  <a:pt x="1653371" y="5566638"/>
                  <a:pt x="1646656" y="5567981"/>
                  <a:pt x="1639494" y="5568876"/>
                </a:cubicBezTo>
                <a:cubicBezTo>
                  <a:pt x="1635913" y="5617670"/>
                  <a:pt x="1685154" y="5621252"/>
                  <a:pt x="1707089" y="5647663"/>
                </a:cubicBezTo>
                <a:cubicBezTo>
                  <a:pt x="1723652" y="5667807"/>
                  <a:pt x="1747825" y="5681684"/>
                  <a:pt x="1769313" y="5696905"/>
                </a:cubicBezTo>
                <a:cubicBezTo>
                  <a:pt x="1784533" y="5707648"/>
                  <a:pt x="1803334" y="5714362"/>
                  <a:pt x="1817211" y="5726449"/>
                </a:cubicBezTo>
                <a:cubicBezTo>
                  <a:pt x="1831984" y="5738983"/>
                  <a:pt x="1865110" y="5733164"/>
                  <a:pt x="1859290" y="5767633"/>
                </a:cubicBezTo>
                <a:cubicBezTo>
                  <a:pt x="1858843" y="5769871"/>
                  <a:pt x="1866005" y="5774795"/>
                  <a:pt x="1870034" y="5775691"/>
                </a:cubicBezTo>
                <a:cubicBezTo>
                  <a:pt x="1937629" y="5790911"/>
                  <a:pt x="1984632" y="5841943"/>
                  <a:pt x="2032979" y="5882679"/>
                </a:cubicBezTo>
                <a:cubicBezTo>
                  <a:pt x="2084906" y="5926549"/>
                  <a:pt x="2142653" y="5940874"/>
                  <a:pt x="2201295" y="5961466"/>
                </a:cubicBezTo>
                <a:cubicBezTo>
                  <a:pt x="2227259" y="5970419"/>
                  <a:pt x="2250537" y="6000411"/>
                  <a:pt x="2283215" y="5975790"/>
                </a:cubicBezTo>
                <a:cubicBezTo>
                  <a:pt x="2286796" y="5973104"/>
                  <a:pt x="2296197" y="5978476"/>
                  <a:pt x="2302912" y="5979819"/>
                </a:cubicBezTo>
                <a:cubicBezTo>
                  <a:pt x="2304255" y="5980267"/>
                  <a:pt x="2306493" y="5980267"/>
                  <a:pt x="2306493" y="5980267"/>
                </a:cubicBezTo>
                <a:cubicBezTo>
                  <a:pt x="2311865" y="6033985"/>
                  <a:pt x="2369164" y="6010260"/>
                  <a:pt x="2393337" y="6038014"/>
                </a:cubicBezTo>
                <a:cubicBezTo>
                  <a:pt x="2407214" y="6053681"/>
                  <a:pt x="2428254" y="6063082"/>
                  <a:pt x="2446160" y="6075169"/>
                </a:cubicBezTo>
                <a:cubicBezTo>
                  <a:pt x="2462275" y="6085912"/>
                  <a:pt x="2474809" y="6098894"/>
                  <a:pt x="2498535" y="6083674"/>
                </a:cubicBezTo>
                <a:cubicBezTo>
                  <a:pt x="2508831" y="6076959"/>
                  <a:pt x="2531661" y="6089941"/>
                  <a:pt x="2549119" y="6093970"/>
                </a:cubicBezTo>
                <a:cubicBezTo>
                  <a:pt x="2570606" y="6098894"/>
                  <a:pt x="2594779" y="6111876"/>
                  <a:pt x="2613133" y="6106504"/>
                </a:cubicBezTo>
                <a:cubicBezTo>
                  <a:pt x="2665956" y="6089941"/>
                  <a:pt x="2712959" y="6110981"/>
                  <a:pt x="2742952" y="6141868"/>
                </a:cubicBezTo>
                <a:cubicBezTo>
                  <a:pt x="2774287" y="6174099"/>
                  <a:pt x="2803832" y="6181262"/>
                  <a:pt x="2842778" y="6179471"/>
                </a:cubicBezTo>
                <a:cubicBezTo>
                  <a:pt x="2862027" y="6178576"/>
                  <a:pt x="2881723" y="6182157"/>
                  <a:pt x="2900972" y="6182157"/>
                </a:cubicBezTo>
                <a:cubicBezTo>
                  <a:pt x="2918431" y="6182157"/>
                  <a:pt x="2936337" y="6180814"/>
                  <a:pt x="2953795" y="6178128"/>
                </a:cubicBezTo>
                <a:cubicBezTo>
                  <a:pt x="2978863" y="6174099"/>
                  <a:pt x="2999455" y="6176785"/>
                  <a:pt x="3012437" y="6202301"/>
                </a:cubicBezTo>
                <a:cubicBezTo>
                  <a:pt x="3026314" y="6230056"/>
                  <a:pt x="3041982" y="6238113"/>
                  <a:pt x="3076451" y="6222445"/>
                </a:cubicBezTo>
                <a:cubicBezTo>
                  <a:pt x="3104205" y="6209911"/>
                  <a:pt x="3142703" y="6223789"/>
                  <a:pt x="3174486" y="6217074"/>
                </a:cubicBezTo>
                <a:cubicBezTo>
                  <a:pt x="3210746" y="6209464"/>
                  <a:pt x="3221937" y="6236770"/>
                  <a:pt x="3242082" y="6253333"/>
                </a:cubicBezTo>
                <a:cubicBezTo>
                  <a:pt x="3247006" y="6257362"/>
                  <a:pt x="3259092" y="6257810"/>
                  <a:pt x="3265359" y="6254676"/>
                </a:cubicBezTo>
                <a:cubicBezTo>
                  <a:pt x="3288637" y="6242590"/>
                  <a:pt x="3309229" y="6226027"/>
                  <a:pt x="3332955" y="6216626"/>
                </a:cubicBezTo>
                <a:cubicBezTo>
                  <a:pt x="3347279" y="6210807"/>
                  <a:pt x="3368319" y="6208121"/>
                  <a:pt x="3382196" y="6214388"/>
                </a:cubicBezTo>
                <a:cubicBezTo>
                  <a:pt x="3418456" y="6230951"/>
                  <a:pt x="3452029" y="6226474"/>
                  <a:pt x="3487394" y="6213492"/>
                </a:cubicBezTo>
                <a:cubicBezTo>
                  <a:pt x="3493661" y="6211254"/>
                  <a:pt x="3502166" y="6211254"/>
                  <a:pt x="3508881" y="6213492"/>
                </a:cubicBezTo>
                <a:cubicBezTo>
                  <a:pt x="3565285" y="6229608"/>
                  <a:pt x="3619451" y="6208121"/>
                  <a:pt x="3674511" y="6204987"/>
                </a:cubicBezTo>
                <a:cubicBezTo>
                  <a:pt x="3725544" y="6202301"/>
                  <a:pt x="3777023" y="6199168"/>
                  <a:pt x="3827608" y="6194691"/>
                </a:cubicBezTo>
                <a:cubicBezTo>
                  <a:pt x="3865211" y="6191110"/>
                  <a:pt x="3902366" y="6184395"/>
                  <a:pt x="3939520" y="6180814"/>
                </a:cubicBezTo>
                <a:cubicBezTo>
                  <a:pt x="3956979" y="6179023"/>
                  <a:pt x="3975332" y="6178576"/>
                  <a:pt x="3992343" y="6181709"/>
                </a:cubicBezTo>
                <a:cubicBezTo>
                  <a:pt x="4008011" y="6184395"/>
                  <a:pt x="4022336" y="6192453"/>
                  <a:pt x="4031289" y="6196034"/>
                </a:cubicBezTo>
                <a:cubicBezTo>
                  <a:pt x="4043375" y="6176338"/>
                  <a:pt x="4050090" y="6164251"/>
                  <a:pt x="4057252" y="6152612"/>
                </a:cubicBezTo>
                <a:cubicBezTo>
                  <a:pt x="4064415" y="6160670"/>
                  <a:pt x="4071577" y="6169175"/>
                  <a:pt x="4084559" y="6183948"/>
                </a:cubicBezTo>
                <a:cubicBezTo>
                  <a:pt x="4110523" y="6160222"/>
                  <a:pt x="4138725" y="6133363"/>
                  <a:pt x="4168270" y="6108743"/>
                </a:cubicBezTo>
                <a:cubicBezTo>
                  <a:pt x="4183490" y="6096208"/>
                  <a:pt x="4200948" y="6083226"/>
                  <a:pt x="4219302" y="6078302"/>
                </a:cubicBezTo>
                <a:cubicBezTo>
                  <a:pt x="4254666" y="6068454"/>
                  <a:pt x="4287792" y="6044281"/>
                  <a:pt x="4328081" y="6057263"/>
                </a:cubicBezTo>
                <a:cubicBezTo>
                  <a:pt x="4332110" y="6058605"/>
                  <a:pt x="4340615" y="6055920"/>
                  <a:pt x="4341510" y="6053234"/>
                </a:cubicBezTo>
                <a:cubicBezTo>
                  <a:pt x="4353149" y="6016974"/>
                  <a:pt x="4391647" y="6022346"/>
                  <a:pt x="4407762" y="6028166"/>
                </a:cubicBezTo>
                <a:cubicBezTo>
                  <a:pt x="4446261" y="6042490"/>
                  <a:pt x="4469986" y="6040252"/>
                  <a:pt x="4490130" y="6003097"/>
                </a:cubicBezTo>
                <a:cubicBezTo>
                  <a:pt x="4494159" y="5995934"/>
                  <a:pt x="4512513" y="5997725"/>
                  <a:pt x="4523704" y="5993249"/>
                </a:cubicBezTo>
                <a:cubicBezTo>
                  <a:pt x="4580108" y="5969971"/>
                  <a:pt x="4636064" y="5944455"/>
                  <a:pt x="4692468" y="5922072"/>
                </a:cubicBezTo>
                <a:cubicBezTo>
                  <a:pt x="4720670" y="5910881"/>
                  <a:pt x="4750215" y="5897899"/>
                  <a:pt x="4779312" y="5897004"/>
                </a:cubicBezTo>
                <a:cubicBezTo>
                  <a:pt x="4805276" y="5896109"/>
                  <a:pt x="4814676" y="5881336"/>
                  <a:pt x="4830792" y="5868802"/>
                </a:cubicBezTo>
                <a:cubicBezTo>
                  <a:pt x="4862127" y="5844181"/>
                  <a:pt x="4900625" y="5828066"/>
                  <a:pt x="4928380" y="5799864"/>
                </a:cubicBezTo>
                <a:cubicBezTo>
                  <a:pt x="4967773" y="5760023"/>
                  <a:pt x="5030444" y="5755994"/>
                  <a:pt x="5062227" y="5717496"/>
                </a:cubicBezTo>
                <a:cubicBezTo>
                  <a:pt x="5101620" y="5669597"/>
                  <a:pt x="5157576" y="5649453"/>
                  <a:pt x="5200103" y="5607822"/>
                </a:cubicBezTo>
                <a:cubicBezTo>
                  <a:pt x="5252926" y="5556342"/>
                  <a:pt x="5318283" y="5517844"/>
                  <a:pt x="5372448" y="5467707"/>
                </a:cubicBezTo>
                <a:cubicBezTo>
                  <a:pt x="5411394" y="5431448"/>
                  <a:pt x="5438253" y="5383549"/>
                  <a:pt x="5474065" y="5343261"/>
                </a:cubicBezTo>
                <a:cubicBezTo>
                  <a:pt x="5510772" y="5301629"/>
                  <a:pt x="5547479" y="5261341"/>
                  <a:pt x="5570758" y="5208966"/>
                </a:cubicBezTo>
                <a:cubicBezTo>
                  <a:pt x="5577472" y="5194193"/>
                  <a:pt x="5601646" y="5183897"/>
                  <a:pt x="5619552" y="5177630"/>
                </a:cubicBezTo>
                <a:cubicBezTo>
                  <a:pt x="5642829" y="5169572"/>
                  <a:pt x="5658944" y="5161963"/>
                  <a:pt x="5667897" y="5134208"/>
                </a:cubicBezTo>
                <a:cubicBezTo>
                  <a:pt x="5675955" y="5109587"/>
                  <a:pt x="5684013" y="5080490"/>
                  <a:pt x="5715796" y="5068404"/>
                </a:cubicBezTo>
                <a:cubicBezTo>
                  <a:pt x="5726988" y="5064375"/>
                  <a:pt x="5732807" y="5046469"/>
                  <a:pt x="5741312" y="5034830"/>
                </a:cubicBezTo>
                <a:cubicBezTo>
                  <a:pt x="5756980" y="5013790"/>
                  <a:pt x="5772200" y="4992751"/>
                  <a:pt x="5788315" y="4972159"/>
                </a:cubicBezTo>
                <a:cubicBezTo>
                  <a:pt x="5791449" y="4968130"/>
                  <a:pt x="5796821" y="4965892"/>
                  <a:pt x="5798612" y="4961863"/>
                </a:cubicBezTo>
                <a:cubicBezTo>
                  <a:pt x="5825023" y="4907697"/>
                  <a:pt x="5846062" y="4849950"/>
                  <a:pt x="5879636" y="4800709"/>
                </a:cubicBezTo>
                <a:cubicBezTo>
                  <a:pt x="5900228" y="4770269"/>
                  <a:pt x="5923506" y="4748334"/>
                  <a:pt x="5927535" y="4706255"/>
                </a:cubicBezTo>
                <a:cubicBezTo>
                  <a:pt x="5930220" y="4679396"/>
                  <a:pt x="5972300" y="4658356"/>
                  <a:pt x="5982596" y="4629707"/>
                </a:cubicBezTo>
                <a:cubicBezTo>
                  <a:pt x="5993339" y="4600162"/>
                  <a:pt x="6015722" y="4577779"/>
                  <a:pt x="6023779" y="4553606"/>
                </a:cubicBezTo>
                <a:cubicBezTo>
                  <a:pt x="6034971" y="4520927"/>
                  <a:pt x="6051981" y="4490040"/>
                  <a:pt x="6061382" y="4458704"/>
                </a:cubicBezTo>
                <a:cubicBezTo>
                  <a:pt x="6079288" y="4399614"/>
                  <a:pt x="6120920" y="4345449"/>
                  <a:pt x="6107490" y="4278301"/>
                </a:cubicBezTo>
                <a:cubicBezTo>
                  <a:pt x="6106595" y="4274720"/>
                  <a:pt x="6105699" y="4268900"/>
                  <a:pt x="6107490" y="4267557"/>
                </a:cubicBezTo>
                <a:cubicBezTo>
                  <a:pt x="6157179" y="4227269"/>
                  <a:pt x="6135244" y="4159674"/>
                  <a:pt x="6167027" y="4112670"/>
                </a:cubicBezTo>
                <a:cubicBezTo>
                  <a:pt x="6171056" y="4106851"/>
                  <a:pt x="6175980" y="4095660"/>
                  <a:pt x="6173295" y="4092526"/>
                </a:cubicBezTo>
                <a:cubicBezTo>
                  <a:pt x="6148674" y="4062534"/>
                  <a:pt x="6168818" y="4046866"/>
                  <a:pt x="6191201" y="4031198"/>
                </a:cubicBezTo>
                <a:cubicBezTo>
                  <a:pt x="6194782" y="4028512"/>
                  <a:pt x="6199258" y="4023588"/>
                  <a:pt x="6198810" y="4020007"/>
                </a:cubicBezTo>
                <a:cubicBezTo>
                  <a:pt x="6194782" y="3956888"/>
                  <a:pt x="6230146" y="3896903"/>
                  <a:pt x="6212240" y="3831098"/>
                </a:cubicBezTo>
                <a:cubicBezTo>
                  <a:pt x="6208659" y="3817221"/>
                  <a:pt x="6231937" y="3796182"/>
                  <a:pt x="6244919" y="3775142"/>
                </a:cubicBezTo>
                <a:cubicBezTo>
                  <a:pt x="6230146" y="3762608"/>
                  <a:pt x="6227460" y="3744702"/>
                  <a:pt x="6232384" y="3713814"/>
                </a:cubicBezTo>
                <a:cubicBezTo>
                  <a:pt x="6235966" y="3687850"/>
                  <a:pt x="6241785" y="3665468"/>
                  <a:pt x="6249395" y="3640400"/>
                </a:cubicBezTo>
                <a:cubicBezTo>
                  <a:pt x="6256110" y="3618465"/>
                  <a:pt x="6243128" y="3591158"/>
                  <a:pt x="6239547" y="3566090"/>
                </a:cubicBezTo>
                <a:cubicBezTo>
                  <a:pt x="6238204" y="3558927"/>
                  <a:pt x="6235518" y="3550870"/>
                  <a:pt x="6237309" y="3544155"/>
                </a:cubicBezTo>
                <a:cubicBezTo>
                  <a:pt x="6254767" y="3488646"/>
                  <a:pt x="6248500" y="3433585"/>
                  <a:pt x="6238651" y="3377629"/>
                </a:cubicBezTo>
                <a:cubicBezTo>
                  <a:pt x="6238204" y="3374495"/>
                  <a:pt x="6239547" y="3368676"/>
                  <a:pt x="6241785" y="3367781"/>
                </a:cubicBezTo>
                <a:cubicBezTo>
                  <a:pt x="6269092" y="3354799"/>
                  <a:pt x="6257453" y="3333759"/>
                  <a:pt x="6253424" y="3314510"/>
                </a:cubicBezTo>
                <a:cubicBezTo>
                  <a:pt x="6245366" y="3274669"/>
                  <a:pt x="6237756" y="3234828"/>
                  <a:pt x="6231042" y="3194988"/>
                </a:cubicBezTo>
                <a:cubicBezTo>
                  <a:pt x="6230146" y="3189168"/>
                  <a:pt x="6236861" y="3182453"/>
                  <a:pt x="6239099" y="3176186"/>
                </a:cubicBezTo>
                <a:cubicBezTo>
                  <a:pt x="6247604" y="3155147"/>
                  <a:pt x="6259243" y="3135898"/>
                  <a:pt x="6235518" y="3113515"/>
                </a:cubicBezTo>
                <a:cubicBezTo>
                  <a:pt x="6227460" y="3105905"/>
                  <a:pt x="6234175" y="3082627"/>
                  <a:pt x="6234175" y="3070541"/>
                </a:cubicBezTo>
                <a:cubicBezTo>
                  <a:pt x="6226565" y="3033386"/>
                  <a:pt x="6217164" y="2999365"/>
                  <a:pt x="6213136" y="2964000"/>
                </a:cubicBezTo>
                <a:cubicBezTo>
                  <a:pt x="6210450" y="2938932"/>
                  <a:pt x="6219850" y="2915206"/>
                  <a:pt x="6196125" y="2891033"/>
                </a:cubicBezTo>
                <a:cubicBezTo>
                  <a:pt x="6181800" y="2876708"/>
                  <a:pt x="6183591" y="2845373"/>
                  <a:pt x="6179114" y="2821647"/>
                </a:cubicBezTo>
                <a:cubicBezTo>
                  <a:pt x="6175085" y="2799712"/>
                  <a:pt x="6184933" y="2774197"/>
                  <a:pt x="6160760" y="2757633"/>
                </a:cubicBezTo>
                <a:cubicBezTo>
                  <a:pt x="6158074" y="2755843"/>
                  <a:pt x="6161656" y="2744204"/>
                  <a:pt x="6163894" y="2737489"/>
                </a:cubicBezTo>
                <a:cubicBezTo>
                  <a:pt x="6175533" y="2700334"/>
                  <a:pt x="6175533" y="2700334"/>
                  <a:pt x="6145092" y="2676161"/>
                </a:cubicBezTo>
                <a:cubicBezTo>
                  <a:pt x="6148226" y="2674818"/>
                  <a:pt x="6151807" y="2673475"/>
                  <a:pt x="6154941" y="2672132"/>
                </a:cubicBezTo>
                <a:cubicBezTo>
                  <a:pt x="6146883" y="2651093"/>
                  <a:pt x="6138826" y="2630053"/>
                  <a:pt x="6131215" y="2608566"/>
                </a:cubicBezTo>
                <a:cubicBezTo>
                  <a:pt x="6128977" y="2601851"/>
                  <a:pt x="6125844" y="2594241"/>
                  <a:pt x="6127634" y="2587974"/>
                </a:cubicBezTo>
                <a:cubicBezTo>
                  <a:pt x="6139273" y="2547238"/>
                  <a:pt x="6120472" y="2514560"/>
                  <a:pt x="6102566" y="2480538"/>
                </a:cubicBezTo>
                <a:cubicBezTo>
                  <a:pt x="6095403" y="2466661"/>
                  <a:pt x="6087346" y="2450098"/>
                  <a:pt x="6088689" y="2435773"/>
                </a:cubicBezTo>
                <a:cubicBezTo>
                  <a:pt x="6090927" y="2408466"/>
                  <a:pt x="6094508" y="2384293"/>
                  <a:pt x="6058249" y="2378921"/>
                </a:cubicBezTo>
                <a:cubicBezTo>
                  <a:pt x="6056458" y="2378474"/>
                  <a:pt x="6053772" y="2375788"/>
                  <a:pt x="6053772" y="2373550"/>
                </a:cubicBezTo>
                <a:cubicBezTo>
                  <a:pt x="6048848" y="2340423"/>
                  <a:pt x="6044819" y="2307745"/>
                  <a:pt x="6041238" y="2284020"/>
                </a:cubicBezTo>
                <a:cubicBezTo>
                  <a:pt x="6016169" y="2246417"/>
                  <a:pt x="5998711" y="2212843"/>
                  <a:pt x="5974090" y="2185089"/>
                </a:cubicBezTo>
                <a:cubicBezTo>
                  <a:pt x="5948126" y="2156439"/>
                  <a:pt x="5954394" y="2107645"/>
                  <a:pt x="5912762" y="2090635"/>
                </a:cubicBezTo>
                <a:cubicBezTo>
                  <a:pt x="5918134" y="2036917"/>
                  <a:pt x="5855463" y="2014087"/>
                  <a:pt x="5853225" y="1963054"/>
                </a:cubicBezTo>
                <a:cubicBezTo>
                  <a:pt x="5852777" y="1955444"/>
                  <a:pt x="5842033" y="1948282"/>
                  <a:pt x="5837557" y="1940224"/>
                </a:cubicBezTo>
                <a:cubicBezTo>
                  <a:pt x="5820546" y="1910232"/>
                  <a:pt x="5803983" y="1879791"/>
                  <a:pt x="5787868" y="1849351"/>
                </a:cubicBezTo>
                <a:cubicBezTo>
                  <a:pt x="5787420" y="1848456"/>
                  <a:pt x="5788315" y="1846665"/>
                  <a:pt x="5787868" y="1845770"/>
                </a:cubicBezTo>
                <a:cubicBezTo>
                  <a:pt x="5763247" y="1811301"/>
                  <a:pt x="5739521" y="1775937"/>
                  <a:pt x="5713558" y="1742363"/>
                </a:cubicBezTo>
                <a:cubicBezTo>
                  <a:pt x="5699233" y="1724009"/>
                  <a:pt x="5681327" y="1708789"/>
                  <a:pt x="5665659" y="1691331"/>
                </a:cubicBezTo>
                <a:cubicBezTo>
                  <a:pt x="5642382" y="1664919"/>
                  <a:pt x="5617761" y="1639403"/>
                  <a:pt x="5598512" y="1610754"/>
                </a:cubicBezTo>
                <a:cubicBezTo>
                  <a:pt x="5581501" y="1586133"/>
                  <a:pt x="5556432" y="1569570"/>
                  <a:pt x="5539422" y="1548978"/>
                </a:cubicBezTo>
                <a:cubicBezTo>
                  <a:pt x="5505848" y="1507347"/>
                  <a:pt x="5486599" y="1453629"/>
                  <a:pt x="5459293" y="1400358"/>
                </a:cubicBezTo>
                <a:cubicBezTo>
                  <a:pt x="5410499" y="1405282"/>
                  <a:pt x="5382745" y="1369470"/>
                  <a:pt x="5359019" y="1323810"/>
                </a:cubicBezTo>
                <a:cubicBezTo>
                  <a:pt x="5346037" y="1298742"/>
                  <a:pt x="5328579" y="1279045"/>
                  <a:pt x="5293662" y="1277702"/>
                </a:cubicBezTo>
                <a:cubicBezTo>
                  <a:pt x="5276651" y="1276807"/>
                  <a:pt x="5260983" y="1255320"/>
                  <a:pt x="5244421" y="1243233"/>
                </a:cubicBezTo>
                <a:cubicBezTo>
                  <a:pt x="5179064" y="1193991"/>
                  <a:pt x="5113259" y="1144750"/>
                  <a:pt x="5049245" y="1093718"/>
                </a:cubicBezTo>
                <a:cubicBezTo>
                  <a:pt x="5041635" y="1087451"/>
                  <a:pt x="5043426" y="1069545"/>
                  <a:pt x="5039397" y="1051191"/>
                </a:cubicBezTo>
                <a:cubicBezTo>
                  <a:pt x="4955239" y="1035076"/>
                  <a:pt x="4881824" y="977776"/>
                  <a:pt x="4802142" y="933459"/>
                </a:cubicBezTo>
                <a:cubicBezTo>
                  <a:pt x="4747529" y="903019"/>
                  <a:pt x="4690678" y="876607"/>
                  <a:pt x="4635169" y="847510"/>
                </a:cubicBezTo>
                <a:cubicBezTo>
                  <a:pt x="4594880" y="826471"/>
                  <a:pt x="4555935" y="802745"/>
                  <a:pt x="4515198" y="783049"/>
                </a:cubicBezTo>
                <a:cubicBezTo>
                  <a:pt x="4484758" y="768276"/>
                  <a:pt x="4452975" y="757085"/>
                  <a:pt x="4420744" y="746789"/>
                </a:cubicBezTo>
                <a:cubicBezTo>
                  <a:pt x="4372846" y="731121"/>
                  <a:pt x="4324052" y="717244"/>
                  <a:pt x="4275706" y="703367"/>
                </a:cubicBezTo>
                <a:cubicBezTo>
                  <a:pt x="4268096" y="701129"/>
                  <a:pt x="4259143" y="702024"/>
                  <a:pt x="4250637" y="702024"/>
                </a:cubicBezTo>
                <a:cubicBezTo>
                  <a:pt x="4242132" y="702024"/>
                  <a:pt x="4230493" y="706053"/>
                  <a:pt x="4226017" y="702024"/>
                </a:cubicBezTo>
                <a:cubicBezTo>
                  <a:pt x="4196024" y="675165"/>
                  <a:pt x="4158421" y="672479"/>
                  <a:pt x="4121714" y="667107"/>
                </a:cubicBezTo>
                <a:cubicBezTo>
                  <a:pt x="4098884" y="663526"/>
                  <a:pt x="4076054" y="662183"/>
                  <a:pt x="4053224" y="660392"/>
                </a:cubicBezTo>
                <a:cubicBezTo>
                  <a:pt x="4042480" y="659497"/>
                  <a:pt x="4031289" y="661735"/>
                  <a:pt x="4020993" y="658602"/>
                </a:cubicBezTo>
                <a:cubicBezTo>
                  <a:pt x="3934149" y="634429"/>
                  <a:pt x="3845514" y="643829"/>
                  <a:pt x="3757775" y="639353"/>
                </a:cubicBezTo>
                <a:cubicBezTo>
                  <a:pt x="3706742" y="636667"/>
                  <a:pt x="3657501" y="651439"/>
                  <a:pt x="3604678" y="640248"/>
                </a:cubicBezTo>
                <a:cubicBezTo>
                  <a:pt x="3573790" y="633981"/>
                  <a:pt x="3529473" y="644725"/>
                  <a:pt x="3494556" y="671136"/>
                </a:cubicBezTo>
                <a:cubicBezTo>
                  <a:pt x="3464116" y="693966"/>
                  <a:pt x="3419799" y="715006"/>
                  <a:pt x="3384434" y="710977"/>
                </a:cubicBezTo>
                <a:cubicBezTo>
                  <a:pt x="3340117" y="706053"/>
                  <a:pt x="3314153" y="714558"/>
                  <a:pt x="3290428" y="748132"/>
                </a:cubicBezTo>
                <a:cubicBezTo>
                  <a:pt x="3287294" y="752608"/>
                  <a:pt x="3276998" y="753056"/>
                  <a:pt x="3270284" y="753056"/>
                </a:cubicBezTo>
                <a:cubicBezTo>
                  <a:pt x="3231786" y="751713"/>
                  <a:pt x="3192840" y="745446"/>
                  <a:pt x="3154342" y="748580"/>
                </a:cubicBezTo>
                <a:cubicBezTo>
                  <a:pt x="3110025" y="752161"/>
                  <a:pt x="3066155" y="762904"/>
                  <a:pt x="3029000" y="769619"/>
                </a:cubicBezTo>
                <a:cubicBezTo>
                  <a:pt x="3016914" y="805431"/>
                  <a:pt x="3006170" y="832738"/>
                  <a:pt x="2999455" y="860492"/>
                </a:cubicBezTo>
                <a:cubicBezTo>
                  <a:pt x="2994979" y="879293"/>
                  <a:pt x="2999008" y="899885"/>
                  <a:pt x="2995874" y="919134"/>
                </a:cubicBezTo>
                <a:cubicBezTo>
                  <a:pt x="2994531" y="928535"/>
                  <a:pt x="2985130" y="944203"/>
                  <a:pt x="2979311" y="944203"/>
                </a:cubicBezTo>
                <a:cubicBezTo>
                  <a:pt x="2950214" y="944203"/>
                  <a:pt x="2933203" y="956289"/>
                  <a:pt x="2918878" y="982253"/>
                </a:cubicBezTo>
                <a:cubicBezTo>
                  <a:pt x="2902763" y="1011798"/>
                  <a:pt x="2874561" y="1022094"/>
                  <a:pt x="2840092" y="1016722"/>
                </a:cubicBezTo>
                <a:cubicBezTo>
                  <a:pt x="2823976" y="1014484"/>
                  <a:pt x="2805175" y="1014931"/>
                  <a:pt x="2790850" y="1021646"/>
                </a:cubicBezTo>
                <a:cubicBezTo>
                  <a:pt x="2716093" y="1056563"/>
                  <a:pt x="2648497" y="1048057"/>
                  <a:pt x="2577321" y="1005531"/>
                </a:cubicBezTo>
                <a:cubicBezTo>
                  <a:pt x="2537928" y="982253"/>
                  <a:pt x="2487343" y="978224"/>
                  <a:pt x="2435864" y="963899"/>
                </a:cubicBezTo>
                <a:cubicBezTo>
                  <a:pt x="2431387" y="998368"/>
                  <a:pt x="2428701" y="1023884"/>
                  <a:pt x="2424225" y="1049400"/>
                </a:cubicBezTo>
                <a:cubicBezTo>
                  <a:pt x="2422434" y="1058353"/>
                  <a:pt x="2417958" y="1070888"/>
                  <a:pt x="2411243" y="1073574"/>
                </a:cubicBezTo>
                <a:cubicBezTo>
                  <a:pt x="2326637" y="1111624"/>
                  <a:pt x="2241136" y="1128187"/>
                  <a:pt x="2156530" y="1073126"/>
                </a:cubicBezTo>
                <a:cubicBezTo>
                  <a:pt x="2152949" y="1070888"/>
                  <a:pt x="2146234" y="1067754"/>
                  <a:pt x="2144443" y="1069097"/>
                </a:cubicBezTo>
                <a:cubicBezTo>
                  <a:pt x="2105498" y="1099090"/>
                  <a:pt x="2091173" y="1058353"/>
                  <a:pt x="2068343" y="1043133"/>
                </a:cubicBezTo>
                <a:cubicBezTo>
                  <a:pt x="2045065" y="1027466"/>
                  <a:pt x="2023130" y="1010007"/>
                  <a:pt x="1991795" y="987177"/>
                </a:cubicBezTo>
                <a:cubicBezTo>
                  <a:pt x="1964040" y="988520"/>
                  <a:pt x="1924647" y="996130"/>
                  <a:pt x="1902712" y="1036866"/>
                </a:cubicBezTo>
                <a:cubicBezTo>
                  <a:pt x="1892864" y="1054772"/>
                  <a:pt x="1887940" y="1075364"/>
                  <a:pt x="1877644" y="1093270"/>
                </a:cubicBezTo>
                <a:cubicBezTo>
                  <a:pt x="1863767" y="1117891"/>
                  <a:pt x="1846308" y="1140721"/>
                  <a:pt x="1831088" y="1164446"/>
                </a:cubicBezTo>
                <a:cubicBezTo>
                  <a:pt x="1793486" y="1223089"/>
                  <a:pt x="1779161" y="1231146"/>
                  <a:pt x="1708880" y="1228461"/>
                </a:cubicBezTo>
                <a:cubicBezTo>
                  <a:pt x="1712909" y="1258005"/>
                  <a:pt x="1698584" y="1259348"/>
                  <a:pt x="1673963" y="1253529"/>
                </a:cubicBezTo>
                <a:cubicBezTo>
                  <a:pt x="1635465" y="1244576"/>
                  <a:pt x="1595624" y="1238756"/>
                  <a:pt x="1556679" y="1233385"/>
                </a:cubicBezTo>
                <a:cubicBezTo>
                  <a:pt x="1549516" y="1232489"/>
                  <a:pt x="1539220" y="1236071"/>
                  <a:pt x="1533401" y="1240995"/>
                </a:cubicBezTo>
                <a:cubicBezTo>
                  <a:pt x="1509228" y="1261587"/>
                  <a:pt x="1486398" y="1283521"/>
                  <a:pt x="1462672" y="1304561"/>
                </a:cubicBezTo>
                <a:cubicBezTo>
                  <a:pt x="1434470" y="1329629"/>
                  <a:pt x="1350312" y="1323362"/>
                  <a:pt x="1323901" y="1292027"/>
                </a:cubicBezTo>
                <a:cubicBezTo>
                  <a:pt x="1311367" y="1276807"/>
                  <a:pt x="1274212" y="1272330"/>
                  <a:pt x="1295251" y="1238756"/>
                </a:cubicBezTo>
                <a:cubicBezTo>
                  <a:pt x="1306442" y="1220850"/>
                  <a:pt x="1315395" y="1198916"/>
                  <a:pt x="1331063" y="1185934"/>
                </a:cubicBezTo>
                <a:cubicBezTo>
                  <a:pt x="1361056" y="1161761"/>
                  <a:pt x="1395972" y="1143407"/>
                  <a:pt x="1428203" y="1121472"/>
                </a:cubicBezTo>
                <a:cubicBezTo>
                  <a:pt x="1437604" y="1115205"/>
                  <a:pt x="1443871" y="1104461"/>
                  <a:pt x="1455958" y="1090584"/>
                </a:cubicBezTo>
                <a:cubicBezTo>
                  <a:pt x="1424622" y="1095061"/>
                  <a:pt x="1403583" y="1098194"/>
                  <a:pt x="1378514" y="1101776"/>
                </a:cubicBezTo>
                <a:cubicBezTo>
                  <a:pt x="1380305" y="1089689"/>
                  <a:pt x="1381648" y="1080288"/>
                  <a:pt x="1382991" y="1067306"/>
                </a:cubicBezTo>
                <a:cubicBezTo>
                  <a:pt x="1370009" y="1069545"/>
                  <a:pt x="1360608" y="1072678"/>
                  <a:pt x="1351207" y="1072231"/>
                </a:cubicBezTo>
                <a:cubicBezTo>
                  <a:pt x="1326139" y="1071335"/>
                  <a:pt x="1302414" y="1074917"/>
                  <a:pt x="1283612" y="1045372"/>
                </a:cubicBezTo>
                <a:cubicBezTo>
                  <a:pt x="1261677" y="1011350"/>
                  <a:pt x="1227656" y="984939"/>
                  <a:pt x="1196321" y="952260"/>
                </a:cubicBezTo>
                <a:cubicBezTo>
                  <a:pt x="1202140" y="945098"/>
                  <a:pt x="1210645" y="936593"/>
                  <a:pt x="1216912" y="927192"/>
                </a:cubicBezTo>
                <a:cubicBezTo>
                  <a:pt x="1221837" y="919582"/>
                  <a:pt x="1228999" y="907048"/>
                  <a:pt x="1225865" y="902124"/>
                </a:cubicBezTo>
                <a:cubicBezTo>
                  <a:pt x="1210198" y="873474"/>
                  <a:pt x="1224522" y="853777"/>
                  <a:pt x="1237504" y="828709"/>
                </a:cubicBezTo>
                <a:cubicBezTo>
                  <a:pt x="1254963" y="794687"/>
                  <a:pt x="1276898" y="778124"/>
                  <a:pt x="1313605" y="774991"/>
                </a:cubicBezTo>
                <a:cubicBezTo>
                  <a:pt x="1328825" y="773648"/>
                  <a:pt x="1343597" y="765590"/>
                  <a:pt x="1363742" y="758875"/>
                </a:cubicBezTo>
                <a:cubicBezTo>
                  <a:pt x="1357027" y="749475"/>
                  <a:pt x="1351655" y="741417"/>
                  <a:pt x="1345836" y="732464"/>
                </a:cubicBezTo>
                <a:cubicBezTo>
                  <a:pt x="1346731" y="732016"/>
                  <a:pt x="1349865" y="731569"/>
                  <a:pt x="1352550" y="730226"/>
                </a:cubicBezTo>
                <a:cubicBezTo>
                  <a:pt x="1387467" y="708739"/>
                  <a:pt x="1421936" y="685908"/>
                  <a:pt x="1457301" y="665317"/>
                </a:cubicBezTo>
                <a:cubicBezTo>
                  <a:pt x="1476997" y="654125"/>
                  <a:pt x="1498037" y="639353"/>
                  <a:pt x="1519524" y="638010"/>
                </a:cubicBezTo>
                <a:cubicBezTo>
                  <a:pt x="1563394" y="635772"/>
                  <a:pt x="1603234" y="625923"/>
                  <a:pt x="1638599" y="599512"/>
                </a:cubicBezTo>
                <a:cubicBezTo>
                  <a:pt x="1641285" y="597274"/>
                  <a:pt x="1646656" y="598169"/>
                  <a:pt x="1648895" y="595931"/>
                </a:cubicBezTo>
                <a:cubicBezTo>
                  <a:pt x="1689631" y="548032"/>
                  <a:pt x="1716490" y="533260"/>
                  <a:pt x="1775132" y="507744"/>
                </a:cubicBezTo>
                <a:cubicBezTo>
                  <a:pt x="1800648" y="496552"/>
                  <a:pt x="1818107" y="468351"/>
                  <a:pt x="1842727" y="454026"/>
                </a:cubicBezTo>
                <a:cubicBezTo>
                  <a:pt x="1879435" y="432986"/>
                  <a:pt x="1912113" y="408813"/>
                  <a:pt x="1939420" y="375687"/>
                </a:cubicBezTo>
                <a:cubicBezTo>
                  <a:pt x="1952402" y="360019"/>
                  <a:pt x="1975232" y="350171"/>
                  <a:pt x="1995824" y="343456"/>
                </a:cubicBezTo>
                <a:cubicBezTo>
                  <a:pt x="2045065" y="326893"/>
                  <a:pt x="2096097" y="316597"/>
                  <a:pt x="2144443" y="297348"/>
                </a:cubicBezTo>
                <a:cubicBezTo>
                  <a:pt x="2178465" y="283919"/>
                  <a:pt x="2207562" y="258850"/>
                  <a:pt x="2240241" y="241840"/>
                </a:cubicBezTo>
                <a:cubicBezTo>
                  <a:pt x="2259042" y="231991"/>
                  <a:pt x="2281872" y="219905"/>
                  <a:pt x="2301121" y="223038"/>
                </a:cubicBezTo>
                <a:cubicBezTo>
                  <a:pt x="2344543" y="230201"/>
                  <a:pt x="2366926" y="195284"/>
                  <a:pt x="2398261" y="180512"/>
                </a:cubicBezTo>
                <a:cubicBezTo>
                  <a:pt x="2440788" y="160367"/>
                  <a:pt x="2482867" y="150071"/>
                  <a:pt x="2524051" y="167082"/>
                </a:cubicBezTo>
                <a:cubicBezTo>
                  <a:pt x="2521365" y="155443"/>
                  <a:pt x="2519574" y="146490"/>
                  <a:pt x="2517336" y="136642"/>
                </a:cubicBezTo>
                <a:cubicBezTo>
                  <a:pt x="2520917" y="135746"/>
                  <a:pt x="2524499" y="133956"/>
                  <a:pt x="2527632" y="133956"/>
                </a:cubicBezTo>
                <a:cubicBezTo>
                  <a:pt x="2548224" y="135746"/>
                  <a:pt x="2568816" y="141566"/>
                  <a:pt x="2588960" y="139328"/>
                </a:cubicBezTo>
                <a:cubicBezTo>
                  <a:pt x="2620743" y="135746"/>
                  <a:pt x="2651631" y="125451"/>
                  <a:pt x="2683414" y="120974"/>
                </a:cubicBezTo>
                <a:cubicBezTo>
                  <a:pt x="2692815" y="119631"/>
                  <a:pt x="2703559" y="130375"/>
                  <a:pt x="2716093" y="136642"/>
                </a:cubicBezTo>
                <a:cubicBezTo>
                  <a:pt x="2716093" y="135299"/>
                  <a:pt x="2715645" y="125003"/>
                  <a:pt x="2719674" y="116945"/>
                </a:cubicBezTo>
                <a:cubicBezTo>
                  <a:pt x="2723703" y="108887"/>
                  <a:pt x="2732656" y="103068"/>
                  <a:pt x="2739371" y="96353"/>
                </a:cubicBezTo>
                <a:cubicBezTo>
                  <a:pt x="2758619" y="115602"/>
                  <a:pt x="2766230" y="91429"/>
                  <a:pt x="2777868" y="85162"/>
                </a:cubicBezTo>
                <a:cubicBezTo>
                  <a:pt x="2798908" y="73075"/>
                  <a:pt x="2819052" y="58751"/>
                  <a:pt x="2844121" y="42635"/>
                </a:cubicBezTo>
                <a:cubicBezTo>
                  <a:pt x="2844121" y="42188"/>
                  <a:pt x="2840539" y="32339"/>
                  <a:pt x="2836958" y="22043"/>
                </a:cubicBezTo>
                <a:cubicBezTo>
                  <a:pt x="2870532" y="15329"/>
                  <a:pt x="2901868" y="2794"/>
                  <a:pt x="2930069" y="32787"/>
                </a:cubicBezTo>
                <a:cubicBezTo>
                  <a:pt x="2933651" y="36816"/>
                  <a:pt x="2952899" y="29653"/>
                  <a:pt x="2962300" y="23834"/>
                </a:cubicBezTo>
                <a:cubicBezTo>
                  <a:pt x="2986473" y="8166"/>
                  <a:pt x="3007961" y="-16455"/>
                  <a:pt x="3037505" y="15776"/>
                </a:cubicBezTo>
                <a:cubicBezTo>
                  <a:pt x="3041534" y="20253"/>
                  <a:pt x="3053173" y="17119"/>
                  <a:pt x="3060783" y="18462"/>
                </a:cubicBezTo>
                <a:cubicBezTo>
                  <a:pt x="3071527" y="20253"/>
                  <a:pt x="3082270" y="23834"/>
                  <a:pt x="3093462" y="25625"/>
                </a:cubicBezTo>
                <a:cubicBezTo>
                  <a:pt x="3103310" y="26968"/>
                  <a:pt x="3114054" y="29653"/>
                  <a:pt x="3122559" y="26968"/>
                </a:cubicBezTo>
                <a:cubicBezTo>
                  <a:pt x="3180306" y="8614"/>
                  <a:pt x="3236710" y="4137"/>
                  <a:pt x="3290875" y="37263"/>
                </a:cubicBezTo>
                <a:cubicBezTo>
                  <a:pt x="3304753" y="45769"/>
                  <a:pt x="3318630" y="54274"/>
                  <a:pt x="3331164" y="62332"/>
                </a:cubicBezTo>
                <a:cubicBezTo>
                  <a:pt x="3367871" y="58303"/>
                  <a:pt x="3405921" y="53827"/>
                  <a:pt x="3437257" y="50245"/>
                </a:cubicBezTo>
                <a:cubicBezTo>
                  <a:pt x="3448896" y="70390"/>
                  <a:pt x="3456954" y="88743"/>
                  <a:pt x="3469488" y="103068"/>
                </a:cubicBezTo>
                <a:cubicBezTo>
                  <a:pt x="3472174" y="106202"/>
                  <a:pt x="3490080" y="95010"/>
                  <a:pt x="3501719" y="91877"/>
                </a:cubicBezTo>
                <a:cubicBezTo>
                  <a:pt x="3509776" y="89639"/>
                  <a:pt x="3518729" y="86953"/>
                  <a:pt x="3526339" y="88743"/>
                </a:cubicBezTo>
                <a:cubicBezTo>
                  <a:pt x="3580505" y="100830"/>
                  <a:pt x="3633775" y="117840"/>
                  <a:pt x="3688389" y="125898"/>
                </a:cubicBezTo>
                <a:cubicBezTo>
                  <a:pt x="3721067" y="130822"/>
                  <a:pt x="3755536" y="121869"/>
                  <a:pt x="3789110" y="119183"/>
                </a:cubicBezTo>
                <a:cubicBezTo>
                  <a:pt x="3798511" y="118288"/>
                  <a:pt x="3811045" y="113364"/>
                  <a:pt x="3816864" y="117393"/>
                </a:cubicBezTo>
                <a:cubicBezTo>
                  <a:pt x="3862525" y="147833"/>
                  <a:pt x="3914004" y="133061"/>
                  <a:pt x="3962798" y="136642"/>
                </a:cubicBezTo>
                <a:cubicBezTo>
                  <a:pt x="3965037" y="136642"/>
                  <a:pt x="3969513" y="134404"/>
                  <a:pt x="3969513" y="134851"/>
                </a:cubicBezTo>
                <a:cubicBezTo>
                  <a:pt x="3993686" y="175587"/>
                  <a:pt x="4027260" y="138432"/>
                  <a:pt x="4059938" y="142461"/>
                </a:cubicBezTo>
                <a:cubicBezTo>
                  <a:pt x="4053224" y="154548"/>
                  <a:pt x="4048747" y="163053"/>
                  <a:pt x="4044271" y="172006"/>
                </a:cubicBezTo>
                <a:cubicBezTo>
                  <a:pt x="4080978" y="172901"/>
                  <a:pt x="4086350" y="181854"/>
                  <a:pt x="4070234" y="214533"/>
                </a:cubicBezTo>
                <a:cubicBezTo>
                  <a:pt x="4085902" y="216771"/>
                  <a:pt x="4103360" y="215428"/>
                  <a:pt x="4116790" y="221695"/>
                </a:cubicBezTo>
                <a:cubicBezTo>
                  <a:pt x="4140963" y="233334"/>
                  <a:pt x="4140515" y="264670"/>
                  <a:pt x="4119028" y="280785"/>
                </a:cubicBezTo>
                <a:cubicBezTo>
                  <a:pt x="4105598" y="290633"/>
                  <a:pt x="4093064" y="302272"/>
                  <a:pt x="4083216" y="315254"/>
                </a:cubicBezTo>
                <a:cubicBezTo>
                  <a:pt x="4080083" y="319283"/>
                  <a:pt x="4084559" y="331817"/>
                  <a:pt x="4088588" y="338532"/>
                </a:cubicBezTo>
                <a:cubicBezTo>
                  <a:pt x="4094407" y="347485"/>
                  <a:pt x="4102913" y="354647"/>
                  <a:pt x="4114551" y="367629"/>
                </a:cubicBezTo>
                <a:cubicBezTo>
                  <a:pt x="4131115" y="370315"/>
                  <a:pt x="4156183" y="351962"/>
                  <a:pt x="4179013" y="383745"/>
                </a:cubicBezTo>
                <a:cubicBezTo>
                  <a:pt x="4189309" y="398069"/>
                  <a:pt x="4231836" y="389116"/>
                  <a:pt x="4260038" y="391355"/>
                </a:cubicBezTo>
                <a:cubicBezTo>
                  <a:pt x="4284211" y="393593"/>
                  <a:pt x="4303012" y="402994"/>
                  <a:pt x="4322261" y="421347"/>
                </a:cubicBezTo>
                <a:cubicBezTo>
                  <a:pt x="4343749" y="441492"/>
                  <a:pt x="4375532" y="451787"/>
                  <a:pt x="4404181" y="462531"/>
                </a:cubicBezTo>
                <a:cubicBezTo>
                  <a:pt x="4456556" y="481780"/>
                  <a:pt x="4509827" y="498791"/>
                  <a:pt x="4563097" y="514906"/>
                </a:cubicBezTo>
                <a:cubicBezTo>
                  <a:pt x="4591747" y="523412"/>
                  <a:pt x="4621739" y="527888"/>
                  <a:pt x="4658446" y="535498"/>
                </a:cubicBezTo>
                <a:cubicBezTo>
                  <a:pt x="4655761" y="543556"/>
                  <a:pt x="4655313" y="561014"/>
                  <a:pt x="4646808" y="566834"/>
                </a:cubicBezTo>
                <a:cubicBezTo>
                  <a:pt x="4635169" y="574891"/>
                  <a:pt x="4615025" y="579815"/>
                  <a:pt x="4602490" y="575339"/>
                </a:cubicBezTo>
                <a:cubicBezTo>
                  <a:pt x="4535791" y="551613"/>
                  <a:pt x="4470433" y="524754"/>
                  <a:pt x="4405077" y="498343"/>
                </a:cubicBezTo>
                <a:cubicBezTo>
                  <a:pt x="4369265" y="483571"/>
                  <a:pt x="4335691" y="463426"/>
                  <a:pt x="4298984" y="452683"/>
                </a:cubicBezTo>
                <a:cubicBezTo>
                  <a:pt x="4266305" y="442834"/>
                  <a:pt x="4227807" y="449997"/>
                  <a:pt x="4197367" y="436567"/>
                </a:cubicBezTo>
                <a:cubicBezTo>
                  <a:pt x="4149021" y="415528"/>
                  <a:pt x="4101122" y="418214"/>
                  <a:pt x="4051880" y="418661"/>
                </a:cubicBezTo>
                <a:cubicBezTo>
                  <a:pt x="4046509" y="418661"/>
                  <a:pt x="4041137" y="422243"/>
                  <a:pt x="4026812" y="427167"/>
                </a:cubicBezTo>
                <a:cubicBezTo>
                  <a:pt x="4046509" y="440596"/>
                  <a:pt x="4059491" y="456264"/>
                  <a:pt x="4074711" y="458950"/>
                </a:cubicBezTo>
                <a:cubicBezTo>
                  <a:pt x="4106046" y="464769"/>
                  <a:pt x="4133353" y="479542"/>
                  <a:pt x="4168717" y="479989"/>
                </a:cubicBezTo>
                <a:cubicBezTo>
                  <a:pt x="4214378" y="479989"/>
                  <a:pt x="4269439" y="462531"/>
                  <a:pt x="4308384" y="515801"/>
                </a:cubicBezTo>
                <a:cubicBezTo>
                  <a:pt x="4323604" y="536393"/>
                  <a:pt x="4351806" y="562357"/>
                  <a:pt x="4391200" y="551166"/>
                </a:cubicBezTo>
                <a:cubicBezTo>
                  <a:pt x="4405524" y="547137"/>
                  <a:pt x="4425221" y="555195"/>
                  <a:pt x="4440441" y="562357"/>
                </a:cubicBezTo>
                <a:cubicBezTo>
                  <a:pt x="4485654" y="582501"/>
                  <a:pt x="4533552" y="595931"/>
                  <a:pt x="4573393" y="629505"/>
                </a:cubicBezTo>
                <a:cubicBezTo>
                  <a:pt x="4593537" y="646515"/>
                  <a:pt x="4625768" y="648754"/>
                  <a:pt x="4651732" y="659049"/>
                </a:cubicBezTo>
                <a:cubicBezTo>
                  <a:pt x="4682620" y="671136"/>
                  <a:pt x="4712165" y="690833"/>
                  <a:pt x="4743948" y="695757"/>
                </a:cubicBezTo>
                <a:cubicBezTo>
                  <a:pt x="4815124" y="706948"/>
                  <a:pt x="4854070" y="776334"/>
                  <a:pt x="4920322" y="789316"/>
                </a:cubicBezTo>
                <a:cubicBezTo>
                  <a:pt x="4962401" y="797821"/>
                  <a:pt x="5004928" y="829157"/>
                  <a:pt x="5052826" y="794240"/>
                </a:cubicBezTo>
                <a:cubicBezTo>
                  <a:pt x="5067151" y="783496"/>
                  <a:pt x="5098039" y="791554"/>
                  <a:pt x="5119974" y="796478"/>
                </a:cubicBezTo>
                <a:cubicBezTo>
                  <a:pt x="5129822" y="798716"/>
                  <a:pt x="5140118" y="814384"/>
                  <a:pt x="5143252" y="826023"/>
                </a:cubicBezTo>
                <a:cubicBezTo>
                  <a:pt x="5145042" y="832290"/>
                  <a:pt x="5133403" y="843929"/>
                  <a:pt x="5126241" y="851091"/>
                </a:cubicBezTo>
                <a:cubicBezTo>
                  <a:pt x="5118631" y="858254"/>
                  <a:pt x="5108782" y="862730"/>
                  <a:pt x="5098487" y="869893"/>
                </a:cubicBezTo>
                <a:cubicBezTo>
                  <a:pt x="5145490" y="895856"/>
                  <a:pt x="5148176" y="895409"/>
                  <a:pt x="5197865" y="845720"/>
                </a:cubicBezTo>
                <a:cubicBezTo>
                  <a:pt x="5224276" y="867207"/>
                  <a:pt x="5259641" y="868997"/>
                  <a:pt x="5284262" y="904362"/>
                </a:cubicBezTo>
                <a:cubicBezTo>
                  <a:pt x="5307987" y="938383"/>
                  <a:pt x="5321416" y="963899"/>
                  <a:pt x="5298586" y="1007321"/>
                </a:cubicBezTo>
                <a:cubicBezTo>
                  <a:pt x="5323654" y="1005531"/>
                  <a:pt x="5342904" y="1000607"/>
                  <a:pt x="5360362" y="1003740"/>
                </a:cubicBezTo>
                <a:cubicBezTo>
                  <a:pt x="5412737" y="1013588"/>
                  <a:pt x="5443625" y="1060144"/>
                  <a:pt x="5488390" y="1083870"/>
                </a:cubicBezTo>
                <a:cubicBezTo>
                  <a:pt x="5496000" y="1087898"/>
                  <a:pt x="5501819" y="1095061"/>
                  <a:pt x="5509877" y="1098194"/>
                </a:cubicBezTo>
                <a:cubicBezTo>
                  <a:pt x="5531364" y="1107595"/>
                  <a:pt x="5562252" y="1111624"/>
                  <a:pt x="5528678" y="1143855"/>
                </a:cubicBezTo>
                <a:cubicBezTo>
                  <a:pt x="5527783" y="1144750"/>
                  <a:pt x="5540317" y="1166237"/>
                  <a:pt x="5548375" y="1168028"/>
                </a:cubicBezTo>
                <a:cubicBezTo>
                  <a:pt x="5567176" y="1171609"/>
                  <a:pt x="5587320" y="1169371"/>
                  <a:pt x="5611494" y="1169371"/>
                </a:cubicBezTo>
                <a:cubicBezTo>
                  <a:pt x="5610151" y="1194887"/>
                  <a:pt x="5609255" y="1216822"/>
                  <a:pt x="5608360" y="1241442"/>
                </a:cubicBezTo>
                <a:cubicBezTo>
                  <a:pt x="5615075" y="1241890"/>
                  <a:pt x="5623132" y="1242785"/>
                  <a:pt x="5629400" y="1243233"/>
                </a:cubicBezTo>
                <a:cubicBezTo>
                  <a:pt x="5627609" y="1256662"/>
                  <a:pt x="5625371" y="1272330"/>
                  <a:pt x="5623132" y="1287103"/>
                </a:cubicBezTo>
                <a:cubicBezTo>
                  <a:pt x="5627161" y="1287998"/>
                  <a:pt x="5630295" y="1289789"/>
                  <a:pt x="5632085" y="1289341"/>
                </a:cubicBezTo>
                <a:cubicBezTo>
                  <a:pt x="5649544" y="1282179"/>
                  <a:pt x="5673270" y="1264273"/>
                  <a:pt x="5683118" y="1270092"/>
                </a:cubicBezTo>
                <a:cubicBezTo>
                  <a:pt x="5708634" y="1284417"/>
                  <a:pt x="5729226" y="1308590"/>
                  <a:pt x="5748027" y="1331868"/>
                </a:cubicBezTo>
                <a:cubicBezTo>
                  <a:pt x="5751608" y="1336344"/>
                  <a:pt x="5738179" y="1355145"/>
                  <a:pt x="5730121" y="1372604"/>
                </a:cubicBezTo>
                <a:cubicBezTo>
                  <a:pt x="5745789" y="1374395"/>
                  <a:pt x="5764590" y="1376185"/>
                  <a:pt x="5783391" y="1378423"/>
                </a:cubicBezTo>
                <a:cubicBezTo>
                  <a:pt x="5783391" y="1381557"/>
                  <a:pt x="5783839" y="1384690"/>
                  <a:pt x="5783839" y="1387824"/>
                </a:cubicBezTo>
                <a:cubicBezTo>
                  <a:pt x="5774438" y="1390957"/>
                  <a:pt x="5765485" y="1394539"/>
                  <a:pt x="5752503" y="1399015"/>
                </a:cubicBezTo>
                <a:cubicBezTo>
                  <a:pt x="5761456" y="1405282"/>
                  <a:pt x="5767724" y="1412445"/>
                  <a:pt x="5774438" y="1413340"/>
                </a:cubicBezTo>
                <a:cubicBezTo>
                  <a:pt x="5810250" y="1418712"/>
                  <a:pt x="5838452" y="1437513"/>
                  <a:pt x="5861283" y="1463477"/>
                </a:cubicBezTo>
                <a:cubicBezTo>
                  <a:pt x="5872026" y="1475563"/>
                  <a:pt x="5872474" y="1497051"/>
                  <a:pt x="5884113" y="1507794"/>
                </a:cubicBezTo>
                <a:cubicBezTo>
                  <a:pt x="5912314" y="1533758"/>
                  <a:pt x="5939173" y="1558826"/>
                  <a:pt x="5939621" y="1601353"/>
                </a:cubicBezTo>
                <a:cubicBezTo>
                  <a:pt x="5939621" y="1606277"/>
                  <a:pt x="5950813" y="1609858"/>
                  <a:pt x="5954841" y="1615678"/>
                </a:cubicBezTo>
                <a:cubicBezTo>
                  <a:pt x="5973643" y="1640299"/>
                  <a:pt x="5991996" y="1665815"/>
                  <a:pt x="6010797" y="1690883"/>
                </a:cubicBezTo>
                <a:cubicBezTo>
                  <a:pt x="6020646" y="1704313"/>
                  <a:pt x="6030942" y="1717294"/>
                  <a:pt x="6041685" y="1730724"/>
                </a:cubicBezTo>
                <a:cubicBezTo>
                  <a:pt x="6044819" y="1734305"/>
                  <a:pt x="6049743" y="1736991"/>
                  <a:pt x="6052429" y="1741020"/>
                </a:cubicBezTo>
                <a:cubicBezTo>
                  <a:pt x="6069440" y="1771908"/>
                  <a:pt x="6089136" y="1801453"/>
                  <a:pt x="6101223" y="1834131"/>
                </a:cubicBezTo>
                <a:cubicBezTo>
                  <a:pt x="6106147" y="1848008"/>
                  <a:pt x="6093613" y="1867705"/>
                  <a:pt x="6089136" y="1884268"/>
                </a:cubicBezTo>
                <a:cubicBezTo>
                  <a:pt x="6151360" y="1904860"/>
                  <a:pt x="6181800" y="1954101"/>
                  <a:pt x="6192544" y="2020354"/>
                </a:cubicBezTo>
                <a:cubicBezTo>
                  <a:pt x="6175980" y="2036917"/>
                  <a:pt x="6144645" y="2046317"/>
                  <a:pt x="6158522" y="2082577"/>
                </a:cubicBezTo>
                <a:cubicBezTo>
                  <a:pt x="6160313" y="2087053"/>
                  <a:pt x="6135692" y="2101826"/>
                  <a:pt x="6130768" y="2105855"/>
                </a:cubicBezTo>
                <a:cubicBezTo>
                  <a:pt x="6153598" y="2123313"/>
                  <a:pt x="6181800" y="2135400"/>
                  <a:pt x="6193886" y="2156887"/>
                </a:cubicBezTo>
                <a:cubicBezTo>
                  <a:pt x="6201944" y="2171212"/>
                  <a:pt x="6186724" y="2198966"/>
                  <a:pt x="6180904" y="2224034"/>
                </a:cubicBezTo>
                <a:cubicBezTo>
                  <a:pt x="6214031" y="2232092"/>
                  <a:pt x="6206421" y="2266114"/>
                  <a:pt x="6210002" y="2294763"/>
                </a:cubicBezTo>
                <a:cubicBezTo>
                  <a:pt x="6211345" y="2304164"/>
                  <a:pt x="6213136" y="2313117"/>
                  <a:pt x="6214478" y="2322517"/>
                </a:cubicBezTo>
                <a:cubicBezTo>
                  <a:pt x="6218955" y="2356539"/>
                  <a:pt x="6244471" y="2368625"/>
                  <a:pt x="6272225" y="2375340"/>
                </a:cubicBezTo>
                <a:cubicBezTo>
                  <a:pt x="6262377" y="2406676"/>
                  <a:pt x="6253424" y="2434430"/>
                  <a:pt x="6246262" y="2456365"/>
                </a:cubicBezTo>
                <a:cubicBezTo>
                  <a:pt x="6267749" y="2479195"/>
                  <a:pt x="6289684" y="2493520"/>
                  <a:pt x="6299532" y="2514112"/>
                </a:cubicBezTo>
                <a:cubicBezTo>
                  <a:pt x="6313857" y="2544552"/>
                  <a:pt x="6317886" y="2579469"/>
                  <a:pt x="6330420" y="2610804"/>
                </a:cubicBezTo>
                <a:cubicBezTo>
                  <a:pt x="6338478" y="2630501"/>
                  <a:pt x="6354145" y="2647064"/>
                  <a:pt x="6366232" y="2664970"/>
                </a:cubicBezTo>
                <a:cubicBezTo>
                  <a:pt x="6335792" y="2687352"/>
                  <a:pt x="6335792" y="2691829"/>
                  <a:pt x="6372051" y="2719135"/>
                </a:cubicBezTo>
                <a:cubicBezTo>
                  <a:pt x="6353698" y="2744652"/>
                  <a:pt x="6353250" y="2767482"/>
                  <a:pt x="6375185" y="2795684"/>
                </a:cubicBezTo>
                <a:cubicBezTo>
                  <a:pt x="6389957" y="2814485"/>
                  <a:pt x="6395329" y="2845373"/>
                  <a:pt x="6394881" y="2870441"/>
                </a:cubicBezTo>
                <a:cubicBezTo>
                  <a:pt x="6393986" y="2904015"/>
                  <a:pt x="6412340" y="2912520"/>
                  <a:pt x="6446361" y="2916549"/>
                </a:cubicBezTo>
                <a:cubicBezTo>
                  <a:pt x="6432484" y="2926845"/>
                  <a:pt x="6424874" y="2933112"/>
                  <a:pt x="6414578" y="2940722"/>
                </a:cubicBezTo>
                <a:cubicBezTo>
                  <a:pt x="6420397" y="2948780"/>
                  <a:pt x="6426217" y="2957285"/>
                  <a:pt x="6432484" y="2965791"/>
                </a:cubicBezTo>
                <a:cubicBezTo>
                  <a:pt x="6429798" y="2965343"/>
                  <a:pt x="6426664" y="2964895"/>
                  <a:pt x="6423979" y="2964895"/>
                </a:cubicBezTo>
                <a:cubicBezTo>
                  <a:pt x="6420845" y="2986383"/>
                  <a:pt x="6412340" y="3009213"/>
                  <a:pt x="6416369" y="3029357"/>
                </a:cubicBezTo>
                <a:cubicBezTo>
                  <a:pt x="6418607" y="3041891"/>
                  <a:pt x="6439646" y="3050396"/>
                  <a:pt x="6458000" y="3065169"/>
                </a:cubicBezTo>
                <a:cubicBezTo>
                  <a:pt x="6449047" y="3072331"/>
                  <a:pt x="6436961" y="3081732"/>
                  <a:pt x="6428008" y="3088895"/>
                </a:cubicBezTo>
                <a:cubicBezTo>
                  <a:pt x="6426664" y="3103667"/>
                  <a:pt x="6427112" y="3119335"/>
                  <a:pt x="6423979" y="3135002"/>
                </a:cubicBezTo>
                <a:cubicBezTo>
                  <a:pt x="6414578" y="3182901"/>
                  <a:pt x="6432037" y="3207969"/>
                  <a:pt x="6473668" y="3201255"/>
                </a:cubicBezTo>
                <a:cubicBezTo>
                  <a:pt x="6483964" y="3199464"/>
                  <a:pt x="6492917" y="3187825"/>
                  <a:pt x="6504556" y="3179320"/>
                </a:cubicBezTo>
                <a:cubicBezTo>
                  <a:pt x="6508137" y="3186930"/>
                  <a:pt x="6513061" y="3198569"/>
                  <a:pt x="6522014" y="3217818"/>
                </a:cubicBezTo>
                <a:cubicBezTo>
                  <a:pt x="6492469" y="3221847"/>
                  <a:pt x="6467400" y="3224980"/>
                  <a:pt x="6436065" y="3229009"/>
                </a:cubicBezTo>
                <a:cubicBezTo>
                  <a:pt x="6440094" y="3248706"/>
                  <a:pt x="6438751" y="3283175"/>
                  <a:pt x="6450838" y="3288994"/>
                </a:cubicBezTo>
                <a:cubicBezTo>
                  <a:pt x="6467400" y="3297052"/>
                  <a:pt x="6494259" y="3283175"/>
                  <a:pt x="6517538" y="3278251"/>
                </a:cubicBezTo>
                <a:cubicBezTo>
                  <a:pt x="6513509" y="3321673"/>
                  <a:pt x="6509032" y="3361513"/>
                  <a:pt x="6506794" y="3401354"/>
                </a:cubicBezTo>
                <a:cubicBezTo>
                  <a:pt x="6505899" y="3413888"/>
                  <a:pt x="6509480" y="3427318"/>
                  <a:pt x="6513956" y="3438957"/>
                </a:cubicBezTo>
                <a:cubicBezTo>
                  <a:pt x="6530071" y="3481484"/>
                  <a:pt x="6519776" y="3502971"/>
                  <a:pt x="6476802" y="3513714"/>
                </a:cubicBezTo>
                <a:cubicBezTo>
                  <a:pt x="6443675" y="3521772"/>
                  <a:pt x="6428455" y="3547736"/>
                  <a:pt x="6437408" y="3581310"/>
                </a:cubicBezTo>
                <a:cubicBezTo>
                  <a:pt x="6442780" y="3601454"/>
                  <a:pt x="6455762" y="3600111"/>
                  <a:pt x="6471877" y="3595635"/>
                </a:cubicBezTo>
                <a:cubicBezTo>
                  <a:pt x="6482173" y="3592949"/>
                  <a:pt x="6495155" y="3591158"/>
                  <a:pt x="6504556" y="3594739"/>
                </a:cubicBezTo>
                <a:cubicBezTo>
                  <a:pt x="6509480" y="3596977"/>
                  <a:pt x="6513956" y="3616674"/>
                  <a:pt x="6510375" y="3619808"/>
                </a:cubicBezTo>
                <a:cubicBezTo>
                  <a:pt x="6501422" y="3627865"/>
                  <a:pt x="6488440" y="3632789"/>
                  <a:pt x="6476353" y="3635923"/>
                </a:cubicBezTo>
                <a:cubicBezTo>
                  <a:pt x="6467400" y="3638161"/>
                  <a:pt x="6457105" y="3635475"/>
                  <a:pt x="6444123" y="3634580"/>
                </a:cubicBezTo>
                <a:cubicBezTo>
                  <a:pt x="6458000" y="3669497"/>
                  <a:pt x="6401149" y="3702623"/>
                  <a:pt x="6448152" y="3740673"/>
                </a:cubicBezTo>
                <a:cubicBezTo>
                  <a:pt x="6450838" y="3732615"/>
                  <a:pt x="6451285" y="3723662"/>
                  <a:pt x="6455762" y="3719633"/>
                </a:cubicBezTo>
                <a:cubicBezTo>
                  <a:pt x="6460238" y="3715605"/>
                  <a:pt x="6470087" y="3713367"/>
                  <a:pt x="6475011" y="3715605"/>
                </a:cubicBezTo>
                <a:cubicBezTo>
                  <a:pt x="6482173" y="3718738"/>
                  <a:pt x="6489783" y="3725901"/>
                  <a:pt x="6492469" y="3733063"/>
                </a:cubicBezTo>
                <a:cubicBezTo>
                  <a:pt x="6493812" y="3736644"/>
                  <a:pt x="6487545" y="3746940"/>
                  <a:pt x="6482173" y="3749626"/>
                </a:cubicBezTo>
                <a:cubicBezTo>
                  <a:pt x="6469191" y="3755893"/>
                  <a:pt x="6453971" y="3757236"/>
                  <a:pt x="6441437" y="3763951"/>
                </a:cubicBezTo>
                <a:cubicBezTo>
                  <a:pt x="6404282" y="3783648"/>
                  <a:pt x="6406968" y="3821250"/>
                  <a:pt x="6408311" y="3854376"/>
                </a:cubicBezTo>
                <a:cubicBezTo>
                  <a:pt x="6408758" y="3865120"/>
                  <a:pt x="6430693" y="3876311"/>
                  <a:pt x="6444123" y="3885712"/>
                </a:cubicBezTo>
                <a:cubicBezTo>
                  <a:pt x="6458000" y="3895112"/>
                  <a:pt x="6489783" y="3892427"/>
                  <a:pt x="6478144" y="3917495"/>
                </a:cubicBezTo>
                <a:cubicBezTo>
                  <a:pt x="6470982" y="3933163"/>
                  <a:pt x="6443675" y="3939877"/>
                  <a:pt x="6425322" y="3950621"/>
                </a:cubicBezTo>
                <a:cubicBezTo>
                  <a:pt x="6420397" y="3946592"/>
                  <a:pt x="6415026" y="3943011"/>
                  <a:pt x="6410102" y="3938982"/>
                </a:cubicBezTo>
                <a:cubicBezTo>
                  <a:pt x="6399358" y="3979271"/>
                  <a:pt x="6387719" y="4019111"/>
                  <a:pt x="6379214" y="4059848"/>
                </a:cubicBezTo>
                <a:cubicBezTo>
                  <a:pt x="6377870" y="4066115"/>
                  <a:pt x="6391300" y="4079992"/>
                  <a:pt x="6399805" y="4082230"/>
                </a:cubicBezTo>
                <a:cubicBezTo>
                  <a:pt x="6423531" y="4088497"/>
                  <a:pt x="6426664" y="4098346"/>
                  <a:pt x="6415921" y="4119385"/>
                </a:cubicBezTo>
                <a:cubicBezTo>
                  <a:pt x="6408758" y="4133262"/>
                  <a:pt x="6407416" y="4149378"/>
                  <a:pt x="6402491" y="4164150"/>
                </a:cubicBezTo>
                <a:cubicBezTo>
                  <a:pt x="6399805" y="4173103"/>
                  <a:pt x="6395329" y="4182056"/>
                  <a:pt x="6387272" y="4188323"/>
                </a:cubicBezTo>
                <a:cubicBezTo>
                  <a:pt x="6387272" y="4165941"/>
                  <a:pt x="6387272" y="4143558"/>
                  <a:pt x="6387272" y="4120280"/>
                </a:cubicBezTo>
                <a:cubicBezTo>
                  <a:pt x="6348326" y="4145796"/>
                  <a:pt x="6335344" y="4237565"/>
                  <a:pt x="6363098" y="4255023"/>
                </a:cubicBezTo>
                <a:cubicBezTo>
                  <a:pt x="6353250" y="4262633"/>
                  <a:pt x="6342058" y="4271139"/>
                  <a:pt x="6327734" y="4282778"/>
                </a:cubicBezTo>
                <a:cubicBezTo>
                  <a:pt x="6344297" y="4292178"/>
                  <a:pt x="6354593" y="4298445"/>
                  <a:pt x="6368022" y="4306055"/>
                </a:cubicBezTo>
                <a:cubicBezTo>
                  <a:pt x="6356831" y="4312770"/>
                  <a:pt x="6346983" y="4318590"/>
                  <a:pt x="6341611" y="4322171"/>
                </a:cubicBezTo>
                <a:cubicBezTo>
                  <a:pt x="6351011" y="4336943"/>
                  <a:pt x="6369366" y="4352611"/>
                  <a:pt x="6368917" y="4367383"/>
                </a:cubicBezTo>
                <a:cubicBezTo>
                  <a:pt x="6368470" y="4382156"/>
                  <a:pt x="6351907" y="4400957"/>
                  <a:pt x="6337582" y="4409463"/>
                </a:cubicBezTo>
                <a:cubicBezTo>
                  <a:pt x="6324152" y="4417520"/>
                  <a:pt x="6304008" y="4415282"/>
                  <a:pt x="6278940" y="4418416"/>
                </a:cubicBezTo>
                <a:cubicBezTo>
                  <a:pt x="6299532" y="4431397"/>
                  <a:pt x="6313409" y="4439455"/>
                  <a:pt x="6336687" y="4454228"/>
                </a:cubicBezTo>
                <a:cubicBezTo>
                  <a:pt x="6316990" y="4471238"/>
                  <a:pt x="6303113" y="4486458"/>
                  <a:pt x="6286550" y="4496754"/>
                </a:cubicBezTo>
                <a:cubicBezTo>
                  <a:pt x="6264615" y="4510184"/>
                  <a:pt x="6265063" y="4526747"/>
                  <a:pt x="6275359" y="4545548"/>
                </a:cubicBezTo>
                <a:cubicBezTo>
                  <a:pt x="6278940" y="4552711"/>
                  <a:pt x="6286998" y="4557187"/>
                  <a:pt x="6292369" y="4562559"/>
                </a:cubicBezTo>
                <a:cubicBezTo>
                  <a:pt x="6278045" y="4580465"/>
                  <a:pt x="6264168" y="4597028"/>
                  <a:pt x="6253424" y="4610010"/>
                </a:cubicBezTo>
                <a:cubicBezTo>
                  <a:pt x="6238204" y="4608667"/>
                  <a:pt x="6222984" y="4606876"/>
                  <a:pt x="6207763" y="4606876"/>
                </a:cubicBezTo>
                <a:cubicBezTo>
                  <a:pt x="6205973" y="4606876"/>
                  <a:pt x="6201944" y="4624334"/>
                  <a:pt x="6203287" y="4624782"/>
                </a:cubicBezTo>
                <a:cubicBezTo>
                  <a:pt x="6213136" y="4628811"/>
                  <a:pt x="6223431" y="4631497"/>
                  <a:pt x="6239547" y="4635974"/>
                </a:cubicBezTo>
                <a:cubicBezTo>
                  <a:pt x="6246262" y="4639555"/>
                  <a:pt x="6210450" y="4670443"/>
                  <a:pt x="6243575" y="4661937"/>
                </a:cubicBezTo>
                <a:cubicBezTo>
                  <a:pt x="6238651" y="4688349"/>
                  <a:pt x="6235518" y="4714312"/>
                  <a:pt x="6227908" y="4738485"/>
                </a:cubicBezTo>
                <a:cubicBezTo>
                  <a:pt x="6222984" y="4753705"/>
                  <a:pt x="6211345" y="4767135"/>
                  <a:pt x="6197468" y="4790413"/>
                </a:cubicBezTo>
                <a:cubicBezTo>
                  <a:pt x="6198810" y="4818615"/>
                  <a:pt x="6186277" y="4852188"/>
                  <a:pt x="6154493" y="4879495"/>
                </a:cubicBezTo>
                <a:cubicBezTo>
                  <a:pt x="6139721" y="4892477"/>
                  <a:pt x="6130768" y="4911279"/>
                  <a:pt x="6119577" y="4927841"/>
                </a:cubicBezTo>
                <a:cubicBezTo>
                  <a:pt x="6094956" y="4963653"/>
                  <a:pt x="6070783" y="4999913"/>
                  <a:pt x="6045267" y="5035277"/>
                </a:cubicBezTo>
                <a:cubicBezTo>
                  <a:pt x="6040790" y="5041545"/>
                  <a:pt x="6030942" y="5047364"/>
                  <a:pt x="6023332" y="5047364"/>
                </a:cubicBezTo>
                <a:cubicBezTo>
                  <a:pt x="5990653" y="5047364"/>
                  <a:pt x="5987520" y="5059898"/>
                  <a:pt x="6001397" y="5086310"/>
                </a:cubicBezTo>
                <a:cubicBezTo>
                  <a:pt x="6004978" y="5093024"/>
                  <a:pt x="5999159" y="5109140"/>
                  <a:pt x="5992444" y="5114959"/>
                </a:cubicBezTo>
                <a:cubicBezTo>
                  <a:pt x="5987072" y="5119436"/>
                  <a:pt x="5973643" y="5114064"/>
                  <a:pt x="5964242" y="5113616"/>
                </a:cubicBezTo>
                <a:cubicBezTo>
                  <a:pt x="5951708" y="5113616"/>
                  <a:pt x="5939621" y="5114511"/>
                  <a:pt x="5917686" y="5115854"/>
                </a:cubicBezTo>
                <a:cubicBezTo>
                  <a:pt x="5962451" y="5155248"/>
                  <a:pt x="5962004" y="5163305"/>
                  <a:pt x="5923954" y="5193746"/>
                </a:cubicBezTo>
                <a:cubicBezTo>
                  <a:pt x="5917686" y="5198670"/>
                  <a:pt x="5915448" y="5208070"/>
                  <a:pt x="5910972" y="5214785"/>
                </a:cubicBezTo>
                <a:cubicBezTo>
                  <a:pt x="5887694" y="5250149"/>
                  <a:pt x="5866207" y="5285961"/>
                  <a:pt x="5840690" y="5319535"/>
                </a:cubicBezTo>
                <a:cubicBezTo>
                  <a:pt x="5833080" y="5329383"/>
                  <a:pt x="5814727" y="5330279"/>
                  <a:pt x="5805774" y="5333412"/>
                </a:cubicBezTo>
                <a:cubicBezTo>
                  <a:pt x="5799954" y="5354452"/>
                  <a:pt x="5794583" y="5371463"/>
                  <a:pt x="5789659" y="5388473"/>
                </a:cubicBezTo>
                <a:cubicBezTo>
                  <a:pt x="5783391" y="5388026"/>
                  <a:pt x="5777572" y="5387130"/>
                  <a:pt x="5771305" y="5386683"/>
                </a:cubicBezTo>
                <a:cubicBezTo>
                  <a:pt x="5769962" y="5370120"/>
                  <a:pt x="5768619" y="5353109"/>
                  <a:pt x="5767276" y="5338784"/>
                </a:cubicBezTo>
                <a:cubicBezTo>
                  <a:pt x="5753847" y="5345947"/>
                  <a:pt x="5717139" y="5347737"/>
                  <a:pt x="5752951" y="5387578"/>
                </a:cubicBezTo>
                <a:cubicBezTo>
                  <a:pt x="5759218" y="5394741"/>
                  <a:pt x="5745341" y="5420257"/>
                  <a:pt x="5741760" y="5433686"/>
                </a:cubicBezTo>
                <a:cubicBezTo>
                  <a:pt x="5719377" y="5427419"/>
                  <a:pt x="5702367" y="5422495"/>
                  <a:pt x="5685356" y="5418018"/>
                </a:cubicBezTo>
                <a:cubicBezTo>
                  <a:pt x="5716691" y="5461888"/>
                  <a:pt x="5715348" y="5465917"/>
                  <a:pt x="5672374" y="5480689"/>
                </a:cubicBezTo>
                <a:cubicBezTo>
                  <a:pt x="5661183" y="5507996"/>
                  <a:pt x="5651335" y="5530826"/>
                  <a:pt x="5642829" y="5550970"/>
                </a:cubicBezTo>
                <a:cubicBezTo>
                  <a:pt x="5619552" y="5536198"/>
                  <a:pt x="5604331" y="5526349"/>
                  <a:pt x="5592693" y="5518740"/>
                </a:cubicBezTo>
                <a:cubicBezTo>
                  <a:pt x="5575682" y="5545599"/>
                  <a:pt x="5560461" y="5567981"/>
                  <a:pt x="5547928" y="5591707"/>
                </a:cubicBezTo>
                <a:cubicBezTo>
                  <a:pt x="5542555" y="5601555"/>
                  <a:pt x="5542108" y="5614537"/>
                  <a:pt x="5542108" y="5626176"/>
                </a:cubicBezTo>
                <a:cubicBezTo>
                  <a:pt x="5541660" y="5651691"/>
                  <a:pt x="5524202" y="5666017"/>
                  <a:pt x="5500029" y="5659749"/>
                </a:cubicBezTo>
                <a:cubicBezTo>
                  <a:pt x="5486152" y="5656168"/>
                  <a:pt x="5468246" y="5647215"/>
                  <a:pt x="5458845" y="5652140"/>
                </a:cubicBezTo>
                <a:cubicBezTo>
                  <a:pt x="5438253" y="5663778"/>
                  <a:pt x="5421690" y="5682579"/>
                  <a:pt x="5404680" y="5700038"/>
                </a:cubicBezTo>
                <a:cubicBezTo>
                  <a:pt x="5403336" y="5701381"/>
                  <a:pt x="5410499" y="5715706"/>
                  <a:pt x="5416318" y="5718391"/>
                </a:cubicBezTo>
                <a:cubicBezTo>
                  <a:pt x="5423481" y="5721973"/>
                  <a:pt x="5435119" y="5716601"/>
                  <a:pt x="5441387" y="5720630"/>
                </a:cubicBezTo>
                <a:cubicBezTo>
                  <a:pt x="5448996" y="5725554"/>
                  <a:pt x="5453025" y="5735850"/>
                  <a:pt x="5458845" y="5744355"/>
                </a:cubicBezTo>
                <a:cubicBezTo>
                  <a:pt x="5438253" y="5757337"/>
                  <a:pt x="5419004" y="5772557"/>
                  <a:pt x="5397069" y="5781510"/>
                </a:cubicBezTo>
                <a:cubicBezTo>
                  <a:pt x="5388116" y="5785091"/>
                  <a:pt x="5373792" y="5774348"/>
                  <a:pt x="5354542" y="5767185"/>
                </a:cubicBezTo>
                <a:cubicBezTo>
                  <a:pt x="5349618" y="5773005"/>
                  <a:pt x="5338875" y="5783301"/>
                  <a:pt x="5330369" y="5795835"/>
                </a:cubicBezTo>
                <a:cubicBezTo>
                  <a:pt x="5312016" y="5822694"/>
                  <a:pt x="5295453" y="5850001"/>
                  <a:pt x="5275756" y="5880889"/>
                </a:cubicBezTo>
                <a:cubicBezTo>
                  <a:pt x="5272175" y="5877755"/>
                  <a:pt x="5262774" y="5869250"/>
                  <a:pt x="5250688" y="5858059"/>
                </a:cubicBezTo>
                <a:cubicBezTo>
                  <a:pt x="5225171" y="5873726"/>
                  <a:pt x="5198312" y="5889842"/>
                  <a:pt x="5164739" y="5910433"/>
                </a:cubicBezTo>
                <a:cubicBezTo>
                  <a:pt x="5183540" y="5916253"/>
                  <a:pt x="5193388" y="5919386"/>
                  <a:pt x="5204580" y="5922968"/>
                </a:cubicBezTo>
                <a:cubicBezTo>
                  <a:pt x="5199208" y="5954751"/>
                  <a:pt x="5178616" y="5943112"/>
                  <a:pt x="5162500" y="5939531"/>
                </a:cubicBezTo>
                <a:cubicBezTo>
                  <a:pt x="5129822" y="5932816"/>
                  <a:pt x="5116840" y="5943560"/>
                  <a:pt x="5106097" y="5976238"/>
                </a:cubicBezTo>
                <a:cubicBezTo>
                  <a:pt x="5101173" y="5990563"/>
                  <a:pt x="5084610" y="6001307"/>
                  <a:pt x="5072523" y="6012945"/>
                </a:cubicBezTo>
                <a:cubicBezTo>
                  <a:pt x="5063122" y="6021898"/>
                  <a:pt x="5053274" y="6029508"/>
                  <a:pt x="5036263" y="6043833"/>
                </a:cubicBezTo>
                <a:cubicBezTo>
                  <a:pt x="5038054" y="6075616"/>
                  <a:pt x="5026863" y="6086360"/>
                  <a:pt x="4979412" y="6101580"/>
                </a:cubicBezTo>
                <a:cubicBezTo>
                  <a:pt x="4961953" y="6106952"/>
                  <a:pt x="4948076" y="6124410"/>
                  <a:pt x="4931961" y="6134706"/>
                </a:cubicBezTo>
                <a:cubicBezTo>
                  <a:pt x="4924798" y="6139183"/>
                  <a:pt x="4914503" y="6138287"/>
                  <a:pt x="4906445" y="6141868"/>
                </a:cubicBezTo>
                <a:cubicBezTo>
                  <a:pt x="4892120" y="6148136"/>
                  <a:pt x="4871976" y="6151717"/>
                  <a:pt x="4865261" y="6162908"/>
                </a:cubicBezTo>
                <a:cubicBezTo>
                  <a:pt x="4833926" y="6216626"/>
                  <a:pt x="4778864" y="6238561"/>
                  <a:pt x="4729175" y="6265420"/>
                </a:cubicBezTo>
                <a:cubicBezTo>
                  <a:pt x="4696944" y="6282431"/>
                  <a:pt x="4658446" y="6286907"/>
                  <a:pt x="4622634" y="6297203"/>
                </a:cubicBezTo>
                <a:cubicBezTo>
                  <a:pt x="4619054" y="6298098"/>
                  <a:pt x="4613234" y="6298994"/>
                  <a:pt x="4612786" y="6301232"/>
                </a:cubicBezTo>
                <a:cubicBezTo>
                  <a:pt x="4600252" y="6350474"/>
                  <a:pt x="4557725" y="6320928"/>
                  <a:pt x="4530866" y="6332568"/>
                </a:cubicBezTo>
                <a:cubicBezTo>
                  <a:pt x="4512960" y="6340178"/>
                  <a:pt x="4494159" y="6346445"/>
                  <a:pt x="4478044" y="6356740"/>
                </a:cubicBezTo>
                <a:cubicBezTo>
                  <a:pt x="4433279" y="6385838"/>
                  <a:pt x="4386723" y="6410458"/>
                  <a:pt x="4331662" y="6414040"/>
                </a:cubicBezTo>
                <a:cubicBezTo>
                  <a:pt x="4324947" y="6414487"/>
                  <a:pt x="4317785" y="6419859"/>
                  <a:pt x="4312413" y="6424336"/>
                </a:cubicBezTo>
                <a:cubicBezTo>
                  <a:pt x="4264067" y="6465072"/>
                  <a:pt x="4208558" y="6483873"/>
                  <a:pt x="4144992" y="6476711"/>
                </a:cubicBezTo>
                <a:cubicBezTo>
                  <a:pt x="4140068" y="6476263"/>
                  <a:pt x="4134696" y="6476263"/>
                  <a:pt x="4130219" y="6478502"/>
                </a:cubicBezTo>
                <a:cubicBezTo>
                  <a:pt x="4094855" y="6495960"/>
                  <a:pt x="4059491" y="6514314"/>
                  <a:pt x="4018307" y="6534905"/>
                </a:cubicBezTo>
                <a:cubicBezTo>
                  <a:pt x="4061281" y="6551021"/>
                  <a:pt x="4096645" y="6562212"/>
                  <a:pt x="4135591" y="6542963"/>
                </a:cubicBezTo>
                <a:cubicBezTo>
                  <a:pt x="4143201" y="6538934"/>
                  <a:pt x="4154840" y="6541173"/>
                  <a:pt x="4164241" y="6542515"/>
                </a:cubicBezTo>
                <a:cubicBezTo>
                  <a:pt x="4211244" y="6549678"/>
                  <a:pt x="4252876" y="6528191"/>
                  <a:pt x="4296298" y="6517447"/>
                </a:cubicBezTo>
                <a:cubicBezTo>
                  <a:pt x="4334348" y="6508046"/>
                  <a:pt x="4373294" y="6501332"/>
                  <a:pt x="4411791" y="6493274"/>
                </a:cubicBezTo>
                <a:cubicBezTo>
                  <a:pt x="4413582" y="6497303"/>
                  <a:pt x="4415373" y="6501779"/>
                  <a:pt x="4417163" y="6505808"/>
                </a:cubicBezTo>
                <a:cubicBezTo>
                  <a:pt x="4431936" y="6487455"/>
                  <a:pt x="4444022" y="6466415"/>
                  <a:pt x="4461928" y="6452090"/>
                </a:cubicBezTo>
                <a:cubicBezTo>
                  <a:pt x="4474910" y="6441346"/>
                  <a:pt x="4497292" y="6430603"/>
                  <a:pt x="4512065" y="6434632"/>
                </a:cubicBezTo>
                <a:cubicBezTo>
                  <a:pt x="4546086" y="6443585"/>
                  <a:pt x="4573393" y="6441346"/>
                  <a:pt x="4602043" y="6418964"/>
                </a:cubicBezTo>
                <a:cubicBezTo>
                  <a:pt x="4614129" y="6409563"/>
                  <a:pt x="4634273" y="6410458"/>
                  <a:pt x="4653970" y="6406430"/>
                </a:cubicBezTo>
                <a:cubicBezTo>
                  <a:pt x="4653522" y="6400163"/>
                  <a:pt x="4653075" y="6392552"/>
                  <a:pt x="4653075" y="6391657"/>
                </a:cubicBezTo>
                <a:cubicBezTo>
                  <a:pt x="4673667" y="6378675"/>
                  <a:pt x="4691125" y="6367484"/>
                  <a:pt x="4708584" y="6356740"/>
                </a:cubicBezTo>
                <a:cubicBezTo>
                  <a:pt x="4714403" y="6353160"/>
                  <a:pt x="4722461" y="6345997"/>
                  <a:pt x="4726937" y="6347340"/>
                </a:cubicBezTo>
                <a:cubicBezTo>
                  <a:pt x="4757825" y="6356740"/>
                  <a:pt x="4777969" y="6344207"/>
                  <a:pt x="4802590" y="6325853"/>
                </a:cubicBezTo>
                <a:cubicBezTo>
                  <a:pt x="4823182" y="6310185"/>
                  <a:pt x="4854965" y="6309290"/>
                  <a:pt x="4881376" y="6300784"/>
                </a:cubicBezTo>
                <a:cubicBezTo>
                  <a:pt x="4899730" y="6294517"/>
                  <a:pt x="4917188" y="6286012"/>
                  <a:pt x="4932856" y="6273030"/>
                </a:cubicBezTo>
                <a:cubicBezTo>
                  <a:pt x="4961506" y="6273925"/>
                  <a:pt x="4986574" y="6273030"/>
                  <a:pt x="5005375" y="6240799"/>
                </a:cubicBezTo>
                <a:cubicBezTo>
                  <a:pt x="5012538" y="6228265"/>
                  <a:pt x="5038502" y="6227817"/>
                  <a:pt x="5053274" y="6218417"/>
                </a:cubicBezTo>
                <a:cubicBezTo>
                  <a:pt x="5080133" y="6201406"/>
                  <a:pt x="5105202" y="6180814"/>
                  <a:pt x="5131613" y="6162908"/>
                </a:cubicBezTo>
                <a:cubicBezTo>
                  <a:pt x="5170111" y="6136944"/>
                  <a:pt x="5209952" y="6112771"/>
                  <a:pt x="5248450" y="6086808"/>
                </a:cubicBezTo>
                <a:cubicBezTo>
                  <a:pt x="5276651" y="6067559"/>
                  <a:pt x="5302168" y="6043385"/>
                  <a:pt x="5331712" y="6027270"/>
                </a:cubicBezTo>
                <a:cubicBezTo>
                  <a:pt x="5384087" y="5998620"/>
                  <a:pt x="5425271" y="5962808"/>
                  <a:pt x="5441387" y="5902375"/>
                </a:cubicBezTo>
                <a:cubicBezTo>
                  <a:pt x="5443625" y="5894318"/>
                  <a:pt x="5470931" y="5887603"/>
                  <a:pt x="5486152" y="5888946"/>
                </a:cubicBezTo>
                <a:cubicBezTo>
                  <a:pt x="5514354" y="5891632"/>
                  <a:pt x="5532260" y="5887603"/>
                  <a:pt x="5534946" y="5855820"/>
                </a:cubicBezTo>
                <a:cubicBezTo>
                  <a:pt x="5535393" y="5850001"/>
                  <a:pt x="5542108" y="5843733"/>
                  <a:pt x="5546584" y="5838809"/>
                </a:cubicBezTo>
                <a:cubicBezTo>
                  <a:pt x="5572996" y="5811055"/>
                  <a:pt x="5599407" y="5783301"/>
                  <a:pt x="5628952" y="5752413"/>
                </a:cubicBezTo>
                <a:cubicBezTo>
                  <a:pt x="5654468" y="5762261"/>
                  <a:pt x="5689385" y="5775243"/>
                  <a:pt x="5723854" y="5788225"/>
                </a:cubicBezTo>
                <a:cubicBezTo>
                  <a:pt x="5722959" y="5792701"/>
                  <a:pt x="5722063" y="5797178"/>
                  <a:pt x="5721168" y="5801654"/>
                </a:cubicBezTo>
                <a:cubicBezTo>
                  <a:pt x="5680432" y="5813294"/>
                  <a:pt x="5639696" y="5824932"/>
                  <a:pt x="5598959" y="5836124"/>
                </a:cubicBezTo>
                <a:cubicBezTo>
                  <a:pt x="5599407" y="5838809"/>
                  <a:pt x="5599407" y="5841943"/>
                  <a:pt x="5599855" y="5844629"/>
                </a:cubicBezTo>
                <a:cubicBezTo>
                  <a:pt x="5619552" y="5853134"/>
                  <a:pt x="5639248" y="5862087"/>
                  <a:pt x="5660735" y="5871488"/>
                </a:cubicBezTo>
                <a:cubicBezTo>
                  <a:pt x="5615075" y="5903719"/>
                  <a:pt x="5574338" y="5932368"/>
                  <a:pt x="5530917" y="5962808"/>
                </a:cubicBezTo>
                <a:cubicBezTo>
                  <a:pt x="5498686" y="5920282"/>
                  <a:pt x="5479884" y="5973104"/>
                  <a:pt x="5443625" y="5973104"/>
                </a:cubicBezTo>
                <a:cubicBezTo>
                  <a:pt x="5457949" y="5990563"/>
                  <a:pt x="5467351" y="6002202"/>
                  <a:pt x="5476304" y="6012945"/>
                </a:cubicBezTo>
                <a:cubicBezTo>
                  <a:pt x="5466007" y="6020555"/>
                  <a:pt x="5455264" y="6029956"/>
                  <a:pt x="5443177" y="6036671"/>
                </a:cubicBezTo>
                <a:cubicBezTo>
                  <a:pt x="5422586" y="6047862"/>
                  <a:pt x="5403784" y="6064873"/>
                  <a:pt x="5376925" y="6048757"/>
                </a:cubicBezTo>
                <a:cubicBezTo>
                  <a:pt x="5358124" y="6037566"/>
                  <a:pt x="5329474" y="6062634"/>
                  <a:pt x="5331265" y="6089046"/>
                </a:cubicBezTo>
                <a:cubicBezTo>
                  <a:pt x="5333056" y="6110085"/>
                  <a:pt x="5337980" y="6130230"/>
                  <a:pt x="5305301" y="6126201"/>
                </a:cubicBezTo>
                <a:cubicBezTo>
                  <a:pt x="5302615" y="6125753"/>
                  <a:pt x="5296795" y="6128439"/>
                  <a:pt x="5296348" y="6130230"/>
                </a:cubicBezTo>
                <a:cubicBezTo>
                  <a:pt x="5289186" y="6176338"/>
                  <a:pt x="5261432" y="6178128"/>
                  <a:pt x="5221591" y="6173204"/>
                </a:cubicBezTo>
                <a:cubicBezTo>
                  <a:pt x="5196074" y="6170070"/>
                  <a:pt x="5181750" y="6213045"/>
                  <a:pt x="5197417" y="6238561"/>
                </a:cubicBezTo>
                <a:cubicBezTo>
                  <a:pt x="5177721" y="6239904"/>
                  <a:pt x="5158472" y="6241695"/>
                  <a:pt x="5136985" y="6243038"/>
                </a:cubicBezTo>
                <a:cubicBezTo>
                  <a:pt x="5139223" y="6235875"/>
                  <a:pt x="5142356" y="6226474"/>
                  <a:pt x="5146833" y="6213492"/>
                </a:cubicBezTo>
                <a:cubicBezTo>
                  <a:pt x="5138328" y="6215731"/>
                  <a:pt x="5128479" y="6215731"/>
                  <a:pt x="5124450" y="6220207"/>
                </a:cubicBezTo>
                <a:cubicBezTo>
                  <a:pt x="5102963" y="6246171"/>
                  <a:pt x="5085952" y="6277059"/>
                  <a:pt x="5061332" y="6299441"/>
                </a:cubicBezTo>
                <a:cubicBezTo>
                  <a:pt x="5032682" y="6325853"/>
                  <a:pt x="4997765" y="6345102"/>
                  <a:pt x="4965087" y="6367484"/>
                </a:cubicBezTo>
                <a:cubicBezTo>
                  <a:pt x="4958820" y="6371961"/>
                  <a:pt x="4951657" y="6375990"/>
                  <a:pt x="4945390" y="6380466"/>
                </a:cubicBezTo>
                <a:cubicBezTo>
                  <a:pt x="4946286" y="6383599"/>
                  <a:pt x="4947181" y="6386733"/>
                  <a:pt x="4947628" y="6389419"/>
                </a:cubicBezTo>
                <a:cubicBezTo>
                  <a:pt x="4966430" y="6386733"/>
                  <a:pt x="4985679" y="6384047"/>
                  <a:pt x="5003585" y="6381809"/>
                </a:cubicBezTo>
                <a:cubicBezTo>
                  <a:pt x="4987469" y="6410458"/>
                  <a:pt x="4955239" y="6418069"/>
                  <a:pt x="4928380" y="6401953"/>
                </a:cubicBezTo>
                <a:cubicBezTo>
                  <a:pt x="4918084" y="6395686"/>
                  <a:pt x="4902863" y="6397477"/>
                  <a:pt x="4886748" y="6402401"/>
                </a:cubicBezTo>
                <a:cubicBezTo>
                  <a:pt x="4892120" y="6407325"/>
                  <a:pt x="4901521" y="6411802"/>
                  <a:pt x="4902416" y="6417173"/>
                </a:cubicBezTo>
                <a:cubicBezTo>
                  <a:pt x="4904207" y="6428812"/>
                  <a:pt x="4901073" y="6441346"/>
                  <a:pt x="4900178" y="6453433"/>
                </a:cubicBezTo>
                <a:cubicBezTo>
                  <a:pt x="4868842" y="6450299"/>
                  <a:pt x="4862575" y="6488350"/>
                  <a:pt x="4828554" y="6493722"/>
                </a:cubicBezTo>
                <a:cubicBezTo>
                  <a:pt x="4791846" y="6499541"/>
                  <a:pt x="4761854" y="6540277"/>
                  <a:pt x="4725594" y="6560421"/>
                </a:cubicBezTo>
                <a:cubicBezTo>
                  <a:pt x="4707688" y="6570717"/>
                  <a:pt x="4683067" y="6568479"/>
                  <a:pt x="4662028" y="6572956"/>
                </a:cubicBezTo>
                <a:cubicBezTo>
                  <a:pt x="4640093" y="6577880"/>
                  <a:pt x="4619054" y="6587280"/>
                  <a:pt x="4596671" y="6589071"/>
                </a:cubicBezTo>
                <a:cubicBezTo>
                  <a:pt x="4568916" y="6591757"/>
                  <a:pt x="4541610" y="6589967"/>
                  <a:pt x="4528628" y="6621750"/>
                </a:cubicBezTo>
                <a:cubicBezTo>
                  <a:pt x="4527285" y="6624883"/>
                  <a:pt x="4523256" y="6627569"/>
                  <a:pt x="4520123" y="6628464"/>
                </a:cubicBezTo>
                <a:cubicBezTo>
                  <a:pt x="4478044" y="6637865"/>
                  <a:pt x="4435069" y="6645475"/>
                  <a:pt x="4393438" y="6656666"/>
                </a:cubicBezTo>
                <a:cubicBezTo>
                  <a:pt x="4370608" y="6662933"/>
                  <a:pt x="4344196" y="6658009"/>
                  <a:pt x="4327633" y="6688897"/>
                </a:cubicBezTo>
                <a:cubicBezTo>
                  <a:pt x="4319576" y="6704565"/>
                  <a:pt x="4286002" y="6713518"/>
                  <a:pt x="4264067" y="6713070"/>
                </a:cubicBezTo>
                <a:cubicBezTo>
                  <a:pt x="4227359" y="6712175"/>
                  <a:pt x="4191995" y="6704565"/>
                  <a:pt x="4166031" y="6739929"/>
                </a:cubicBezTo>
                <a:cubicBezTo>
                  <a:pt x="4165136" y="6741272"/>
                  <a:pt x="4161555" y="6742615"/>
                  <a:pt x="4159764" y="6742168"/>
                </a:cubicBezTo>
                <a:cubicBezTo>
                  <a:pt x="4108732" y="6735005"/>
                  <a:pt x="4135591" y="6766340"/>
                  <a:pt x="4141858" y="6796781"/>
                </a:cubicBezTo>
                <a:cubicBezTo>
                  <a:pt x="4123504" y="6783351"/>
                  <a:pt x="4112761" y="6775293"/>
                  <a:pt x="4101570" y="6767236"/>
                </a:cubicBezTo>
                <a:cubicBezTo>
                  <a:pt x="4102913" y="6769922"/>
                  <a:pt x="4104256" y="6773055"/>
                  <a:pt x="4105598" y="6775741"/>
                </a:cubicBezTo>
                <a:cubicBezTo>
                  <a:pt x="4082321" y="6782904"/>
                  <a:pt x="4059491" y="6790961"/>
                  <a:pt x="4036213" y="6797676"/>
                </a:cubicBezTo>
                <a:cubicBezTo>
                  <a:pt x="3979809" y="6814239"/>
                  <a:pt x="3921614" y="6825430"/>
                  <a:pt x="3867449" y="6847813"/>
                </a:cubicBezTo>
                <a:cubicBezTo>
                  <a:pt x="3826265" y="6864823"/>
                  <a:pt x="3805673" y="6866614"/>
                  <a:pt x="3758670" y="6830802"/>
                </a:cubicBezTo>
                <a:cubicBezTo>
                  <a:pt x="3744345" y="6820058"/>
                  <a:pt x="3726439" y="6813792"/>
                  <a:pt x="3702266" y="6801705"/>
                </a:cubicBezTo>
                <a:cubicBezTo>
                  <a:pt x="3672273" y="6747539"/>
                  <a:pt x="3607364" y="6756045"/>
                  <a:pt x="3544245" y="6748882"/>
                </a:cubicBezTo>
                <a:cubicBezTo>
                  <a:pt x="3557227" y="6731871"/>
                  <a:pt x="3567075" y="6718889"/>
                  <a:pt x="3578715" y="6703669"/>
                </a:cubicBezTo>
                <a:cubicBezTo>
                  <a:pt x="3558122" y="6692926"/>
                  <a:pt x="3540216" y="6682630"/>
                  <a:pt x="3521415" y="6675020"/>
                </a:cubicBezTo>
                <a:cubicBezTo>
                  <a:pt x="3499928" y="6666067"/>
                  <a:pt x="3458744" y="6686659"/>
                  <a:pt x="3456506" y="6709041"/>
                </a:cubicBezTo>
                <a:cubicBezTo>
                  <a:pt x="3455611" y="6716204"/>
                  <a:pt x="3471726" y="6728738"/>
                  <a:pt x="3482470" y="6733215"/>
                </a:cubicBezTo>
                <a:cubicBezTo>
                  <a:pt x="3498138" y="6739481"/>
                  <a:pt x="3516044" y="6739929"/>
                  <a:pt x="3532606" y="6746196"/>
                </a:cubicBezTo>
                <a:cubicBezTo>
                  <a:pt x="3480232" y="6764102"/>
                  <a:pt x="3378615" y="6762312"/>
                  <a:pt x="3324002" y="6715309"/>
                </a:cubicBezTo>
                <a:cubicBezTo>
                  <a:pt x="3320868" y="6732319"/>
                  <a:pt x="3317734" y="6748434"/>
                  <a:pt x="3312810" y="6774398"/>
                </a:cubicBezTo>
                <a:cubicBezTo>
                  <a:pt x="3293561" y="6748882"/>
                  <a:pt x="3272969" y="6735453"/>
                  <a:pt x="3315049" y="6717994"/>
                </a:cubicBezTo>
                <a:cubicBezTo>
                  <a:pt x="3289532" y="6712175"/>
                  <a:pt x="3274760" y="6706803"/>
                  <a:pt x="3259092" y="6705460"/>
                </a:cubicBezTo>
                <a:cubicBezTo>
                  <a:pt x="3246558" y="6704565"/>
                  <a:pt x="3234024" y="6708146"/>
                  <a:pt x="3221490" y="6709489"/>
                </a:cubicBezTo>
                <a:cubicBezTo>
                  <a:pt x="3225518" y="6722023"/>
                  <a:pt x="3229547" y="6735005"/>
                  <a:pt x="3235814" y="6754701"/>
                </a:cubicBezTo>
                <a:cubicBezTo>
                  <a:pt x="3215670" y="6754701"/>
                  <a:pt x="3193288" y="6755597"/>
                  <a:pt x="3171353" y="6754701"/>
                </a:cubicBezTo>
                <a:cubicBezTo>
                  <a:pt x="3121664" y="6752016"/>
                  <a:pt x="3072422" y="6747987"/>
                  <a:pt x="3022733" y="6744406"/>
                </a:cubicBezTo>
                <a:cubicBezTo>
                  <a:pt x="2964539" y="6740377"/>
                  <a:pt x="2905896" y="6739929"/>
                  <a:pt x="2848597" y="6730976"/>
                </a:cubicBezTo>
                <a:cubicBezTo>
                  <a:pt x="2807861" y="6724709"/>
                  <a:pt x="2768915" y="6706803"/>
                  <a:pt x="2724598" y="6692478"/>
                </a:cubicBezTo>
                <a:cubicBezTo>
                  <a:pt x="2724598" y="6693374"/>
                  <a:pt x="2725493" y="6685763"/>
                  <a:pt x="2725941" y="6677706"/>
                </a:cubicBezTo>
                <a:cubicBezTo>
                  <a:pt x="2726389" y="6656218"/>
                  <a:pt x="2700425" y="6632045"/>
                  <a:pt x="2685653" y="6643236"/>
                </a:cubicBezTo>
                <a:cubicBezTo>
                  <a:pt x="2646259" y="6672782"/>
                  <a:pt x="2601942" y="6666067"/>
                  <a:pt x="2562101" y="6657562"/>
                </a:cubicBezTo>
                <a:cubicBezTo>
                  <a:pt x="2479286" y="6639208"/>
                  <a:pt x="2394680" y="6624435"/>
                  <a:pt x="2320818" y="6578775"/>
                </a:cubicBezTo>
                <a:cubicBezTo>
                  <a:pt x="2319027" y="6577880"/>
                  <a:pt x="2319027" y="6574746"/>
                  <a:pt x="2315893" y="6567136"/>
                </a:cubicBezTo>
                <a:cubicBezTo>
                  <a:pt x="2327532" y="6562659"/>
                  <a:pt x="2338724" y="6558183"/>
                  <a:pt x="2351258" y="6552811"/>
                </a:cubicBezTo>
                <a:cubicBezTo>
                  <a:pt x="2355287" y="6537591"/>
                  <a:pt x="2359316" y="6521028"/>
                  <a:pt x="2365135" y="6497303"/>
                </a:cubicBezTo>
                <a:cubicBezTo>
                  <a:pt x="2339619" y="6502675"/>
                  <a:pt x="2315446" y="6503570"/>
                  <a:pt x="2296197" y="6512970"/>
                </a:cubicBezTo>
                <a:cubicBezTo>
                  <a:pt x="2266652" y="6527743"/>
                  <a:pt x="2240688" y="6561317"/>
                  <a:pt x="2219201" y="6503570"/>
                </a:cubicBezTo>
                <a:cubicBezTo>
                  <a:pt x="2212934" y="6486559"/>
                  <a:pt x="2193237" y="6474473"/>
                  <a:pt x="2179808" y="6460596"/>
                </a:cubicBezTo>
                <a:cubicBezTo>
                  <a:pt x="2193237" y="6466863"/>
                  <a:pt x="2205772" y="6475368"/>
                  <a:pt x="2219649" y="6478949"/>
                </a:cubicBezTo>
                <a:cubicBezTo>
                  <a:pt x="2239345" y="6483873"/>
                  <a:pt x="2260385" y="6507151"/>
                  <a:pt x="2283663" y="6479397"/>
                </a:cubicBezTo>
                <a:cubicBezTo>
                  <a:pt x="2259937" y="6470891"/>
                  <a:pt x="2240241" y="6461938"/>
                  <a:pt x="2220096" y="6457462"/>
                </a:cubicBezTo>
                <a:cubicBezTo>
                  <a:pt x="2208010" y="6452538"/>
                  <a:pt x="2194133" y="6457014"/>
                  <a:pt x="2180703" y="6458805"/>
                </a:cubicBezTo>
                <a:close/>
                <a:moveTo>
                  <a:pt x="663169" y="4888000"/>
                </a:moveTo>
                <a:cubicBezTo>
                  <a:pt x="655559" y="4872333"/>
                  <a:pt x="647501" y="4857112"/>
                  <a:pt x="638548" y="4838759"/>
                </a:cubicBezTo>
                <a:cubicBezTo>
                  <a:pt x="664512" y="4802947"/>
                  <a:pt x="647501" y="4752810"/>
                  <a:pt x="597812" y="4738485"/>
                </a:cubicBezTo>
                <a:cubicBezTo>
                  <a:pt x="598260" y="4733561"/>
                  <a:pt x="601394" y="4725951"/>
                  <a:pt x="598708" y="4722370"/>
                </a:cubicBezTo>
                <a:cubicBezTo>
                  <a:pt x="591545" y="4711626"/>
                  <a:pt x="583040" y="4701331"/>
                  <a:pt x="573192" y="4692825"/>
                </a:cubicBezTo>
                <a:cubicBezTo>
                  <a:pt x="570953" y="4691034"/>
                  <a:pt x="556629" y="4697302"/>
                  <a:pt x="556629" y="4700435"/>
                </a:cubicBezTo>
                <a:cubicBezTo>
                  <a:pt x="555733" y="4712522"/>
                  <a:pt x="556629" y="4725056"/>
                  <a:pt x="560657" y="4736695"/>
                </a:cubicBezTo>
                <a:cubicBezTo>
                  <a:pt x="567820" y="4758182"/>
                  <a:pt x="587516" y="4781012"/>
                  <a:pt x="583488" y="4798918"/>
                </a:cubicBezTo>
                <a:cubicBezTo>
                  <a:pt x="576773" y="4827568"/>
                  <a:pt x="595574" y="4834730"/>
                  <a:pt x="608108" y="4848608"/>
                </a:cubicBezTo>
                <a:cubicBezTo>
                  <a:pt x="614823" y="4856217"/>
                  <a:pt x="623328" y="4862037"/>
                  <a:pt x="631834" y="4867409"/>
                </a:cubicBezTo>
                <a:cubicBezTo>
                  <a:pt x="642577" y="4874123"/>
                  <a:pt x="653769" y="4879943"/>
                  <a:pt x="664512" y="4886210"/>
                </a:cubicBezTo>
                <a:cubicBezTo>
                  <a:pt x="660036" y="4908592"/>
                  <a:pt x="655559" y="4930527"/>
                  <a:pt x="651083" y="4952910"/>
                </a:cubicBezTo>
                <a:cubicBezTo>
                  <a:pt x="654664" y="4952015"/>
                  <a:pt x="658245" y="4951119"/>
                  <a:pt x="661826" y="4950224"/>
                </a:cubicBezTo>
                <a:cubicBezTo>
                  <a:pt x="670779" y="4963653"/>
                  <a:pt x="682866" y="4976188"/>
                  <a:pt x="688238" y="4991407"/>
                </a:cubicBezTo>
                <a:cubicBezTo>
                  <a:pt x="699429" y="5022743"/>
                  <a:pt x="707039" y="5055422"/>
                  <a:pt x="716440" y="5087652"/>
                </a:cubicBezTo>
                <a:cubicBezTo>
                  <a:pt x="716887" y="5089443"/>
                  <a:pt x="723154" y="5089443"/>
                  <a:pt x="724945" y="5091681"/>
                </a:cubicBezTo>
                <a:cubicBezTo>
                  <a:pt x="744642" y="5112721"/>
                  <a:pt x="765681" y="5132417"/>
                  <a:pt x="783139" y="5155248"/>
                </a:cubicBezTo>
                <a:cubicBezTo>
                  <a:pt x="800150" y="5177630"/>
                  <a:pt x="812684" y="5203594"/>
                  <a:pt x="829247" y="5226424"/>
                </a:cubicBezTo>
                <a:cubicBezTo>
                  <a:pt x="854316" y="5260446"/>
                  <a:pt x="889233" y="5289990"/>
                  <a:pt x="905348" y="5327593"/>
                </a:cubicBezTo>
                <a:cubicBezTo>
                  <a:pt x="921463" y="5365643"/>
                  <a:pt x="936236" y="5400560"/>
                  <a:pt x="970257" y="5424733"/>
                </a:cubicBezTo>
                <a:cubicBezTo>
                  <a:pt x="976972" y="5429657"/>
                  <a:pt x="985030" y="5436372"/>
                  <a:pt x="987268" y="5443534"/>
                </a:cubicBezTo>
                <a:cubicBezTo>
                  <a:pt x="1000250" y="5485613"/>
                  <a:pt x="1019946" y="5521873"/>
                  <a:pt x="1062025" y="5542465"/>
                </a:cubicBezTo>
                <a:cubicBezTo>
                  <a:pt x="1071426" y="5546942"/>
                  <a:pt x="1082617" y="5553208"/>
                  <a:pt x="1087094" y="5561714"/>
                </a:cubicBezTo>
                <a:cubicBezTo>
                  <a:pt x="1098285" y="5582306"/>
                  <a:pt x="1112162" y="5604241"/>
                  <a:pt x="1113058" y="5625728"/>
                </a:cubicBezTo>
                <a:cubicBezTo>
                  <a:pt x="1113058" y="5634681"/>
                  <a:pt x="1082170" y="5644529"/>
                  <a:pt x="1064711" y="5653930"/>
                </a:cubicBezTo>
                <a:cubicBezTo>
                  <a:pt x="1061130" y="5655720"/>
                  <a:pt x="1057101" y="5655720"/>
                  <a:pt x="1052177" y="5657064"/>
                </a:cubicBezTo>
                <a:cubicBezTo>
                  <a:pt x="1079036" y="5698247"/>
                  <a:pt x="1084856" y="5698247"/>
                  <a:pt x="1107686" y="5662435"/>
                </a:cubicBezTo>
                <a:cubicBezTo>
                  <a:pt x="1112162" y="5655720"/>
                  <a:pt x="1124696" y="5653930"/>
                  <a:pt x="1137678" y="5648111"/>
                </a:cubicBezTo>
                <a:cubicBezTo>
                  <a:pt x="1132754" y="5678999"/>
                  <a:pt x="1134545" y="5696456"/>
                  <a:pt x="1167671" y="5687503"/>
                </a:cubicBezTo>
                <a:cubicBezTo>
                  <a:pt x="1180205" y="5683923"/>
                  <a:pt x="1199006" y="5687503"/>
                  <a:pt x="1209302" y="5695114"/>
                </a:cubicBezTo>
                <a:cubicBezTo>
                  <a:pt x="1241981" y="5719287"/>
                  <a:pt x="1273764" y="5744803"/>
                  <a:pt x="1302861" y="5773453"/>
                </a:cubicBezTo>
                <a:cubicBezTo>
                  <a:pt x="1332854" y="5802997"/>
                  <a:pt x="1358818" y="5836124"/>
                  <a:pt x="1386572" y="5867907"/>
                </a:cubicBezTo>
                <a:cubicBezTo>
                  <a:pt x="1389705" y="5871488"/>
                  <a:pt x="1393287" y="5875069"/>
                  <a:pt x="1396868" y="5878203"/>
                </a:cubicBezTo>
                <a:cubicBezTo>
                  <a:pt x="1438947" y="5913567"/>
                  <a:pt x="1481026" y="5948484"/>
                  <a:pt x="1524448" y="5984743"/>
                </a:cubicBezTo>
                <a:cubicBezTo>
                  <a:pt x="1497589" y="6004440"/>
                  <a:pt x="1515943" y="6016526"/>
                  <a:pt x="1531610" y="6029061"/>
                </a:cubicBezTo>
                <a:cubicBezTo>
                  <a:pt x="1548173" y="6042043"/>
                  <a:pt x="1564289" y="6055025"/>
                  <a:pt x="1583985" y="6070244"/>
                </a:cubicBezTo>
                <a:cubicBezTo>
                  <a:pt x="1630989" y="6048310"/>
                  <a:pt x="1635465" y="6049205"/>
                  <a:pt x="1682468" y="6093970"/>
                </a:cubicBezTo>
                <a:cubicBezTo>
                  <a:pt x="1686945" y="6097999"/>
                  <a:pt x="1690526" y="6104714"/>
                  <a:pt x="1695898" y="6106056"/>
                </a:cubicBezTo>
                <a:cubicBezTo>
                  <a:pt x="1746930" y="6120829"/>
                  <a:pt x="1782295" y="6154403"/>
                  <a:pt x="1807811" y="6197825"/>
                </a:cubicBezTo>
                <a:cubicBezTo>
                  <a:pt x="1828402" y="6197377"/>
                  <a:pt x="1856604" y="6175890"/>
                  <a:pt x="1859290" y="6211702"/>
                </a:cubicBezTo>
                <a:cubicBezTo>
                  <a:pt x="1861081" y="6234532"/>
                  <a:pt x="1873615" y="6240351"/>
                  <a:pt x="1887045" y="6241247"/>
                </a:cubicBezTo>
                <a:cubicBezTo>
                  <a:pt x="1920171" y="6242590"/>
                  <a:pt x="1925990" y="6259601"/>
                  <a:pt x="1914351" y="6291384"/>
                </a:cubicBezTo>
                <a:cubicBezTo>
                  <a:pt x="1946582" y="6280192"/>
                  <a:pt x="1972098" y="6271687"/>
                  <a:pt x="1990452" y="6265420"/>
                </a:cubicBezTo>
                <a:cubicBezTo>
                  <a:pt x="2006567" y="6285116"/>
                  <a:pt x="2014625" y="6304366"/>
                  <a:pt x="2028502" y="6309737"/>
                </a:cubicBezTo>
                <a:cubicBezTo>
                  <a:pt x="2066105" y="6324510"/>
                  <a:pt x="2108184" y="6320928"/>
                  <a:pt x="2141310" y="6354950"/>
                </a:cubicBezTo>
                <a:cubicBezTo>
                  <a:pt x="2165483" y="6379571"/>
                  <a:pt x="2204429" y="6389419"/>
                  <a:pt x="2237555" y="6405982"/>
                </a:cubicBezTo>
                <a:cubicBezTo>
                  <a:pt x="2243822" y="6400610"/>
                  <a:pt x="2251880" y="6388076"/>
                  <a:pt x="2257699" y="6388972"/>
                </a:cubicBezTo>
                <a:cubicBezTo>
                  <a:pt x="2291273" y="6394343"/>
                  <a:pt x="2326637" y="6397925"/>
                  <a:pt x="2357525" y="6410906"/>
                </a:cubicBezTo>
                <a:cubicBezTo>
                  <a:pt x="2416167" y="6435527"/>
                  <a:pt x="2469885" y="6472234"/>
                  <a:pt x="2537928" y="6478502"/>
                </a:cubicBezTo>
                <a:cubicBezTo>
                  <a:pt x="2521812" y="6488350"/>
                  <a:pt x="2507935" y="6496855"/>
                  <a:pt x="2489582" y="6508046"/>
                </a:cubicBezTo>
                <a:cubicBezTo>
                  <a:pt x="2515993" y="6512523"/>
                  <a:pt x="2537033" y="6516104"/>
                  <a:pt x="2560311" y="6520133"/>
                </a:cubicBezTo>
                <a:cubicBezTo>
                  <a:pt x="2570606" y="6515656"/>
                  <a:pt x="2584036" y="6510285"/>
                  <a:pt x="2597913" y="6504465"/>
                </a:cubicBezTo>
                <a:cubicBezTo>
                  <a:pt x="2590751" y="6499093"/>
                  <a:pt x="2584931" y="6494617"/>
                  <a:pt x="2575530" y="6487455"/>
                </a:cubicBezTo>
                <a:cubicBezTo>
                  <a:pt x="2605076" y="6478054"/>
                  <a:pt x="2626563" y="6467310"/>
                  <a:pt x="2649393" y="6495960"/>
                </a:cubicBezTo>
                <a:cubicBezTo>
                  <a:pt x="2656555" y="6504913"/>
                  <a:pt x="2695053" y="6504017"/>
                  <a:pt x="2700873" y="6495512"/>
                </a:cubicBezTo>
                <a:cubicBezTo>
                  <a:pt x="2725493" y="6459252"/>
                  <a:pt x="2738475" y="6485216"/>
                  <a:pt x="2755933" y="6504465"/>
                </a:cubicBezTo>
                <a:cubicBezTo>
                  <a:pt x="2740713" y="6509837"/>
                  <a:pt x="2725046" y="6514761"/>
                  <a:pt x="2708483" y="6520581"/>
                </a:cubicBezTo>
                <a:cubicBezTo>
                  <a:pt x="2715645" y="6527743"/>
                  <a:pt x="2721465" y="6533115"/>
                  <a:pt x="2726836" y="6538487"/>
                </a:cubicBezTo>
                <a:cubicBezTo>
                  <a:pt x="2718779" y="6547440"/>
                  <a:pt x="2712064" y="6554155"/>
                  <a:pt x="2704454" y="6562659"/>
                </a:cubicBezTo>
                <a:cubicBezTo>
                  <a:pt x="2743847" y="6607424"/>
                  <a:pt x="2788164" y="6574746"/>
                  <a:pt x="2832482" y="6580118"/>
                </a:cubicBezTo>
                <a:cubicBezTo>
                  <a:pt x="2827110" y="6568479"/>
                  <a:pt x="2825767" y="6562212"/>
                  <a:pt x="2821738" y="6557735"/>
                </a:cubicBezTo>
                <a:cubicBezTo>
                  <a:pt x="2792641" y="6525505"/>
                  <a:pt x="2793984" y="6513866"/>
                  <a:pt x="2835615" y="6508046"/>
                </a:cubicBezTo>
                <a:cubicBezTo>
                  <a:pt x="2855312" y="6504913"/>
                  <a:pt x="2877247" y="6523267"/>
                  <a:pt x="2898734" y="6524609"/>
                </a:cubicBezTo>
                <a:cubicBezTo>
                  <a:pt x="2916192" y="6525952"/>
                  <a:pt x="2943051" y="6521923"/>
                  <a:pt x="2951109" y="6510285"/>
                </a:cubicBezTo>
                <a:cubicBezTo>
                  <a:pt x="2965881" y="6487902"/>
                  <a:pt x="2937232" y="6484321"/>
                  <a:pt x="2924250" y="6478054"/>
                </a:cubicBezTo>
                <a:cubicBezTo>
                  <a:pt x="2912163" y="6472682"/>
                  <a:pt x="2897391" y="6474025"/>
                  <a:pt x="2883514" y="6472682"/>
                </a:cubicBezTo>
                <a:cubicBezTo>
                  <a:pt x="2875456" y="6457014"/>
                  <a:pt x="2862922" y="6438213"/>
                  <a:pt x="2849492" y="6437765"/>
                </a:cubicBezTo>
                <a:cubicBezTo>
                  <a:pt x="2823081" y="6436422"/>
                  <a:pt x="2796222" y="6445375"/>
                  <a:pt x="2768468" y="6450747"/>
                </a:cubicBezTo>
                <a:cubicBezTo>
                  <a:pt x="2773392" y="6465072"/>
                  <a:pt x="2776973" y="6474920"/>
                  <a:pt x="2779211" y="6481635"/>
                </a:cubicBezTo>
                <a:cubicBezTo>
                  <a:pt x="2749219" y="6474025"/>
                  <a:pt x="2719226" y="6469996"/>
                  <a:pt x="2692815" y="6457910"/>
                </a:cubicBezTo>
                <a:cubicBezTo>
                  <a:pt x="2666403" y="6445823"/>
                  <a:pt x="2640440" y="6428812"/>
                  <a:pt x="2619848" y="6408220"/>
                </a:cubicBezTo>
                <a:cubicBezTo>
                  <a:pt x="2603285" y="6391657"/>
                  <a:pt x="2563892" y="6375990"/>
                  <a:pt x="2549119" y="6393896"/>
                </a:cubicBezTo>
                <a:cubicBezTo>
                  <a:pt x="2524946" y="6422545"/>
                  <a:pt x="2502116" y="6398372"/>
                  <a:pt x="2493611" y="6388076"/>
                </a:cubicBezTo>
                <a:cubicBezTo>
                  <a:pt x="2470781" y="6362113"/>
                  <a:pt x="2446160" y="6359874"/>
                  <a:pt x="2412586" y="6365693"/>
                </a:cubicBezTo>
                <a:cubicBezTo>
                  <a:pt x="2422882" y="6325405"/>
                  <a:pt x="2399604" y="6327196"/>
                  <a:pt x="2370507" y="6328986"/>
                </a:cubicBezTo>
                <a:cubicBezTo>
                  <a:pt x="2341410" y="6330777"/>
                  <a:pt x="2308731" y="6335701"/>
                  <a:pt x="2288139" y="6302127"/>
                </a:cubicBezTo>
                <a:cubicBezTo>
                  <a:pt x="2284110" y="6294965"/>
                  <a:pt x="2266652" y="6296308"/>
                  <a:pt x="2255461" y="6292727"/>
                </a:cubicBezTo>
                <a:cubicBezTo>
                  <a:pt x="2238450" y="6287803"/>
                  <a:pt x="2210248" y="6286460"/>
                  <a:pt x="2207115" y="6276611"/>
                </a:cubicBezTo>
                <a:cubicBezTo>
                  <a:pt x="2196819" y="6246619"/>
                  <a:pt x="2179808" y="6246171"/>
                  <a:pt x="2155635" y="6251095"/>
                </a:cubicBezTo>
                <a:cubicBezTo>
                  <a:pt x="2149368" y="6252438"/>
                  <a:pt x="2141310" y="6249304"/>
                  <a:pt x="2135043" y="6246619"/>
                </a:cubicBezTo>
                <a:cubicBezTo>
                  <a:pt x="2087592" y="6224236"/>
                  <a:pt x="2040589" y="6201406"/>
                  <a:pt x="1993138" y="6178576"/>
                </a:cubicBezTo>
                <a:cubicBezTo>
                  <a:pt x="1955535" y="6160670"/>
                  <a:pt x="1915247" y="6147240"/>
                  <a:pt x="1880778" y="6124858"/>
                </a:cubicBezTo>
                <a:cubicBezTo>
                  <a:pt x="1810944" y="6080093"/>
                  <a:pt x="1744244" y="6030851"/>
                  <a:pt x="1676201" y="5982953"/>
                </a:cubicBezTo>
                <a:cubicBezTo>
                  <a:pt x="1662772" y="5973552"/>
                  <a:pt x="1643971" y="5964151"/>
                  <a:pt x="1639494" y="5951169"/>
                </a:cubicBezTo>
                <a:cubicBezTo>
                  <a:pt x="1635913" y="5939531"/>
                  <a:pt x="1648895" y="5922520"/>
                  <a:pt x="1654714" y="5907300"/>
                </a:cubicBezTo>
                <a:cubicBezTo>
                  <a:pt x="1630541" y="5903719"/>
                  <a:pt x="1594281" y="5939083"/>
                  <a:pt x="1583090" y="5888051"/>
                </a:cubicBezTo>
                <a:cubicBezTo>
                  <a:pt x="1571004" y="5887156"/>
                  <a:pt x="1559365" y="5885813"/>
                  <a:pt x="1546383" y="5884918"/>
                </a:cubicBezTo>
                <a:cubicBezTo>
                  <a:pt x="1549964" y="5870145"/>
                  <a:pt x="1552650" y="5858954"/>
                  <a:pt x="1556231" y="5844181"/>
                </a:cubicBezTo>
                <a:cubicBezTo>
                  <a:pt x="1517286" y="5855372"/>
                  <a:pt x="1490874" y="5845077"/>
                  <a:pt x="1458643" y="5826723"/>
                </a:cubicBezTo>
                <a:cubicBezTo>
                  <a:pt x="1406716" y="5796730"/>
                  <a:pt x="1384334" y="5735402"/>
                  <a:pt x="1326587" y="5714811"/>
                </a:cubicBezTo>
                <a:cubicBezTo>
                  <a:pt x="1325691" y="5714362"/>
                  <a:pt x="1325244" y="5712572"/>
                  <a:pt x="1324348" y="5712124"/>
                </a:cubicBezTo>
                <a:cubicBezTo>
                  <a:pt x="1309128" y="5699143"/>
                  <a:pt x="1294356" y="5685713"/>
                  <a:pt x="1279136" y="5673179"/>
                </a:cubicBezTo>
                <a:cubicBezTo>
                  <a:pt x="1262125" y="5659749"/>
                  <a:pt x="1243771" y="5648111"/>
                  <a:pt x="1228104" y="5632890"/>
                </a:cubicBezTo>
                <a:cubicBezTo>
                  <a:pt x="1216912" y="5622147"/>
                  <a:pt x="1210198" y="5607374"/>
                  <a:pt x="1200349" y="5593049"/>
                </a:cubicBezTo>
                <a:cubicBezTo>
                  <a:pt x="1210645" y="5586335"/>
                  <a:pt x="1219151" y="5580515"/>
                  <a:pt x="1238847" y="5567086"/>
                </a:cubicBezTo>
                <a:cubicBezTo>
                  <a:pt x="1214227" y="5558133"/>
                  <a:pt x="1198111" y="5554104"/>
                  <a:pt x="1184234" y="5546494"/>
                </a:cubicBezTo>
                <a:cubicBezTo>
                  <a:pt x="1151556" y="5529036"/>
                  <a:pt x="1103657" y="5531274"/>
                  <a:pt x="1095152" y="5482480"/>
                </a:cubicBezTo>
                <a:cubicBezTo>
                  <a:pt x="1092466" y="5467260"/>
                  <a:pt x="1098733" y="5450249"/>
                  <a:pt x="1101866" y="5429657"/>
                </a:cubicBezTo>
                <a:cubicBezTo>
                  <a:pt x="1071874" y="5433238"/>
                  <a:pt x="1046358" y="5431000"/>
                  <a:pt x="1035614" y="5392502"/>
                </a:cubicBezTo>
                <a:cubicBezTo>
                  <a:pt x="1030690" y="5375044"/>
                  <a:pt x="999802" y="5366986"/>
                  <a:pt x="986373" y="5349976"/>
                </a:cubicBezTo>
                <a:cubicBezTo>
                  <a:pt x="961304" y="5318640"/>
                  <a:pt x="937579" y="5285514"/>
                  <a:pt x="919225" y="5249702"/>
                </a:cubicBezTo>
                <a:cubicBezTo>
                  <a:pt x="912510" y="5236272"/>
                  <a:pt x="922806" y="5214337"/>
                  <a:pt x="925045" y="5195536"/>
                </a:cubicBezTo>
                <a:cubicBezTo>
                  <a:pt x="852973" y="5167334"/>
                  <a:pt x="848496" y="5159276"/>
                  <a:pt x="887442" y="5119436"/>
                </a:cubicBezTo>
                <a:cubicBezTo>
                  <a:pt x="875355" y="5110930"/>
                  <a:pt x="861478" y="5093919"/>
                  <a:pt x="852525" y="5096605"/>
                </a:cubicBezTo>
                <a:cubicBezTo>
                  <a:pt x="809551" y="5107349"/>
                  <a:pt x="810894" y="5076013"/>
                  <a:pt x="805074" y="5051393"/>
                </a:cubicBezTo>
                <a:cubicBezTo>
                  <a:pt x="754042" y="5040201"/>
                  <a:pt x="746432" y="5024086"/>
                  <a:pt x="777320" y="4979769"/>
                </a:cubicBezTo>
                <a:cubicBezTo>
                  <a:pt x="754490" y="4977978"/>
                  <a:pt x="734793" y="4976188"/>
                  <a:pt x="720021" y="4975292"/>
                </a:cubicBezTo>
                <a:cubicBezTo>
                  <a:pt x="708382" y="4952462"/>
                  <a:pt x="692714" y="4933661"/>
                  <a:pt x="690924" y="4913517"/>
                </a:cubicBezTo>
                <a:cubicBezTo>
                  <a:pt x="689133" y="4889344"/>
                  <a:pt x="678389" y="4889344"/>
                  <a:pt x="663169" y="4888000"/>
                </a:cubicBezTo>
                <a:close/>
                <a:moveTo>
                  <a:pt x="1988214" y="599960"/>
                </a:moveTo>
                <a:cubicBezTo>
                  <a:pt x="1970755" y="606227"/>
                  <a:pt x="1956430" y="606674"/>
                  <a:pt x="1951506" y="613837"/>
                </a:cubicBezTo>
                <a:cubicBezTo>
                  <a:pt x="1932705" y="642039"/>
                  <a:pt x="1903160" y="636219"/>
                  <a:pt x="1877196" y="642486"/>
                </a:cubicBezTo>
                <a:cubicBezTo>
                  <a:pt x="1857500" y="647411"/>
                  <a:pt x="1839146" y="659497"/>
                  <a:pt x="1820792" y="668898"/>
                </a:cubicBezTo>
                <a:cubicBezTo>
                  <a:pt x="1799305" y="679641"/>
                  <a:pt x="1778266" y="692176"/>
                  <a:pt x="1756331" y="702024"/>
                </a:cubicBezTo>
                <a:cubicBezTo>
                  <a:pt x="1730367" y="713215"/>
                  <a:pt x="1709327" y="724854"/>
                  <a:pt x="1703956" y="757085"/>
                </a:cubicBezTo>
                <a:cubicBezTo>
                  <a:pt x="1701270" y="773648"/>
                  <a:pt x="1686945" y="788420"/>
                  <a:pt x="1677992" y="804088"/>
                </a:cubicBezTo>
                <a:cubicBezTo>
                  <a:pt x="1673068" y="813041"/>
                  <a:pt x="1668591" y="821994"/>
                  <a:pt x="1663667" y="830947"/>
                </a:cubicBezTo>
                <a:cubicBezTo>
                  <a:pt x="1673068" y="833185"/>
                  <a:pt x="1682468" y="835424"/>
                  <a:pt x="1691869" y="837214"/>
                </a:cubicBezTo>
                <a:cubicBezTo>
                  <a:pt x="1699032" y="838557"/>
                  <a:pt x="1706642" y="838557"/>
                  <a:pt x="1713804" y="839453"/>
                </a:cubicBezTo>
                <a:cubicBezTo>
                  <a:pt x="1729472" y="840795"/>
                  <a:pt x="1745587" y="842138"/>
                  <a:pt x="1761255" y="843929"/>
                </a:cubicBezTo>
                <a:cubicBezTo>
                  <a:pt x="1756778" y="863178"/>
                  <a:pt x="1752302" y="881979"/>
                  <a:pt x="1747378" y="901228"/>
                </a:cubicBezTo>
                <a:cubicBezTo>
                  <a:pt x="1746483" y="905257"/>
                  <a:pt x="1742901" y="908391"/>
                  <a:pt x="1734844" y="920477"/>
                </a:cubicBezTo>
                <a:cubicBezTo>
                  <a:pt x="1789009" y="917791"/>
                  <a:pt x="1785876" y="856911"/>
                  <a:pt x="1836013" y="857359"/>
                </a:cubicBezTo>
                <a:cubicBezTo>
                  <a:pt x="1810049" y="839900"/>
                  <a:pt x="1795276" y="829604"/>
                  <a:pt x="1776475" y="817070"/>
                </a:cubicBezTo>
                <a:cubicBezTo>
                  <a:pt x="1807811" y="800059"/>
                  <a:pt x="1831536" y="779915"/>
                  <a:pt x="1858395" y="773648"/>
                </a:cubicBezTo>
                <a:cubicBezTo>
                  <a:pt x="1898236" y="764247"/>
                  <a:pt x="1905398" y="740969"/>
                  <a:pt x="1898684" y="703815"/>
                </a:cubicBezTo>
                <a:cubicBezTo>
                  <a:pt x="1962697" y="699786"/>
                  <a:pt x="1974336" y="653678"/>
                  <a:pt x="1988214" y="599960"/>
                </a:cubicBezTo>
                <a:close/>
                <a:moveTo>
                  <a:pt x="3409950" y="6642341"/>
                </a:moveTo>
                <a:cubicBezTo>
                  <a:pt x="3383091" y="6632493"/>
                  <a:pt x="3352203" y="6630255"/>
                  <a:pt x="3340565" y="6614587"/>
                </a:cubicBezTo>
                <a:cubicBezTo>
                  <a:pt x="3319077" y="6585490"/>
                  <a:pt x="3294009" y="6603844"/>
                  <a:pt x="3272074" y="6598024"/>
                </a:cubicBezTo>
                <a:cubicBezTo>
                  <a:pt x="3265359" y="6596233"/>
                  <a:pt x="3259540" y="6589967"/>
                  <a:pt x="3252825" y="6589518"/>
                </a:cubicBezTo>
                <a:cubicBezTo>
                  <a:pt x="3214775" y="6587728"/>
                  <a:pt x="3182544" y="6554602"/>
                  <a:pt x="3141808" y="6570717"/>
                </a:cubicBezTo>
                <a:cubicBezTo>
                  <a:pt x="3115844" y="6581014"/>
                  <a:pt x="3090328" y="6591309"/>
                  <a:pt x="3064364" y="6600710"/>
                </a:cubicBezTo>
                <a:cubicBezTo>
                  <a:pt x="3044220" y="6608320"/>
                  <a:pt x="3023181" y="6614139"/>
                  <a:pt x="3002589" y="6620854"/>
                </a:cubicBezTo>
                <a:cubicBezTo>
                  <a:pt x="3020942" y="6627569"/>
                  <a:pt x="3036610" y="6636970"/>
                  <a:pt x="3053173" y="6637865"/>
                </a:cubicBezTo>
                <a:cubicBezTo>
                  <a:pt x="3071527" y="6638760"/>
                  <a:pt x="3090328" y="6631598"/>
                  <a:pt x="3108682" y="6628017"/>
                </a:cubicBezTo>
                <a:cubicBezTo>
                  <a:pt x="3110920" y="6627569"/>
                  <a:pt x="3114054" y="6627569"/>
                  <a:pt x="3115844" y="6628912"/>
                </a:cubicBezTo>
                <a:cubicBezTo>
                  <a:pt x="3150761" y="6656218"/>
                  <a:pt x="3183439" y="6648161"/>
                  <a:pt x="3218804" y="6628017"/>
                </a:cubicBezTo>
                <a:cubicBezTo>
                  <a:pt x="3227757" y="6623092"/>
                  <a:pt x="3245663" y="6632045"/>
                  <a:pt x="3258645" y="6636970"/>
                </a:cubicBezTo>
                <a:cubicBezTo>
                  <a:pt x="3276551" y="6643685"/>
                  <a:pt x="3292666" y="6654876"/>
                  <a:pt x="3310572" y="6661142"/>
                </a:cubicBezTo>
                <a:cubicBezTo>
                  <a:pt x="3325792" y="6666515"/>
                  <a:pt x="3342803" y="6667410"/>
                  <a:pt x="3359366" y="6670095"/>
                </a:cubicBezTo>
                <a:cubicBezTo>
                  <a:pt x="3358918" y="6672782"/>
                  <a:pt x="3358471" y="6675468"/>
                  <a:pt x="3358023" y="6678153"/>
                </a:cubicBezTo>
                <a:cubicBezTo>
                  <a:pt x="3373691" y="6666962"/>
                  <a:pt x="3389358" y="6656218"/>
                  <a:pt x="3409950" y="6642341"/>
                </a:cubicBezTo>
                <a:close/>
                <a:moveTo>
                  <a:pt x="559762" y="4650298"/>
                </a:moveTo>
                <a:cubicBezTo>
                  <a:pt x="539618" y="4619410"/>
                  <a:pt x="522607" y="4592999"/>
                  <a:pt x="502463" y="4562111"/>
                </a:cubicBezTo>
                <a:cubicBezTo>
                  <a:pt x="483662" y="4598819"/>
                  <a:pt x="470232" y="4625678"/>
                  <a:pt x="457698" y="4650298"/>
                </a:cubicBezTo>
                <a:cubicBezTo>
                  <a:pt x="490824" y="4650298"/>
                  <a:pt x="519474" y="4650298"/>
                  <a:pt x="559762" y="4650298"/>
                </a:cubicBezTo>
                <a:close/>
                <a:moveTo>
                  <a:pt x="3968170" y="305406"/>
                </a:moveTo>
                <a:cubicBezTo>
                  <a:pt x="4006668" y="302272"/>
                  <a:pt x="4039794" y="299586"/>
                  <a:pt x="4072473" y="296453"/>
                </a:cubicBezTo>
                <a:cubicBezTo>
                  <a:pt x="4061729" y="257507"/>
                  <a:pt x="4029050" y="264670"/>
                  <a:pt x="4003982" y="267356"/>
                </a:cubicBezTo>
                <a:cubicBezTo>
                  <a:pt x="3987867" y="269594"/>
                  <a:pt x="3962350" y="278995"/>
                  <a:pt x="3968170" y="305406"/>
                </a:cubicBezTo>
                <a:close/>
                <a:moveTo>
                  <a:pt x="3890279" y="237811"/>
                </a:moveTo>
                <a:cubicBezTo>
                  <a:pt x="3889831" y="235125"/>
                  <a:pt x="3889384" y="232439"/>
                  <a:pt x="3888936" y="229753"/>
                </a:cubicBezTo>
                <a:cubicBezTo>
                  <a:pt x="3865658" y="231991"/>
                  <a:pt x="3841933" y="233782"/>
                  <a:pt x="3818655" y="236020"/>
                </a:cubicBezTo>
                <a:cubicBezTo>
                  <a:pt x="3819102" y="240049"/>
                  <a:pt x="3819550" y="244525"/>
                  <a:pt x="3819998" y="248554"/>
                </a:cubicBezTo>
                <a:cubicBezTo>
                  <a:pt x="3829846" y="245868"/>
                  <a:pt x="3839694" y="243630"/>
                  <a:pt x="3848647" y="241392"/>
                </a:cubicBezTo>
                <a:cubicBezTo>
                  <a:pt x="3857153" y="254821"/>
                  <a:pt x="3864315" y="266013"/>
                  <a:pt x="3870135" y="275413"/>
                </a:cubicBezTo>
                <a:cubicBezTo>
                  <a:pt x="3890279" y="274070"/>
                  <a:pt x="3907290" y="272727"/>
                  <a:pt x="3924300" y="271384"/>
                </a:cubicBezTo>
                <a:cubicBezTo>
                  <a:pt x="3924748" y="268251"/>
                  <a:pt x="3925196" y="265117"/>
                  <a:pt x="3925643" y="261984"/>
                </a:cubicBezTo>
                <a:cubicBezTo>
                  <a:pt x="3908632" y="258403"/>
                  <a:pt x="3892070" y="254374"/>
                  <a:pt x="3870582" y="249897"/>
                </a:cubicBezTo>
                <a:cubicBezTo>
                  <a:pt x="3879088" y="244525"/>
                  <a:pt x="3884460" y="241392"/>
                  <a:pt x="3890279" y="237811"/>
                </a:cubicBezTo>
                <a:close/>
                <a:moveTo>
                  <a:pt x="3888936" y="159024"/>
                </a:moveTo>
                <a:cubicBezTo>
                  <a:pt x="3910423" y="174692"/>
                  <a:pt x="3922957" y="190360"/>
                  <a:pt x="3936835" y="191255"/>
                </a:cubicBezTo>
                <a:cubicBezTo>
                  <a:pt x="3946683" y="192150"/>
                  <a:pt x="3957874" y="172454"/>
                  <a:pt x="3968170" y="161710"/>
                </a:cubicBezTo>
                <a:cubicBezTo>
                  <a:pt x="3965932" y="158129"/>
                  <a:pt x="3963694" y="154548"/>
                  <a:pt x="3961455" y="150519"/>
                </a:cubicBezTo>
                <a:cubicBezTo>
                  <a:pt x="3941311" y="153205"/>
                  <a:pt x="3921167" y="155443"/>
                  <a:pt x="3888936" y="159024"/>
                </a:cubicBezTo>
                <a:close/>
                <a:moveTo>
                  <a:pt x="6440541" y="3442090"/>
                </a:moveTo>
                <a:cubicBezTo>
                  <a:pt x="6497393" y="3429109"/>
                  <a:pt x="6498736" y="3424632"/>
                  <a:pt x="6475011" y="3365095"/>
                </a:cubicBezTo>
                <a:cubicBezTo>
                  <a:pt x="6463820" y="3390163"/>
                  <a:pt x="6453971" y="3412098"/>
                  <a:pt x="6440541" y="3442090"/>
                </a:cubicBezTo>
                <a:close/>
                <a:moveTo>
                  <a:pt x="2942604" y="6614139"/>
                </a:moveTo>
                <a:cubicBezTo>
                  <a:pt x="2943499" y="6608768"/>
                  <a:pt x="2944842" y="6603396"/>
                  <a:pt x="2945737" y="6598024"/>
                </a:cubicBezTo>
                <a:cubicBezTo>
                  <a:pt x="2927384" y="6567136"/>
                  <a:pt x="2905449" y="6579223"/>
                  <a:pt x="2883962" y="6594443"/>
                </a:cubicBezTo>
                <a:cubicBezTo>
                  <a:pt x="2883514" y="6598920"/>
                  <a:pt x="2883066" y="6602948"/>
                  <a:pt x="2882619" y="6607424"/>
                </a:cubicBezTo>
                <a:cubicBezTo>
                  <a:pt x="2902763" y="6609663"/>
                  <a:pt x="2922459" y="6611901"/>
                  <a:pt x="2942604" y="6614139"/>
                </a:cubicBezTo>
                <a:close/>
                <a:moveTo>
                  <a:pt x="3935044" y="261984"/>
                </a:moveTo>
                <a:cubicBezTo>
                  <a:pt x="3936835" y="264222"/>
                  <a:pt x="3939073" y="266460"/>
                  <a:pt x="3940863" y="268251"/>
                </a:cubicBezTo>
                <a:cubicBezTo>
                  <a:pt x="3955636" y="265117"/>
                  <a:pt x="3969961" y="261984"/>
                  <a:pt x="3986524" y="258403"/>
                </a:cubicBezTo>
                <a:cubicBezTo>
                  <a:pt x="3987419" y="247659"/>
                  <a:pt x="3987867" y="236915"/>
                  <a:pt x="3989209" y="217666"/>
                </a:cubicBezTo>
                <a:cubicBezTo>
                  <a:pt x="3966827" y="235572"/>
                  <a:pt x="3951159" y="249002"/>
                  <a:pt x="3935044" y="261984"/>
                </a:cubicBezTo>
                <a:close/>
                <a:moveTo>
                  <a:pt x="4024126" y="420900"/>
                </a:moveTo>
                <a:cubicBezTo>
                  <a:pt x="4001296" y="410604"/>
                  <a:pt x="3990553" y="401651"/>
                  <a:pt x="3979809" y="401651"/>
                </a:cubicBezTo>
                <a:cubicBezTo>
                  <a:pt x="3948473" y="401651"/>
                  <a:pt x="3952055" y="422690"/>
                  <a:pt x="3969065" y="433881"/>
                </a:cubicBezTo>
                <a:cubicBezTo>
                  <a:pt x="3978466" y="439701"/>
                  <a:pt x="3999506" y="427167"/>
                  <a:pt x="4024126" y="420900"/>
                </a:cubicBezTo>
                <a:close/>
              </a:path>
            </a:pathLst>
          </a:custGeom>
          <a:solidFill>
            <a:schemeClr val="accent1">
              <a:alpha val="20000"/>
            </a:schemeClr>
          </a:solidFill>
          <a:ln w="3489" cap="flat">
            <a:noFill/>
            <a:miter/>
          </a:ln>
        </p:spPr>
        <p:txBody>
          <a:bodyPr vert="horz" wrap="square" lIns="91440" tIns="45720" rIns="91440" bIns="45720" rtlCol="0" anchor="ctr"/>
          <a:lstStyle/>
          <a:p>
            <a:pPr algn="l">
              <a:lnSpc>
                <a:spcPct val="110000"/>
              </a:lnSpc>
            </a:pPr>
            <a:endParaRPr kumimoji="1" lang="zh-CN" altLang="en-US"/>
          </a:p>
        </p:txBody>
      </p:sp>
      <p:pic>
        <p:nvPicPr>
          <p:cNvPr id="3" name="图片"/>
          <p:cNvPicPr>
            <a:picLocks noChangeAspect="1"/>
          </p:cNvPicPr>
          <p:nvPr/>
        </p:nvPicPr>
        <p:blipFill>
          <a:blip r:embed="rId1">
            <a:alphaModFix amt="100000"/>
          </a:blip>
          <a:srcRect l="15991" r="15991"/>
          <a:stretch>
            <a:fillRect/>
          </a:stretch>
        </p:blipFill>
        <p:spPr>
          <a:xfrm rot="625720">
            <a:off x="1404445" y="1947776"/>
            <a:ext cx="3415955" cy="3352278"/>
          </a:xfrm>
          <a:custGeom>
            <a:avLst/>
            <a:gdLst/>
            <a:ahLst/>
            <a:cxnLst/>
            <a:rect l="l" t="t" r="r" b="b"/>
            <a:pathLst>
              <a:path w="3415955" h="3352278">
                <a:moveTo>
                  <a:pt x="1365234" y="0"/>
                </a:moveTo>
                <a:cubicBezTo>
                  <a:pt x="1369363" y="0"/>
                  <a:pt x="1373262" y="4832"/>
                  <a:pt x="1377390" y="7248"/>
                </a:cubicBezTo>
                <a:cubicBezTo>
                  <a:pt x="1379455" y="8590"/>
                  <a:pt x="1381977" y="10469"/>
                  <a:pt x="1384271" y="10201"/>
                </a:cubicBezTo>
                <a:cubicBezTo>
                  <a:pt x="1407437" y="7248"/>
                  <a:pt x="1430374" y="2953"/>
                  <a:pt x="1453539" y="805"/>
                </a:cubicBezTo>
                <a:cubicBezTo>
                  <a:pt x="1460879" y="0"/>
                  <a:pt x="1468678" y="4295"/>
                  <a:pt x="1477852" y="6711"/>
                </a:cubicBezTo>
                <a:cubicBezTo>
                  <a:pt x="1469595" y="9933"/>
                  <a:pt x="1460650" y="10738"/>
                  <a:pt x="1455604" y="16374"/>
                </a:cubicBezTo>
                <a:cubicBezTo>
                  <a:pt x="1450787" y="22012"/>
                  <a:pt x="1449870" y="32481"/>
                  <a:pt x="1447347" y="40803"/>
                </a:cubicBezTo>
                <a:cubicBezTo>
                  <a:pt x="1461338" y="44829"/>
                  <a:pt x="1477394" y="39461"/>
                  <a:pt x="1482669" y="61741"/>
                </a:cubicBezTo>
                <a:cubicBezTo>
                  <a:pt x="1483586" y="65767"/>
                  <a:pt x="1492532" y="67109"/>
                  <a:pt x="1497807" y="69794"/>
                </a:cubicBezTo>
                <a:cubicBezTo>
                  <a:pt x="1499183" y="67647"/>
                  <a:pt x="1500559" y="65499"/>
                  <a:pt x="1501706" y="63351"/>
                </a:cubicBezTo>
                <a:cubicBezTo>
                  <a:pt x="1497807" y="58788"/>
                  <a:pt x="1493220" y="54493"/>
                  <a:pt x="1490238" y="49125"/>
                </a:cubicBezTo>
                <a:cubicBezTo>
                  <a:pt x="1485880" y="41877"/>
                  <a:pt x="1482669" y="33823"/>
                  <a:pt x="1478540" y="24965"/>
                </a:cubicBezTo>
                <a:cubicBezTo>
                  <a:pt x="1484962" y="19059"/>
                  <a:pt x="1492532" y="12080"/>
                  <a:pt x="1497119" y="8053"/>
                </a:cubicBezTo>
                <a:cubicBezTo>
                  <a:pt x="1508358" y="8053"/>
                  <a:pt x="1516615" y="8053"/>
                  <a:pt x="1526019" y="8053"/>
                </a:cubicBezTo>
                <a:cubicBezTo>
                  <a:pt x="1519367" y="17180"/>
                  <a:pt x="1512945" y="26039"/>
                  <a:pt x="1505146" y="37313"/>
                </a:cubicBezTo>
                <a:cubicBezTo>
                  <a:pt x="1515927" y="40803"/>
                  <a:pt x="1523266" y="42951"/>
                  <a:pt x="1532900" y="45904"/>
                </a:cubicBezTo>
                <a:cubicBezTo>
                  <a:pt x="1529459" y="39729"/>
                  <a:pt x="1527166" y="35434"/>
                  <a:pt x="1524413" y="30065"/>
                </a:cubicBezTo>
                <a:cubicBezTo>
                  <a:pt x="1532900" y="24697"/>
                  <a:pt x="1533358" y="5100"/>
                  <a:pt x="1550102" y="11274"/>
                </a:cubicBezTo>
                <a:cubicBezTo>
                  <a:pt x="1549643" y="20402"/>
                  <a:pt x="1549184" y="29260"/>
                  <a:pt x="1548496" y="39729"/>
                </a:cubicBezTo>
                <a:cubicBezTo>
                  <a:pt x="1552166" y="38387"/>
                  <a:pt x="1556524" y="38387"/>
                  <a:pt x="1557212" y="36508"/>
                </a:cubicBezTo>
                <a:cubicBezTo>
                  <a:pt x="1564093" y="16374"/>
                  <a:pt x="1571433" y="11006"/>
                  <a:pt x="1590241" y="13422"/>
                </a:cubicBezTo>
                <a:cubicBezTo>
                  <a:pt x="1627627" y="18254"/>
                  <a:pt x="1665243" y="23892"/>
                  <a:pt x="1702629" y="27650"/>
                </a:cubicBezTo>
                <a:cubicBezTo>
                  <a:pt x="1719144" y="29260"/>
                  <a:pt x="1736117" y="26307"/>
                  <a:pt x="1752860" y="27650"/>
                </a:cubicBezTo>
                <a:cubicBezTo>
                  <a:pt x="1762035" y="28455"/>
                  <a:pt x="1770751" y="33823"/>
                  <a:pt x="1779696" y="36239"/>
                </a:cubicBezTo>
                <a:cubicBezTo>
                  <a:pt x="1806761" y="43219"/>
                  <a:pt x="1833826" y="50198"/>
                  <a:pt x="1860891" y="56641"/>
                </a:cubicBezTo>
                <a:cubicBezTo>
                  <a:pt x="1880387" y="61204"/>
                  <a:pt x="1899883" y="65499"/>
                  <a:pt x="1919608" y="67647"/>
                </a:cubicBezTo>
                <a:cubicBezTo>
                  <a:pt x="1926031" y="68452"/>
                  <a:pt x="1933141" y="62278"/>
                  <a:pt x="1941398" y="58519"/>
                </a:cubicBezTo>
                <a:cubicBezTo>
                  <a:pt x="1940252" y="63621"/>
                  <a:pt x="1939334" y="68452"/>
                  <a:pt x="1937958" y="74625"/>
                </a:cubicBezTo>
                <a:cubicBezTo>
                  <a:pt x="1979014" y="89927"/>
                  <a:pt x="2020300" y="105228"/>
                  <a:pt x="2062503" y="121066"/>
                </a:cubicBezTo>
                <a:cubicBezTo>
                  <a:pt x="2050576" y="138514"/>
                  <a:pt x="2036814" y="134220"/>
                  <a:pt x="2023052" y="129656"/>
                </a:cubicBezTo>
                <a:cubicBezTo>
                  <a:pt x="2013419" y="126435"/>
                  <a:pt x="2004015" y="123213"/>
                  <a:pt x="1992088" y="119187"/>
                </a:cubicBezTo>
                <a:cubicBezTo>
                  <a:pt x="1997592" y="139856"/>
                  <a:pt x="2022364" y="159721"/>
                  <a:pt x="2032915" y="155158"/>
                </a:cubicBezTo>
                <a:cubicBezTo>
                  <a:pt x="2047594" y="148983"/>
                  <a:pt x="2065485" y="148715"/>
                  <a:pt x="2070301" y="124019"/>
                </a:cubicBezTo>
                <a:cubicBezTo>
                  <a:pt x="2104018" y="140931"/>
                  <a:pt x="2135899" y="157036"/>
                  <a:pt x="2170763" y="174485"/>
                </a:cubicBezTo>
                <a:cubicBezTo>
                  <a:pt x="2149891" y="189786"/>
                  <a:pt x="2137505" y="184417"/>
                  <a:pt x="2123743" y="170190"/>
                </a:cubicBezTo>
                <a:cubicBezTo>
                  <a:pt x="2115257" y="161331"/>
                  <a:pt x="2101724" y="158916"/>
                  <a:pt x="2090256" y="154890"/>
                </a:cubicBezTo>
                <a:cubicBezTo>
                  <a:pt x="2085669" y="153278"/>
                  <a:pt x="2080164" y="154621"/>
                  <a:pt x="2075118" y="154621"/>
                </a:cubicBezTo>
                <a:cubicBezTo>
                  <a:pt x="2076494" y="175290"/>
                  <a:pt x="2084522" y="183343"/>
                  <a:pt x="2099660" y="179585"/>
                </a:cubicBezTo>
                <a:cubicBezTo>
                  <a:pt x="2101265" y="179317"/>
                  <a:pt x="2102871" y="178512"/>
                  <a:pt x="2104476" y="178780"/>
                </a:cubicBezTo>
                <a:cubicBezTo>
                  <a:pt x="2111128" y="180391"/>
                  <a:pt x="2117780" y="182538"/>
                  <a:pt x="2126037" y="184686"/>
                </a:cubicBezTo>
                <a:cubicBezTo>
                  <a:pt x="2115027" y="214751"/>
                  <a:pt x="2148973" y="202403"/>
                  <a:pt x="2150579" y="222535"/>
                </a:cubicBezTo>
                <a:cubicBezTo>
                  <a:pt x="2156542" y="218240"/>
                  <a:pt x="2162276" y="214482"/>
                  <a:pt x="2167781" y="210456"/>
                </a:cubicBezTo>
                <a:cubicBezTo>
                  <a:pt x="2160900" y="185223"/>
                  <a:pt x="2165717" y="178243"/>
                  <a:pt x="2187506" y="182806"/>
                </a:cubicBezTo>
                <a:cubicBezTo>
                  <a:pt x="2194617" y="184417"/>
                  <a:pt x="2201727" y="186833"/>
                  <a:pt x="2208608" y="188981"/>
                </a:cubicBezTo>
                <a:cubicBezTo>
                  <a:pt x="2227416" y="195155"/>
                  <a:pt x="2239802" y="184417"/>
                  <a:pt x="2250811" y="168311"/>
                </a:cubicBezTo>
                <a:cubicBezTo>
                  <a:pt x="2264802" y="147910"/>
                  <a:pt x="2288886" y="143883"/>
                  <a:pt x="2303336" y="159989"/>
                </a:cubicBezTo>
                <a:cubicBezTo>
                  <a:pt x="2307923" y="165089"/>
                  <a:pt x="2309070" y="174217"/>
                  <a:pt x="2312510" y="183343"/>
                </a:cubicBezTo>
                <a:cubicBezTo>
                  <a:pt x="2314345" y="183343"/>
                  <a:pt x="2317786" y="182270"/>
                  <a:pt x="2321226" y="182806"/>
                </a:cubicBezTo>
                <a:cubicBezTo>
                  <a:pt x="2328336" y="183881"/>
                  <a:pt x="2339117" y="182538"/>
                  <a:pt x="2341869" y="187369"/>
                </a:cubicBezTo>
                <a:cubicBezTo>
                  <a:pt x="2351502" y="204281"/>
                  <a:pt x="2362741" y="215288"/>
                  <a:pt x="2380632" y="216094"/>
                </a:cubicBezTo>
                <a:cubicBezTo>
                  <a:pt x="2385677" y="216362"/>
                  <a:pt x="2390494" y="217704"/>
                  <a:pt x="2395311" y="218509"/>
                </a:cubicBezTo>
                <a:cubicBezTo>
                  <a:pt x="2397375" y="218777"/>
                  <a:pt x="2401045" y="217704"/>
                  <a:pt x="2401274" y="218509"/>
                </a:cubicBezTo>
                <a:cubicBezTo>
                  <a:pt x="2408155" y="236226"/>
                  <a:pt x="2420770" y="223878"/>
                  <a:pt x="2430404" y="226830"/>
                </a:cubicBezTo>
                <a:cubicBezTo>
                  <a:pt x="2435679" y="228441"/>
                  <a:pt x="2440495" y="233005"/>
                  <a:pt x="2445771" y="234884"/>
                </a:cubicBezTo>
                <a:cubicBezTo>
                  <a:pt x="2451964" y="237031"/>
                  <a:pt x="2458845" y="239179"/>
                  <a:pt x="2465267" y="238911"/>
                </a:cubicBezTo>
                <a:cubicBezTo>
                  <a:pt x="2481781" y="238374"/>
                  <a:pt x="2498296" y="236494"/>
                  <a:pt x="2514580" y="234884"/>
                </a:cubicBezTo>
                <a:cubicBezTo>
                  <a:pt x="2519168" y="247232"/>
                  <a:pt x="2514580" y="264144"/>
                  <a:pt x="2531553" y="265217"/>
                </a:cubicBezTo>
                <a:cubicBezTo>
                  <a:pt x="2534765" y="265486"/>
                  <a:pt x="2537288" y="275418"/>
                  <a:pt x="2540728" y="281861"/>
                </a:cubicBezTo>
                <a:cubicBezTo>
                  <a:pt x="2542792" y="282129"/>
                  <a:pt x="2546691" y="283471"/>
                  <a:pt x="2550591" y="283471"/>
                </a:cubicBezTo>
                <a:cubicBezTo>
                  <a:pt x="2560683" y="284008"/>
                  <a:pt x="2571004" y="284545"/>
                  <a:pt x="2581096" y="284276"/>
                </a:cubicBezTo>
                <a:cubicBezTo>
                  <a:pt x="2598757" y="283740"/>
                  <a:pt x="2616419" y="282129"/>
                  <a:pt x="2634309" y="281861"/>
                </a:cubicBezTo>
                <a:cubicBezTo>
                  <a:pt x="2636144" y="281861"/>
                  <a:pt x="2637749" y="288571"/>
                  <a:pt x="2639813" y="292597"/>
                </a:cubicBezTo>
                <a:cubicBezTo>
                  <a:pt x="2646695" y="289914"/>
                  <a:pt x="2653805" y="286961"/>
                  <a:pt x="2660915" y="284008"/>
                </a:cubicBezTo>
                <a:cubicBezTo>
                  <a:pt x="2670090" y="293672"/>
                  <a:pt x="2679264" y="303335"/>
                  <a:pt x="2686834" y="310851"/>
                </a:cubicBezTo>
                <a:cubicBezTo>
                  <a:pt x="2702889" y="308436"/>
                  <a:pt x="2718486" y="303067"/>
                  <a:pt x="2733853" y="304410"/>
                </a:cubicBezTo>
                <a:cubicBezTo>
                  <a:pt x="2762065" y="307093"/>
                  <a:pt x="2767111" y="313268"/>
                  <a:pt x="2766194" y="335011"/>
                </a:cubicBezTo>
                <a:cubicBezTo>
                  <a:pt x="2776056" y="338233"/>
                  <a:pt x="2786378" y="341454"/>
                  <a:pt x="2796699" y="344944"/>
                </a:cubicBezTo>
                <a:cubicBezTo>
                  <a:pt x="2807938" y="348702"/>
                  <a:pt x="2803351" y="357828"/>
                  <a:pt x="2801745" y="366150"/>
                </a:cubicBezTo>
                <a:cubicBezTo>
                  <a:pt x="2800598" y="372324"/>
                  <a:pt x="2797158" y="380646"/>
                  <a:pt x="2799451" y="384136"/>
                </a:cubicBezTo>
                <a:cubicBezTo>
                  <a:pt x="2804727" y="392189"/>
                  <a:pt x="2812755" y="397020"/>
                  <a:pt x="2821700" y="389236"/>
                </a:cubicBezTo>
                <a:cubicBezTo>
                  <a:pt x="2822847" y="388162"/>
                  <a:pt x="2824681" y="388162"/>
                  <a:pt x="2826287" y="387894"/>
                </a:cubicBezTo>
                <a:cubicBezTo>
                  <a:pt x="2827204" y="398900"/>
                  <a:pt x="2828122" y="409906"/>
                  <a:pt x="2828581" y="416617"/>
                </a:cubicBezTo>
                <a:cubicBezTo>
                  <a:pt x="2840966" y="414469"/>
                  <a:pt x="2852435" y="409101"/>
                  <a:pt x="2862297" y="411785"/>
                </a:cubicBezTo>
                <a:cubicBezTo>
                  <a:pt x="2872619" y="414737"/>
                  <a:pt x="2880876" y="425744"/>
                  <a:pt x="2890509" y="432455"/>
                </a:cubicBezTo>
                <a:cubicBezTo>
                  <a:pt x="2896014" y="436481"/>
                  <a:pt x="2902207" y="439166"/>
                  <a:pt x="2908170" y="442655"/>
                </a:cubicBezTo>
                <a:cubicBezTo>
                  <a:pt x="2913446" y="445609"/>
                  <a:pt x="2921244" y="446950"/>
                  <a:pt x="2923538" y="451782"/>
                </a:cubicBezTo>
                <a:cubicBezTo>
                  <a:pt x="2933400" y="472989"/>
                  <a:pt x="2951061" y="488558"/>
                  <a:pt x="2953355" y="515939"/>
                </a:cubicBezTo>
                <a:cubicBezTo>
                  <a:pt x="2954273" y="527750"/>
                  <a:pt x="2965970" y="540636"/>
                  <a:pt x="2975374" y="548420"/>
                </a:cubicBezTo>
                <a:cubicBezTo>
                  <a:pt x="2985925" y="556741"/>
                  <a:pt x="2989824" y="566405"/>
                  <a:pt x="2989136" y="579558"/>
                </a:cubicBezTo>
                <a:cubicBezTo>
                  <a:pt x="2988677" y="590027"/>
                  <a:pt x="2999916" y="605866"/>
                  <a:pt x="3008632" y="605866"/>
                </a:cubicBezTo>
                <a:cubicBezTo>
                  <a:pt x="3019183" y="605866"/>
                  <a:pt x="3029734" y="605866"/>
                  <a:pt x="3041660" y="605866"/>
                </a:cubicBezTo>
                <a:cubicBezTo>
                  <a:pt x="3041202" y="612309"/>
                  <a:pt x="3040972" y="618751"/>
                  <a:pt x="3040743" y="620630"/>
                </a:cubicBezTo>
                <a:cubicBezTo>
                  <a:pt x="3052211" y="623851"/>
                  <a:pt x="3062533" y="627609"/>
                  <a:pt x="3073083" y="629757"/>
                </a:cubicBezTo>
                <a:cubicBezTo>
                  <a:pt x="3077442" y="630561"/>
                  <a:pt x="3082258" y="628952"/>
                  <a:pt x="3086616" y="627073"/>
                </a:cubicBezTo>
                <a:cubicBezTo>
                  <a:pt x="3096938" y="622509"/>
                  <a:pt x="3101295" y="627073"/>
                  <a:pt x="3103130" y="638884"/>
                </a:cubicBezTo>
                <a:cubicBezTo>
                  <a:pt x="3103818" y="643179"/>
                  <a:pt x="3105194" y="650158"/>
                  <a:pt x="3107488" y="650963"/>
                </a:cubicBezTo>
                <a:cubicBezTo>
                  <a:pt x="3125608" y="657674"/>
                  <a:pt x="3136388" y="668949"/>
                  <a:pt x="3127672" y="693914"/>
                </a:cubicBezTo>
                <a:cubicBezTo>
                  <a:pt x="3137076" y="691497"/>
                  <a:pt x="3144187" y="689619"/>
                  <a:pt x="3154279" y="687203"/>
                </a:cubicBezTo>
                <a:cubicBezTo>
                  <a:pt x="3151755" y="696062"/>
                  <a:pt x="3150379" y="700893"/>
                  <a:pt x="3149232" y="705725"/>
                </a:cubicBezTo>
                <a:cubicBezTo>
                  <a:pt x="3149921" y="706798"/>
                  <a:pt x="3150609" y="708409"/>
                  <a:pt x="3151297" y="708409"/>
                </a:cubicBezTo>
                <a:cubicBezTo>
                  <a:pt x="3168958" y="708946"/>
                  <a:pt x="3170334" y="710826"/>
                  <a:pt x="3164370" y="730958"/>
                </a:cubicBezTo>
                <a:cubicBezTo>
                  <a:pt x="3161160" y="741696"/>
                  <a:pt x="3160471" y="751360"/>
                  <a:pt x="3170334" y="758607"/>
                </a:cubicBezTo>
                <a:cubicBezTo>
                  <a:pt x="3173087" y="760755"/>
                  <a:pt x="3175839" y="764781"/>
                  <a:pt x="3176527" y="768539"/>
                </a:cubicBezTo>
                <a:cubicBezTo>
                  <a:pt x="3179050" y="783036"/>
                  <a:pt x="3187307" y="787867"/>
                  <a:pt x="3198546" y="791625"/>
                </a:cubicBezTo>
                <a:cubicBezTo>
                  <a:pt x="3204968" y="793772"/>
                  <a:pt x="3209785" y="801290"/>
                  <a:pt x="3215519" y="806389"/>
                </a:cubicBezTo>
                <a:cubicBezTo>
                  <a:pt x="3214831" y="808268"/>
                  <a:pt x="3214143" y="810147"/>
                  <a:pt x="3213454" y="812026"/>
                </a:cubicBezTo>
                <a:cubicBezTo>
                  <a:pt x="3206115" y="813905"/>
                  <a:pt x="3198775" y="816054"/>
                  <a:pt x="3185702" y="819542"/>
                </a:cubicBezTo>
                <a:cubicBezTo>
                  <a:pt x="3196481" y="825717"/>
                  <a:pt x="3203592" y="829743"/>
                  <a:pt x="3211620" y="834307"/>
                </a:cubicBezTo>
                <a:cubicBezTo>
                  <a:pt x="3212996" y="850681"/>
                  <a:pt x="3214831" y="869472"/>
                  <a:pt x="3216437" y="888262"/>
                </a:cubicBezTo>
                <a:cubicBezTo>
                  <a:pt x="3209555" y="893900"/>
                  <a:pt x="3201299" y="900343"/>
                  <a:pt x="3193041" y="907054"/>
                </a:cubicBezTo>
                <a:cubicBezTo>
                  <a:pt x="3193500" y="908664"/>
                  <a:pt x="3194188" y="910276"/>
                  <a:pt x="3194647" y="911617"/>
                </a:cubicBezTo>
                <a:cubicBezTo>
                  <a:pt x="3201069" y="911617"/>
                  <a:pt x="3207262" y="911617"/>
                  <a:pt x="3213913" y="911617"/>
                </a:cubicBezTo>
                <a:cubicBezTo>
                  <a:pt x="3214831" y="924770"/>
                  <a:pt x="3215519" y="936851"/>
                  <a:pt x="3216207" y="948662"/>
                </a:cubicBezTo>
                <a:cubicBezTo>
                  <a:pt x="3235015" y="952957"/>
                  <a:pt x="3244419" y="966110"/>
                  <a:pt x="3243960" y="983021"/>
                </a:cubicBezTo>
                <a:cubicBezTo>
                  <a:pt x="3260016" y="998055"/>
                  <a:pt x="3274465" y="1011744"/>
                  <a:pt x="3289604" y="1025972"/>
                </a:cubicBezTo>
                <a:cubicBezTo>
                  <a:pt x="3285246" y="1032414"/>
                  <a:pt x="3282952" y="1035636"/>
                  <a:pt x="3280659" y="1038857"/>
                </a:cubicBezTo>
                <a:cubicBezTo>
                  <a:pt x="3274236" y="1047715"/>
                  <a:pt x="3276759" y="1052548"/>
                  <a:pt x="3285017" y="1057111"/>
                </a:cubicBezTo>
                <a:cubicBezTo>
                  <a:pt x="3291209" y="1060601"/>
                  <a:pt x="3296026" y="1067043"/>
                  <a:pt x="3302219" y="1072949"/>
                </a:cubicBezTo>
                <a:cubicBezTo>
                  <a:pt x="3296255" y="1078049"/>
                  <a:pt x="3292815" y="1081001"/>
                  <a:pt x="3288686" y="1084491"/>
                </a:cubicBezTo>
                <a:cubicBezTo>
                  <a:pt x="3294879" y="1090129"/>
                  <a:pt x="3300155" y="1094960"/>
                  <a:pt x="3306806" y="1100866"/>
                </a:cubicBezTo>
                <a:cubicBezTo>
                  <a:pt x="3310705" y="1100061"/>
                  <a:pt x="3317128" y="1098987"/>
                  <a:pt x="3324009" y="1097645"/>
                </a:cubicBezTo>
                <a:cubicBezTo>
                  <a:pt x="3326761" y="1106503"/>
                  <a:pt x="3329284" y="1114289"/>
                  <a:pt x="3332266" y="1123952"/>
                </a:cubicBezTo>
                <a:cubicBezTo>
                  <a:pt x="3326532" y="1128246"/>
                  <a:pt x="3320338" y="1132543"/>
                  <a:pt x="3312311" y="1138447"/>
                </a:cubicBezTo>
                <a:cubicBezTo>
                  <a:pt x="3332036" y="1143817"/>
                  <a:pt x="3340294" y="1175223"/>
                  <a:pt x="3368046" y="1164217"/>
                </a:cubicBezTo>
                <a:cubicBezTo>
                  <a:pt x="3363918" y="1173345"/>
                  <a:pt x="3360248" y="1183009"/>
                  <a:pt x="3355432" y="1191599"/>
                </a:cubicBezTo>
                <a:cubicBezTo>
                  <a:pt x="3351073" y="1199115"/>
                  <a:pt x="3343275" y="1205558"/>
                  <a:pt x="3354973" y="1213610"/>
                </a:cubicBezTo>
                <a:cubicBezTo>
                  <a:pt x="3356578" y="1214684"/>
                  <a:pt x="3358184" y="1220859"/>
                  <a:pt x="3357496" y="1221664"/>
                </a:cubicBezTo>
                <a:cubicBezTo>
                  <a:pt x="3348550" y="1230791"/>
                  <a:pt x="3339146" y="1239112"/>
                  <a:pt x="3329513" y="1248240"/>
                </a:cubicBezTo>
                <a:cubicBezTo>
                  <a:pt x="3338917" y="1256561"/>
                  <a:pt x="3335247" y="1267030"/>
                  <a:pt x="3326990" y="1278305"/>
                </a:cubicBezTo>
                <a:cubicBezTo>
                  <a:pt x="3317586" y="1291189"/>
                  <a:pt x="3319421" y="1301927"/>
                  <a:pt x="3331119" y="1310517"/>
                </a:cubicBezTo>
                <a:cubicBezTo>
                  <a:pt x="3335935" y="1314007"/>
                  <a:pt x="3340064" y="1318570"/>
                  <a:pt x="3344422" y="1322597"/>
                </a:cubicBezTo>
                <a:cubicBezTo>
                  <a:pt x="3343734" y="1324475"/>
                  <a:pt x="3343046" y="1326623"/>
                  <a:pt x="3342358" y="1328501"/>
                </a:cubicBezTo>
                <a:cubicBezTo>
                  <a:pt x="3348321" y="1326891"/>
                  <a:pt x="3354055" y="1325550"/>
                  <a:pt x="3362542" y="1323402"/>
                </a:cubicBezTo>
                <a:cubicBezTo>
                  <a:pt x="3366670" y="1335749"/>
                  <a:pt x="3371716" y="1351051"/>
                  <a:pt x="3377221" y="1367962"/>
                </a:cubicBezTo>
                <a:cubicBezTo>
                  <a:pt x="3380661" y="1367962"/>
                  <a:pt x="3385707" y="1367962"/>
                  <a:pt x="3390295" y="1367962"/>
                </a:cubicBezTo>
                <a:cubicBezTo>
                  <a:pt x="3392818" y="1394807"/>
                  <a:pt x="3400157" y="1420577"/>
                  <a:pt x="3385478" y="1445810"/>
                </a:cubicBezTo>
                <a:cubicBezTo>
                  <a:pt x="3381808" y="1452253"/>
                  <a:pt x="3382726" y="1467822"/>
                  <a:pt x="3387084" y="1473728"/>
                </a:cubicBezTo>
                <a:cubicBezTo>
                  <a:pt x="3395570" y="1485539"/>
                  <a:pt x="3392130" y="1506746"/>
                  <a:pt x="3410020" y="1511577"/>
                </a:cubicBezTo>
                <a:cubicBezTo>
                  <a:pt x="3418736" y="1513992"/>
                  <a:pt x="3416213" y="1541374"/>
                  <a:pt x="3412772" y="1553453"/>
                </a:cubicBezTo>
                <a:cubicBezTo>
                  <a:pt x="3405433" y="1579761"/>
                  <a:pt x="3380891" y="1579761"/>
                  <a:pt x="3368276" y="1597478"/>
                </a:cubicBezTo>
                <a:cubicBezTo>
                  <a:pt x="3366441" y="1600162"/>
                  <a:pt x="3359101" y="1597746"/>
                  <a:pt x="3354055" y="1597746"/>
                </a:cubicBezTo>
                <a:cubicBezTo>
                  <a:pt x="3354055" y="1599356"/>
                  <a:pt x="3353596" y="1601236"/>
                  <a:pt x="3354055" y="1601504"/>
                </a:cubicBezTo>
                <a:cubicBezTo>
                  <a:pt x="3375845" y="1617342"/>
                  <a:pt x="3377450" y="1618684"/>
                  <a:pt x="3362312" y="1646601"/>
                </a:cubicBezTo>
                <a:cubicBezTo>
                  <a:pt x="3352449" y="1664587"/>
                  <a:pt x="3359789" y="1665929"/>
                  <a:pt x="3371258" y="1668614"/>
                </a:cubicBezTo>
                <a:cubicBezTo>
                  <a:pt x="3372863" y="1668882"/>
                  <a:pt x="3374239" y="1670225"/>
                  <a:pt x="3375845" y="1670493"/>
                </a:cubicBezTo>
                <a:cubicBezTo>
                  <a:pt x="3387772" y="1673177"/>
                  <a:pt x="3388919" y="1678814"/>
                  <a:pt x="3380203" y="1688747"/>
                </a:cubicBezTo>
                <a:cubicBezTo>
                  <a:pt x="3377680" y="1691699"/>
                  <a:pt x="3377221" y="1696800"/>
                  <a:pt x="3375845" y="1701095"/>
                </a:cubicBezTo>
                <a:cubicBezTo>
                  <a:pt x="3379056" y="1702168"/>
                  <a:pt x="3382267" y="1703779"/>
                  <a:pt x="3385478" y="1704316"/>
                </a:cubicBezTo>
                <a:cubicBezTo>
                  <a:pt x="3396717" y="1706464"/>
                  <a:pt x="3400846" y="1713712"/>
                  <a:pt x="3400157" y="1727133"/>
                </a:cubicBezTo>
                <a:cubicBezTo>
                  <a:pt x="3399699" y="1735186"/>
                  <a:pt x="3399469" y="1744582"/>
                  <a:pt x="3402222" y="1751561"/>
                </a:cubicBezTo>
                <a:cubicBezTo>
                  <a:pt x="3415984" y="1786189"/>
                  <a:pt x="3422865" y="1796122"/>
                  <a:pt x="3403139" y="1824576"/>
                </a:cubicBezTo>
                <a:cubicBezTo>
                  <a:pt x="3401075" y="1827798"/>
                  <a:pt x="3399011" y="1832898"/>
                  <a:pt x="3399699" y="1836387"/>
                </a:cubicBezTo>
                <a:cubicBezTo>
                  <a:pt x="3401304" y="1847394"/>
                  <a:pt x="3405892" y="1858668"/>
                  <a:pt x="3392818" y="1864574"/>
                </a:cubicBezTo>
                <a:cubicBezTo>
                  <a:pt x="3384790" y="1868332"/>
                  <a:pt x="3377221" y="1875043"/>
                  <a:pt x="3368964" y="1875848"/>
                </a:cubicBezTo>
                <a:cubicBezTo>
                  <a:pt x="3355202" y="1877191"/>
                  <a:pt x="3351532" y="1886317"/>
                  <a:pt x="3352220" y="1899471"/>
                </a:cubicBezTo>
                <a:cubicBezTo>
                  <a:pt x="3352679" y="1910477"/>
                  <a:pt x="3353367" y="1920408"/>
                  <a:pt x="3343046" y="1926046"/>
                </a:cubicBezTo>
                <a:cubicBezTo>
                  <a:pt x="3340752" y="1927388"/>
                  <a:pt x="3338458" y="1931952"/>
                  <a:pt x="3338458" y="1935172"/>
                </a:cubicBezTo>
                <a:cubicBezTo>
                  <a:pt x="3338688" y="1955843"/>
                  <a:pt x="3339605" y="1976781"/>
                  <a:pt x="3340294" y="1998793"/>
                </a:cubicBezTo>
                <a:cubicBezTo>
                  <a:pt x="3360707" y="2006309"/>
                  <a:pt x="3360707" y="2006309"/>
                  <a:pt x="3357954" y="2038790"/>
                </a:cubicBezTo>
                <a:cubicBezTo>
                  <a:pt x="3357496" y="2044159"/>
                  <a:pt x="3360936" y="2050333"/>
                  <a:pt x="3359789" y="2055166"/>
                </a:cubicBezTo>
                <a:cubicBezTo>
                  <a:pt x="3357037" y="2067513"/>
                  <a:pt x="3356808" y="2083351"/>
                  <a:pt x="3339834" y="2081741"/>
                </a:cubicBezTo>
                <a:cubicBezTo>
                  <a:pt x="3336165" y="2081472"/>
                  <a:pt x="3332036" y="2084424"/>
                  <a:pt x="3328825" y="2085767"/>
                </a:cubicBezTo>
                <a:cubicBezTo>
                  <a:pt x="3333183" y="2104826"/>
                  <a:pt x="3337541" y="2122543"/>
                  <a:pt x="3341211" y="2140260"/>
                </a:cubicBezTo>
                <a:cubicBezTo>
                  <a:pt x="3346028" y="2163346"/>
                  <a:pt x="3340064" y="2175158"/>
                  <a:pt x="3320797" y="2180794"/>
                </a:cubicBezTo>
                <a:cubicBezTo>
                  <a:pt x="3300155" y="2186700"/>
                  <a:pt x="3279512" y="2215691"/>
                  <a:pt x="3277218" y="2241730"/>
                </a:cubicBezTo>
                <a:cubicBezTo>
                  <a:pt x="3274924" y="2266157"/>
                  <a:pt x="3264832" y="2275821"/>
                  <a:pt x="3243731" y="2278774"/>
                </a:cubicBezTo>
                <a:cubicBezTo>
                  <a:pt x="3235703" y="2279848"/>
                  <a:pt x="3224693" y="2282532"/>
                  <a:pt x="3225840" y="2299176"/>
                </a:cubicBezTo>
                <a:cubicBezTo>
                  <a:pt x="3226758" y="2313134"/>
                  <a:pt x="3222859" y="2325483"/>
                  <a:pt x="3212767" y="2335147"/>
                </a:cubicBezTo>
                <a:cubicBezTo>
                  <a:pt x="3209097" y="2338637"/>
                  <a:pt x="3207033" y="2349373"/>
                  <a:pt x="3208867" y="2354474"/>
                </a:cubicBezTo>
                <a:cubicBezTo>
                  <a:pt x="3213225" y="2366017"/>
                  <a:pt x="3209326" y="2375413"/>
                  <a:pt x="3208179" y="2386150"/>
                </a:cubicBezTo>
                <a:cubicBezTo>
                  <a:pt x="3205886" y="2407624"/>
                  <a:pt x="3213913" y="2430979"/>
                  <a:pt x="3194647" y="2447623"/>
                </a:cubicBezTo>
                <a:cubicBezTo>
                  <a:pt x="3193500" y="2448696"/>
                  <a:pt x="3198775" y="2461849"/>
                  <a:pt x="3202215" y="2468560"/>
                </a:cubicBezTo>
                <a:cubicBezTo>
                  <a:pt x="3207262" y="2478761"/>
                  <a:pt x="3209097" y="2484935"/>
                  <a:pt x="3196023" y="2487887"/>
                </a:cubicBezTo>
                <a:cubicBezTo>
                  <a:pt x="3190747" y="2488962"/>
                  <a:pt x="3186619" y="2497551"/>
                  <a:pt x="3181573" y="2501846"/>
                </a:cubicBezTo>
                <a:cubicBezTo>
                  <a:pt x="3169875" y="2511779"/>
                  <a:pt x="3157949" y="2521175"/>
                  <a:pt x="3144187" y="2532180"/>
                </a:cubicBezTo>
                <a:cubicBezTo>
                  <a:pt x="3144187" y="2551776"/>
                  <a:pt x="3136159" y="2572714"/>
                  <a:pt x="3112305" y="2562245"/>
                </a:cubicBezTo>
                <a:cubicBezTo>
                  <a:pt x="3107947" y="2560367"/>
                  <a:pt x="3102442" y="2561440"/>
                  <a:pt x="3097625" y="2561172"/>
                </a:cubicBezTo>
                <a:cubicBezTo>
                  <a:pt x="3096708" y="2563050"/>
                  <a:pt x="3095791" y="2564661"/>
                  <a:pt x="3095103" y="2566540"/>
                </a:cubicBezTo>
                <a:cubicBezTo>
                  <a:pt x="3097167" y="2567345"/>
                  <a:pt x="3099460" y="2567613"/>
                  <a:pt x="3101066" y="2569225"/>
                </a:cubicBezTo>
                <a:cubicBezTo>
                  <a:pt x="3105653" y="2573251"/>
                  <a:pt x="3109782" y="2578083"/>
                  <a:pt x="3114140" y="2582379"/>
                </a:cubicBezTo>
                <a:cubicBezTo>
                  <a:pt x="3107718" y="2586405"/>
                  <a:pt x="3101525" y="2591236"/>
                  <a:pt x="3094644" y="2594458"/>
                </a:cubicBezTo>
                <a:cubicBezTo>
                  <a:pt x="3090974" y="2596068"/>
                  <a:pt x="3086386" y="2594726"/>
                  <a:pt x="3083176" y="2594726"/>
                </a:cubicBezTo>
                <a:cubicBezTo>
                  <a:pt x="3083176" y="2611100"/>
                  <a:pt x="3083864" y="2626671"/>
                  <a:pt x="3082717" y="2642240"/>
                </a:cubicBezTo>
                <a:cubicBezTo>
                  <a:pt x="3082487" y="2645998"/>
                  <a:pt x="3075836" y="2651098"/>
                  <a:pt x="3071707" y="2652172"/>
                </a:cubicBezTo>
                <a:cubicBezTo>
                  <a:pt x="3057257" y="2655662"/>
                  <a:pt x="3042348" y="2657809"/>
                  <a:pt x="3029275" y="2659957"/>
                </a:cubicBezTo>
                <a:cubicBezTo>
                  <a:pt x="3029963" y="2671500"/>
                  <a:pt x="3030192" y="2679016"/>
                  <a:pt x="3030651" y="2686264"/>
                </a:cubicBezTo>
                <a:cubicBezTo>
                  <a:pt x="3021935" y="2686264"/>
                  <a:pt x="3013220" y="2686264"/>
                  <a:pt x="3003357" y="2686264"/>
                </a:cubicBezTo>
                <a:cubicBezTo>
                  <a:pt x="3003357" y="2687069"/>
                  <a:pt x="3003815" y="2692170"/>
                  <a:pt x="3004503" y="2698611"/>
                </a:cubicBezTo>
                <a:cubicBezTo>
                  <a:pt x="3000834" y="2696465"/>
                  <a:pt x="2998310" y="2695123"/>
                  <a:pt x="2994411" y="2692706"/>
                </a:cubicBezTo>
                <a:cubicBezTo>
                  <a:pt x="2994641" y="2709349"/>
                  <a:pt x="2967576" y="2712839"/>
                  <a:pt x="2981109" y="2732704"/>
                </a:cubicBezTo>
                <a:cubicBezTo>
                  <a:pt x="2972622" y="2753910"/>
                  <a:pt x="2949226" y="2757132"/>
                  <a:pt x="2946015" y="2784244"/>
                </a:cubicBezTo>
                <a:cubicBezTo>
                  <a:pt x="2944410" y="2796861"/>
                  <a:pt x="2932024" y="2807597"/>
                  <a:pt x="2924226" y="2819678"/>
                </a:cubicBezTo>
                <a:cubicBezTo>
                  <a:pt x="2917345" y="2817798"/>
                  <a:pt x="2910923" y="2815919"/>
                  <a:pt x="2900831" y="2813235"/>
                </a:cubicBezTo>
                <a:cubicBezTo>
                  <a:pt x="2907941" y="2833369"/>
                  <a:pt x="2904730" y="2847058"/>
                  <a:pt x="2889363" y="2856454"/>
                </a:cubicBezTo>
                <a:cubicBezTo>
                  <a:pt x="2887069" y="2857796"/>
                  <a:pt x="2890051" y="2871218"/>
                  <a:pt x="2890739" y="2880614"/>
                </a:cubicBezTo>
                <a:cubicBezTo>
                  <a:pt x="2886839" y="2881955"/>
                  <a:pt x="2880876" y="2884102"/>
                  <a:pt x="2874913" y="2886251"/>
                </a:cubicBezTo>
                <a:cubicBezTo>
                  <a:pt x="2872848" y="2911752"/>
                  <a:pt x="2842801" y="2934569"/>
                  <a:pt x="2818718" y="2930543"/>
                </a:cubicBezTo>
                <a:cubicBezTo>
                  <a:pt x="2809085" y="2944502"/>
                  <a:pt x="2800140" y="2957655"/>
                  <a:pt x="2789818" y="2972688"/>
                </a:cubicBezTo>
                <a:cubicBezTo>
                  <a:pt x="2784084" y="2974836"/>
                  <a:pt x="2775139" y="2979130"/>
                  <a:pt x="2765964" y="2981814"/>
                </a:cubicBezTo>
                <a:cubicBezTo>
                  <a:pt x="2760001" y="2983425"/>
                  <a:pt x="2752432" y="2985035"/>
                  <a:pt x="2747386" y="2982352"/>
                </a:cubicBezTo>
                <a:cubicBezTo>
                  <a:pt x="2733165" y="2974836"/>
                  <a:pt x="2733624" y="2996310"/>
                  <a:pt x="2723761" y="2997385"/>
                </a:cubicBezTo>
                <a:cubicBezTo>
                  <a:pt x="2719403" y="2997921"/>
                  <a:pt x="2715275" y="3002753"/>
                  <a:pt x="2710228" y="3005974"/>
                </a:cubicBezTo>
                <a:cubicBezTo>
                  <a:pt x="2705412" y="3014832"/>
                  <a:pt x="2699678" y="3025571"/>
                  <a:pt x="2693944" y="3036038"/>
                </a:cubicBezTo>
                <a:cubicBezTo>
                  <a:pt x="2677659" y="3029059"/>
                  <a:pt x="2650364" y="3066910"/>
                  <a:pt x="2652887" y="3095096"/>
                </a:cubicBezTo>
                <a:cubicBezTo>
                  <a:pt x="2629951" y="3106370"/>
                  <a:pt x="2606326" y="3118181"/>
                  <a:pt x="2582473" y="3129455"/>
                </a:cubicBezTo>
                <a:cubicBezTo>
                  <a:pt x="2580638" y="3130261"/>
                  <a:pt x="2577885" y="3128919"/>
                  <a:pt x="2575591" y="3128919"/>
                </a:cubicBezTo>
                <a:cubicBezTo>
                  <a:pt x="2571234" y="3129187"/>
                  <a:pt x="2563664" y="3128382"/>
                  <a:pt x="2562747" y="3130798"/>
                </a:cubicBezTo>
                <a:cubicBezTo>
                  <a:pt x="2553114" y="3157642"/>
                  <a:pt x="2522608" y="3144756"/>
                  <a:pt x="2511369" y="3168380"/>
                </a:cubicBezTo>
                <a:cubicBezTo>
                  <a:pt x="2510681" y="3169990"/>
                  <a:pt x="2501736" y="3169185"/>
                  <a:pt x="2499442" y="3166500"/>
                </a:cubicBezTo>
                <a:cubicBezTo>
                  <a:pt x="2490268" y="3155494"/>
                  <a:pt x="2479946" y="3153615"/>
                  <a:pt x="2468019" y="3158447"/>
                </a:cubicBezTo>
                <a:cubicBezTo>
                  <a:pt x="2462515" y="3160595"/>
                  <a:pt x="2456551" y="3161668"/>
                  <a:pt x="2451046" y="3163817"/>
                </a:cubicBezTo>
                <a:cubicBezTo>
                  <a:pt x="2440266" y="3168111"/>
                  <a:pt x="2430174" y="3174284"/>
                  <a:pt x="2430404" y="3151199"/>
                </a:cubicBezTo>
                <a:cubicBezTo>
                  <a:pt x="2430404" y="3145293"/>
                  <a:pt x="2422376" y="3139120"/>
                  <a:pt x="2416871" y="3131604"/>
                </a:cubicBezTo>
                <a:cubicBezTo>
                  <a:pt x="2413431" y="3147978"/>
                  <a:pt x="2407467" y="3157105"/>
                  <a:pt x="2391182" y="3155226"/>
                </a:cubicBezTo>
                <a:cubicBezTo>
                  <a:pt x="2384072" y="3154421"/>
                  <a:pt x="2376273" y="3162473"/>
                  <a:pt x="2373292" y="3176432"/>
                </a:cubicBezTo>
                <a:cubicBezTo>
                  <a:pt x="2370539" y="3189586"/>
                  <a:pt x="2357466" y="3200860"/>
                  <a:pt x="2347144" y="3209987"/>
                </a:cubicBezTo>
                <a:cubicBezTo>
                  <a:pt x="2344392" y="3212403"/>
                  <a:pt x="2334529" y="3203276"/>
                  <a:pt x="2327648" y="3197371"/>
                </a:cubicBezTo>
                <a:cubicBezTo>
                  <a:pt x="2313886" y="3199249"/>
                  <a:pt x="2315950" y="3209182"/>
                  <a:pt x="2322602" y="3219383"/>
                </a:cubicBezTo>
                <a:cubicBezTo>
                  <a:pt x="2315033" y="3232536"/>
                  <a:pt x="2309758" y="3247031"/>
                  <a:pt x="2300354" y="3255622"/>
                </a:cubicBezTo>
                <a:cubicBezTo>
                  <a:pt x="2290950" y="3264480"/>
                  <a:pt x="2276729" y="3273339"/>
                  <a:pt x="2265949" y="3271459"/>
                </a:cubicBezTo>
                <a:cubicBezTo>
                  <a:pt x="2246682" y="3268238"/>
                  <a:pt x="2231544" y="3276829"/>
                  <a:pt x="2214801" y="3283271"/>
                </a:cubicBezTo>
                <a:cubicBezTo>
                  <a:pt x="2209067" y="3285418"/>
                  <a:pt x="2200810" y="3278439"/>
                  <a:pt x="2193699" y="3276561"/>
                </a:cubicBezTo>
                <a:cubicBezTo>
                  <a:pt x="2187506" y="3274949"/>
                  <a:pt x="2180167" y="3271459"/>
                  <a:pt x="2175350" y="3273876"/>
                </a:cubicBezTo>
                <a:cubicBezTo>
                  <a:pt x="2160212" y="3281660"/>
                  <a:pt x="2147368" y="3276829"/>
                  <a:pt x="2134294" y="3268238"/>
                </a:cubicBezTo>
                <a:cubicBezTo>
                  <a:pt x="2132459" y="3267165"/>
                  <a:pt x="2129707" y="3265017"/>
                  <a:pt x="2128789" y="3265823"/>
                </a:cubicBezTo>
                <a:cubicBezTo>
                  <a:pt x="2108834" y="3282197"/>
                  <a:pt x="2078329" y="3265823"/>
                  <a:pt x="2062273" y="3296693"/>
                </a:cubicBezTo>
                <a:cubicBezTo>
                  <a:pt x="2057915" y="3305014"/>
                  <a:pt x="2044383" y="3306357"/>
                  <a:pt x="2034979" y="3311457"/>
                </a:cubicBezTo>
                <a:cubicBezTo>
                  <a:pt x="2031309" y="3313605"/>
                  <a:pt x="2027869" y="3316826"/>
                  <a:pt x="2024428" y="3314142"/>
                </a:cubicBezTo>
                <a:cubicBezTo>
                  <a:pt x="2009749" y="3314142"/>
                  <a:pt x="1994840" y="3312262"/>
                  <a:pt x="1980619" y="3314678"/>
                </a:cubicBezTo>
                <a:cubicBezTo>
                  <a:pt x="1968922" y="3316826"/>
                  <a:pt x="1959289" y="3318436"/>
                  <a:pt x="1948738" y="3309846"/>
                </a:cubicBezTo>
                <a:cubicBezTo>
                  <a:pt x="1943692" y="3305820"/>
                  <a:pt x="1934747" y="3304209"/>
                  <a:pt x="1928554" y="3306357"/>
                </a:cubicBezTo>
                <a:cubicBezTo>
                  <a:pt x="1917086" y="3310115"/>
                  <a:pt x="1907452" y="3309846"/>
                  <a:pt x="1897360" y="3302061"/>
                </a:cubicBezTo>
                <a:cubicBezTo>
                  <a:pt x="1896443" y="3301256"/>
                  <a:pt x="1889332" y="3307699"/>
                  <a:pt x="1888415" y="3311725"/>
                </a:cubicBezTo>
                <a:cubicBezTo>
                  <a:pt x="1887497" y="3316558"/>
                  <a:pt x="1890250" y="3322194"/>
                  <a:pt x="1891855" y="3329442"/>
                </a:cubicBezTo>
                <a:cubicBezTo>
                  <a:pt x="1879699" y="3329174"/>
                  <a:pt x="1865708" y="3324879"/>
                  <a:pt x="1864790" y="3349306"/>
                </a:cubicBezTo>
                <a:cubicBezTo>
                  <a:pt x="1855157" y="3336690"/>
                  <a:pt x="1837267" y="3369439"/>
                  <a:pt x="1833826" y="3338570"/>
                </a:cubicBezTo>
                <a:cubicBezTo>
                  <a:pt x="1823963" y="3335617"/>
                  <a:pt x="1815247" y="3331858"/>
                  <a:pt x="1806073" y="3330516"/>
                </a:cubicBezTo>
                <a:cubicBezTo>
                  <a:pt x="1801486" y="3329979"/>
                  <a:pt x="1795981" y="3332395"/>
                  <a:pt x="1792082" y="3335348"/>
                </a:cubicBezTo>
                <a:cubicBezTo>
                  <a:pt x="1773733" y="3349038"/>
                  <a:pt x="1755842" y="3345011"/>
                  <a:pt x="1743915" y="3324074"/>
                </a:cubicBezTo>
                <a:cubicBezTo>
                  <a:pt x="1742310" y="3321389"/>
                  <a:pt x="1738411" y="3317900"/>
                  <a:pt x="1736346" y="3318436"/>
                </a:cubicBezTo>
                <a:cubicBezTo>
                  <a:pt x="1715245" y="3324611"/>
                  <a:pt x="1702629" y="3306089"/>
                  <a:pt x="1688638" y="3294545"/>
                </a:cubicBezTo>
                <a:cubicBezTo>
                  <a:pt x="1669601" y="3278976"/>
                  <a:pt x="1648729" y="3277097"/>
                  <a:pt x="1628315" y="3281392"/>
                </a:cubicBezTo>
                <a:cubicBezTo>
                  <a:pt x="1609278" y="3285418"/>
                  <a:pt x="1594140" y="3281660"/>
                  <a:pt x="1577167" y="3272264"/>
                </a:cubicBezTo>
                <a:cubicBezTo>
                  <a:pt x="1562029" y="3264212"/>
                  <a:pt x="1544139" y="3262065"/>
                  <a:pt x="1527166" y="3259112"/>
                </a:cubicBezTo>
                <a:cubicBezTo>
                  <a:pt x="1513174" y="3256695"/>
                  <a:pt x="1498954" y="3256964"/>
                  <a:pt x="1484962" y="3255622"/>
                </a:cubicBezTo>
                <a:cubicBezTo>
                  <a:pt x="1478999" y="3255086"/>
                  <a:pt x="1473035" y="3252401"/>
                  <a:pt x="1467072" y="3251864"/>
                </a:cubicBezTo>
                <a:cubicBezTo>
                  <a:pt x="1456980" y="3251059"/>
                  <a:pt x="1444136" y="3254817"/>
                  <a:pt x="1451016" y="3231462"/>
                </a:cubicBezTo>
                <a:cubicBezTo>
                  <a:pt x="1443448" y="3233878"/>
                  <a:pt x="1437484" y="3233610"/>
                  <a:pt x="1435190" y="3237100"/>
                </a:cubicBezTo>
                <a:cubicBezTo>
                  <a:pt x="1419594" y="3260185"/>
                  <a:pt x="1401474" y="3240858"/>
                  <a:pt x="1384501" y="3242200"/>
                </a:cubicBezTo>
                <a:cubicBezTo>
                  <a:pt x="1380601" y="3242468"/>
                  <a:pt x="1376014" y="3238173"/>
                  <a:pt x="1372344" y="3239247"/>
                </a:cubicBezTo>
                <a:cubicBezTo>
                  <a:pt x="1337940" y="3248911"/>
                  <a:pt x="1307664" y="3228509"/>
                  <a:pt x="1275553" y="3222068"/>
                </a:cubicBezTo>
                <a:cubicBezTo>
                  <a:pt x="1263167" y="3219651"/>
                  <a:pt x="1251469" y="3211062"/>
                  <a:pt x="1238854" y="3226094"/>
                </a:cubicBezTo>
                <a:cubicBezTo>
                  <a:pt x="1233120" y="3232804"/>
                  <a:pt x="1219587" y="3229852"/>
                  <a:pt x="1209725" y="3231999"/>
                </a:cubicBezTo>
                <a:cubicBezTo>
                  <a:pt x="1180825" y="3238173"/>
                  <a:pt x="1151925" y="3245421"/>
                  <a:pt x="1123025" y="3250789"/>
                </a:cubicBezTo>
                <a:cubicBezTo>
                  <a:pt x="1089538" y="3256964"/>
                  <a:pt x="1058574" y="3245958"/>
                  <a:pt x="1028297" y="3229852"/>
                </a:cubicBezTo>
                <a:cubicBezTo>
                  <a:pt x="1011324" y="3220993"/>
                  <a:pt x="993892" y="3213745"/>
                  <a:pt x="987012" y="3191197"/>
                </a:cubicBezTo>
                <a:cubicBezTo>
                  <a:pt x="984947" y="3185022"/>
                  <a:pt x="985406" y="3177774"/>
                  <a:pt x="984718" y="3169453"/>
                </a:cubicBezTo>
                <a:cubicBezTo>
                  <a:pt x="977379" y="3160595"/>
                  <a:pt x="967745" y="3150931"/>
                  <a:pt x="960864" y="3139120"/>
                </a:cubicBezTo>
                <a:cubicBezTo>
                  <a:pt x="956965" y="3132677"/>
                  <a:pt x="960176" y="3118986"/>
                  <a:pt x="955818" y="3114423"/>
                </a:cubicBezTo>
                <a:cubicBezTo>
                  <a:pt x="936552" y="3094558"/>
                  <a:pt x="939992" y="3069056"/>
                  <a:pt x="939763" y="3044093"/>
                </a:cubicBezTo>
                <a:cubicBezTo>
                  <a:pt x="939763" y="3042481"/>
                  <a:pt x="938845" y="3040871"/>
                  <a:pt x="939533" y="3042750"/>
                </a:cubicBezTo>
                <a:cubicBezTo>
                  <a:pt x="924395" y="3044093"/>
                  <a:pt x="910633" y="3047581"/>
                  <a:pt x="897101" y="3045971"/>
                </a:cubicBezTo>
                <a:cubicBezTo>
                  <a:pt x="889991" y="3045166"/>
                  <a:pt x="883797" y="3035502"/>
                  <a:pt x="876917" y="3030402"/>
                </a:cubicBezTo>
                <a:cubicBezTo>
                  <a:pt x="870265" y="3025571"/>
                  <a:pt x="862925" y="3017785"/>
                  <a:pt x="856045" y="3017785"/>
                </a:cubicBezTo>
                <a:cubicBezTo>
                  <a:pt x="842283" y="3018053"/>
                  <a:pt x="832649" y="3014027"/>
                  <a:pt x="825998" y="2999531"/>
                </a:cubicBezTo>
                <a:cubicBezTo>
                  <a:pt x="824163" y="2995505"/>
                  <a:pt x="818887" y="2993894"/>
                  <a:pt x="816364" y="2990136"/>
                </a:cubicBezTo>
                <a:cubicBezTo>
                  <a:pt x="812695" y="2984499"/>
                  <a:pt x="808795" y="2978594"/>
                  <a:pt x="807419" y="2971883"/>
                </a:cubicBezTo>
                <a:cubicBezTo>
                  <a:pt x="805355" y="2961950"/>
                  <a:pt x="805125" y="2951481"/>
                  <a:pt x="804437" y="2941012"/>
                </a:cubicBezTo>
                <a:cubicBezTo>
                  <a:pt x="803749" y="2930274"/>
                  <a:pt x="801914" y="2921684"/>
                  <a:pt x="791822" y="2916047"/>
                </a:cubicBezTo>
                <a:cubicBezTo>
                  <a:pt x="788382" y="2914168"/>
                  <a:pt x="787006" y="2898867"/>
                  <a:pt x="789529" y="2891888"/>
                </a:cubicBezTo>
                <a:cubicBezTo>
                  <a:pt x="798474" y="2865312"/>
                  <a:pt x="794575" y="2846790"/>
                  <a:pt x="775538" y="2830684"/>
                </a:cubicBezTo>
                <a:cubicBezTo>
                  <a:pt x="771409" y="2827194"/>
                  <a:pt x="764528" y="2823436"/>
                  <a:pt x="770262" y="2813235"/>
                </a:cubicBezTo>
                <a:cubicBezTo>
                  <a:pt x="773014" y="2808404"/>
                  <a:pt x="771179" y="2800081"/>
                  <a:pt x="771638" y="2792297"/>
                </a:cubicBezTo>
                <a:cubicBezTo>
                  <a:pt x="749390" y="2778337"/>
                  <a:pt x="725765" y="2771358"/>
                  <a:pt x="700306" y="2767600"/>
                </a:cubicBezTo>
                <a:cubicBezTo>
                  <a:pt x="687691" y="2765722"/>
                  <a:pt x="675305" y="2748273"/>
                  <a:pt x="665901" y="2734852"/>
                </a:cubicBezTo>
                <a:cubicBezTo>
                  <a:pt x="656497" y="2721161"/>
                  <a:pt x="626221" y="2712034"/>
                  <a:pt x="610624" y="2725456"/>
                </a:cubicBezTo>
                <a:cubicBezTo>
                  <a:pt x="617276" y="2728946"/>
                  <a:pt x="623469" y="2732167"/>
                  <a:pt x="629432" y="2735388"/>
                </a:cubicBezTo>
                <a:cubicBezTo>
                  <a:pt x="627827" y="2737535"/>
                  <a:pt x="626221" y="2739683"/>
                  <a:pt x="624616" y="2741830"/>
                </a:cubicBezTo>
                <a:cubicBezTo>
                  <a:pt x="618423" y="2742636"/>
                  <a:pt x="612459" y="2748810"/>
                  <a:pt x="608560" y="2734314"/>
                </a:cubicBezTo>
                <a:cubicBezTo>
                  <a:pt x="604202" y="2717671"/>
                  <a:pt x="567962" y="2706665"/>
                  <a:pt x="555806" y="2715792"/>
                </a:cubicBezTo>
                <a:cubicBezTo>
                  <a:pt x="546173" y="2722771"/>
                  <a:pt x="526906" y="2711765"/>
                  <a:pt x="523466" y="2697538"/>
                </a:cubicBezTo>
                <a:cubicBezTo>
                  <a:pt x="522319" y="2692438"/>
                  <a:pt x="520255" y="2687607"/>
                  <a:pt x="517273" y="2678747"/>
                </a:cubicBezTo>
                <a:cubicBezTo>
                  <a:pt x="525071" y="2661299"/>
                  <a:pt x="544338" y="2667473"/>
                  <a:pt x="558559" y="2665057"/>
                </a:cubicBezTo>
                <a:cubicBezTo>
                  <a:pt x="573008" y="2662372"/>
                  <a:pt x="588834" y="2644924"/>
                  <a:pt x="604202" y="2669890"/>
                </a:cubicBezTo>
                <a:cubicBezTo>
                  <a:pt x="605120" y="2666668"/>
                  <a:pt x="606037" y="2663178"/>
                  <a:pt x="607184" y="2659957"/>
                </a:cubicBezTo>
                <a:cubicBezTo>
                  <a:pt x="599844" y="2652172"/>
                  <a:pt x="592505" y="2644118"/>
                  <a:pt x="584247" y="2635529"/>
                </a:cubicBezTo>
                <a:cubicBezTo>
                  <a:pt x="570256" y="2650561"/>
                  <a:pt x="557641" y="2636872"/>
                  <a:pt x="544338" y="2633919"/>
                </a:cubicBezTo>
                <a:cubicBezTo>
                  <a:pt x="523466" y="2629624"/>
                  <a:pt x="502594" y="2624791"/>
                  <a:pt x="481950" y="2619960"/>
                </a:cubicBezTo>
                <a:cubicBezTo>
                  <a:pt x="480804" y="2622644"/>
                  <a:pt x="479657" y="2625059"/>
                  <a:pt x="478510" y="2627744"/>
                </a:cubicBezTo>
                <a:cubicBezTo>
                  <a:pt x="482180" y="2633114"/>
                  <a:pt x="486079" y="2638482"/>
                  <a:pt x="489290" y="2644388"/>
                </a:cubicBezTo>
                <a:cubicBezTo>
                  <a:pt x="490666" y="2647072"/>
                  <a:pt x="491813" y="2650561"/>
                  <a:pt x="491584" y="2653514"/>
                </a:cubicBezTo>
                <a:cubicBezTo>
                  <a:pt x="491355" y="2654856"/>
                  <a:pt x="486767" y="2657272"/>
                  <a:pt x="485162" y="2656467"/>
                </a:cubicBezTo>
                <a:cubicBezTo>
                  <a:pt x="473694" y="2650293"/>
                  <a:pt x="469106" y="2660225"/>
                  <a:pt x="466354" y="2668815"/>
                </a:cubicBezTo>
                <a:cubicBezTo>
                  <a:pt x="462455" y="2681700"/>
                  <a:pt x="461537" y="2695391"/>
                  <a:pt x="446399" y="2698343"/>
                </a:cubicBezTo>
                <a:cubicBezTo>
                  <a:pt x="430573" y="2701296"/>
                  <a:pt x="420710" y="2690559"/>
                  <a:pt x="410389" y="2679821"/>
                </a:cubicBezTo>
                <a:cubicBezTo>
                  <a:pt x="407637" y="2676869"/>
                  <a:pt x="405343" y="2673379"/>
                  <a:pt x="403049" y="2670426"/>
                </a:cubicBezTo>
                <a:cubicBezTo>
                  <a:pt x="381030" y="2680627"/>
                  <a:pt x="359928" y="2670426"/>
                  <a:pt x="346855" y="2645729"/>
                </a:cubicBezTo>
                <a:cubicBezTo>
                  <a:pt x="342497" y="2637408"/>
                  <a:pt x="333552" y="2632307"/>
                  <a:pt x="327588" y="2624523"/>
                </a:cubicBezTo>
                <a:cubicBezTo>
                  <a:pt x="320707" y="2615933"/>
                  <a:pt x="315432" y="2605196"/>
                  <a:pt x="308092" y="2597411"/>
                </a:cubicBezTo>
                <a:cubicBezTo>
                  <a:pt x="303964" y="2592847"/>
                  <a:pt x="296853" y="2592042"/>
                  <a:pt x="289514" y="2593115"/>
                </a:cubicBezTo>
                <a:cubicBezTo>
                  <a:pt x="285156" y="2586137"/>
                  <a:pt x="281027" y="2579426"/>
                  <a:pt x="275981" y="2571103"/>
                </a:cubicBezTo>
                <a:cubicBezTo>
                  <a:pt x="271394" y="2574324"/>
                  <a:pt x="267724" y="2577009"/>
                  <a:pt x="261302" y="2581304"/>
                </a:cubicBezTo>
                <a:cubicBezTo>
                  <a:pt x="269559" y="2587478"/>
                  <a:pt x="276210" y="2592579"/>
                  <a:pt x="285156" y="2599558"/>
                </a:cubicBezTo>
                <a:cubicBezTo>
                  <a:pt x="279880" y="2603584"/>
                  <a:pt x="275522" y="2606806"/>
                  <a:pt x="269788" y="2611100"/>
                </a:cubicBezTo>
                <a:cubicBezTo>
                  <a:pt x="283092" y="2622913"/>
                  <a:pt x="303964" y="2624791"/>
                  <a:pt x="297771" y="2651904"/>
                </a:cubicBezTo>
                <a:cubicBezTo>
                  <a:pt x="295248" y="2651098"/>
                  <a:pt x="292266" y="2651098"/>
                  <a:pt x="290431" y="2649488"/>
                </a:cubicBezTo>
                <a:cubicBezTo>
                  <a:pt x="275064" y="2635261"/>
                  <a:pt x="263595" y="2642240"/>
                  <a:pt x="253503" y="2658346"/>
                </a:cubicBezTo>
                <a:cubicBezTo>
                  <a:pt x="252815" y="2659689"/>
                  <a:pt x="250521" y="2659689"/>
                  <a:pt x="249145" y="2660494"/>
                </a:cubicBezTo>
                <a:cubicBezTo>
                  <a:pt x="235613" y="2643313"/>
                  <a:pt x="222081" y="2625866"/>
                  <a:pt x="207631" y="2607342"/>
                </a:cubicBezTo>
                <a:cubicBezTo>
                  <a:pt x="203960" y="2613249"/>
                  <a:pt x="201437" y="2617275"/>
                  <a:pt x="198685" y="2621838"/>
                </a:cubicBezTo>
                <a:cubicBezTo>
                  <a:pt x="175060" y="2614590"/>
                  <a:pt x="181942" y="2591236"/>
                  <a:pt x="179419" y="2573788"/>
                </a:cubicBezTo>
                <a:cubicBezTo>
                  <a:pt x="154188" y="2557682"/>
                  <a:pt x="150060" y="2524664"/>
                  <a:pt x="134922" y="2497283"/>
                </a:cubicBezTo>
                <a:cubicBezTo>
                  <a:pt x="145014" y="2452723"/>
                  <a:pt x="141115" y="2405209"/>
                  <a:pt x="125059" y="2357964"/>
                </a:cubicBezTo>
                <a:cubicBezTo>
                  <a:pt x="131023" y="2354743"/>
                  <a:pt x="136069" y="2352058"/>
                  <a:pt x="141344" y="2349373"/>
                </a:cubicBezTo>
                <a:cubicBezTo>
                  <a:pt x="140426" y="2348837"/>
                  <a:pt x="139509" y="2348300"/>
                  <a:pt x="138592" y="2347494"/>
                </a:cubicBezTo>
                <a:cubicBezTo>
                  <a:pt x="147996" y="2326824"/>
                  <a:pt x="157399" y="2306424"/>
                  <a:pt x="166804" y="2285754"/>
                </a:cubicBezTo>
                <a:cubicBezTo>
                  <a:pt x="167492" y="2286022"/>
                  <a:pt x="168180" y="2286559"/>
                  <a:pt x="168868" y="2286827"/>
                </a:cubicBezTo>
                <a:cubicBezTo>
                  <a:pt x="167492" y="2296491"/>
                  <a:pt x="165657" y="2306154"/>
                  <a:pt x="165198" y="2316087"/>
                </a:cubicBezTo>
                <a:cubicBezTo>
                  <a:pt x="164969" y="2320382"/>
                  <a:pt x="167033" y="2325751"/>
                  <a:pt x="169326" y="2329241"/>
                </a:cubicBezTo>
                <a:cubicBezTo>
                  <a:pt x="170015" y="2330314"/>
                  <a:pt x="175290" y="2326824"/>
                  <a:pt x="178731" y="2326019"/>
                </a:cubicBezTo>
                <a:cubicBezTo>
                  <a:pt x="185611" y="2324408"/>
                  <a:pt x="192722" y="2321188"/>
                  <a:pt x="199373" y="2322261"/>
                </a:cubicBezTo>
                <a:cubicBezTo>
                  <a:pt x="218181" y="2325483"/>
                  <a:pt x="234237" y="2320918"/>
                  <a:pt x="247310" y="2307229"/>
                </a:cubicBezTo>
                <a:cubicBezTo>
                  <a:pt x="257403" y="2314745"/>
                  <a:pt x="267494" y="2321993"/>
                  <a:pt x="278963" y="2330046"/>
                </a:cubicBezTo>
                <a:cubicBezTo>
                  <a:pt x="285615" y="2311792"/>
                  <a:pt x="279651" y="2304276"/>
                  <a:pt x="269100" y="2299444"/>
                </a:cubicBezTo>
                <a:cubicBezTo>
                  <a:pt x="259696" y="2295150"/>
                  <a:pt x="250063" y="2291660"/>
                  <a:pt x="241118" y="2286290"/>
                </a:cubicBezTo>
                <a:cubicBezTo>
                  <a:pt x="237219" y="2284144"/>
                  <a:pt x="235154" y="2277969"/>
                  <a:pt x="233778" y="2276358"/>
                </a:cubicBezTo>
                <a:cubicBezTo>
                  <a:pt x="225750" y="2276896"/>
                  <a:pt x="219557" y="2277164"/>
                  <a:pt x="215887" y="2277433"/>
                </a:cubicBezTo>
                <a:cubicBezTo>
                  <a:pt x="205796" y="2282264"/>
                  <a:pt x="197538" y="2286022"/>
                  <a:pt x="189052" y="2290048"/>
                </a:cubicBezTo>
                <a:cubicBezTo>
                  <a:pt x="187905" y="2288438"/>
                  <a:pt x="186758" y="2286827"/>
                  <a:pt x="185841" y="2284949"/>
                </a:cubicBezTo>
                <a:cubicBezTo>
                  <a:pt x="188593" y="2281191"/>
                  <a:pt x="190887" y="2275285"/>
                  <a:pt x="194327" y="2274211"/>
                </a:cubicBezTo>
                <a:cubicBezTo>
                  <a:pt x="216117" y="2266425"/>
                  <a:pt x="216117" y="2266695"/>
                  <a:pt x="205337" y="2245756"/>
                </a:cubicBezTo>
                <a:cubicBezTo>
                  <a:pt x="204878" y="2244683"/>
                  <a:pt x="204419" y="2243340"/>
                  <a:pt x="204190" y="2242267"/>
                </a:cubicBezTo>
                <a:cubicBezTo>
                  <a:pt x="202355" y="2228576"/>
                  <a:pt x="197080" y="2225086"/>
                  <a:pt x="186987" y="2233945"/>
                </a:cubicBezTo>
                <a:cubicBezTo>
                  <a:pt x="184235" y="2236361"/>
                  <a:pt x="180107" y="2236899"/>
                  <a:pt x="178042" y="2237704"/>
                </a:cubicBezTo>
                <a:cubicBezTo>
                  <a:pt x="177125" y="2246025"/>
                  <a:pt x="177354" y="2253809"/>
                  <a:pt x="174831" y="2260252"/>
                </a:cubicBezTo>
                <a:cubicBezTo>
                  <a:pt x="174143" y="2261862"/>
                  <a:pt x="163134" y="2261594"/>
                  <a:pt x="160840" y="2258373"/>
                </a:cubicBezTo>
                <a:cubicBezTo>
                  <a:pt x="156482" y="2252199"/>
                  <a:pt x="154876" y="2243340"/>
                  <a:pt x="152124" y="2235555"/>
                </a:cubicBezTo>
                <a:cubicBezTo>
                  <a:pt x="153500" y="2234750"/>
                  <a:pt x="154876" y="2233945"/>
                  <a:pt x="156253" y="2233139"/>
                </a:cubicBezTo>
                <a:cubicBezTo>
                  <a:pt x="160381" y="2236629"/>
                  <a:pt x="164281" y="2240119"/>
                  <a:pt x="169556" y="2244683"/>
                </a:cubicBezTo>
                <a:cubicBezTo>
                  <a:pt x="170703" y="2240119"/>
                  <a:pt x="172308" y="2236899"/>
                  <a:pt x="172079" y="2233945"/>
                </a:cubicBezTo>
                <a:cubicBezTo>
                  <a:pt x="171391" y="2221865"/>
                  <a:pt x="170703" y="2209517"/>
                  <a:pt x="169326" y="2197438"/>
                </a:cubicBezTo>
                <a:cubicBezTo>
                  <a:pt x="168868" y="2193142"/>
                  <a:pt x="167033" y="2188847"/>
                  <a:pt x="165198" y="2184821"/>
                </a:cubicBezTo>
                <a:cubicBezTo>
                  <a:pt x="157858" y="2168447"/>
                  <a:pt x="149372" y="2152876"/>
                  <a:pt x="143408" y="2135965"/>
                </a:cubicBezTo>
                <a:cubicBezTo>
                  <a:pt x="141573" y="2130328"/>
                  <a:pt x="146390" y="2121470"/>
                  <a:pt x="148684" y="2112879"/>
                </a:cubicBezTo>
                <a:cubicBezTo>
                  <a:pt x="143408" y="2112611"/>
                  <a:pt x="139050" y="2112074"/>
                  <a:pt x="134234" y="2111806"/>
                </a:cubicBezTo>
                <a:cubicBezTo>
                  <a:pt x="130564" y="2101873"/>
                  <a:pt x="133775" y="2086035"/>
                  <a:pt x="117490" y="2087646"/>
                </a:cubicBezTo>
                <a:cubicBezTo>
                  <a:pt x="115426" y="2087914"/>
                  <a:pt x="112444" y="2073150"/>
                  <a:pt x="109692" y="2065097"/>
                </a:cubicBezTo>
                <a:cubicBezTo>
                  <a:pt x="110838" y="2064292"/>
                  <a:pt x="112215" y="2063487"/>
                  <a:pt x="113362" y="2062682"/>
                </a:cubicBezTo>
                <a:cubicBezTo>
                  <a:pt x="117031" y="2064560"/>
                  <a:pt x="120701" y="2066977"/>
                  <a:pt x="124600" y="2067782"/>
                </a:cubicBezTo>
                <a:cubicBezTo>
                  <a:pt x="128958" y="2068855"/>
                  <a:pt x="133546" y="2068050"/>
                  <a:pt x="137904" y="2068050"/>
                </a:cubicBezTo>
                <a:cubicBezTo>
                  <a:pt x="137215" y="2063755"/>
                  <a:pt x="136069" y="2059460"/>
                  <a:pt x="135839" y="2055166"/>
                </a:cubicBezTo>
                <a:cubicBezTo>
                  <a:pt x="135610" y="2043085"/>
                  <a:pt x="135839" y="2031274"/>
                  <a:pt x="135839" y="2021610"/>
                </a:cubicBezTo>
                <a:cubicBezTo>
                  <a:pt x="139050" y="2014899"/>
                  <a:pt x="141803" y="2009262"/>
                  <a:pt x="144555" y="2003625"/>
                </a:cubicBezTo>
                <a:cubicBezTo>
                  <a:pt x="137445" y="2002819"/>
                  <a:pt x="130105" y="2000673"/>
                  <a:pt x="123454" y="2002283"/>
                </a:cubicBezTo>
                <a:cubicBezTo>
                  <a:pt x="120701" y="2003088"/>
                  <a:pt x="118637" y="2011947"/>
                  <a:pt x="117720" y="2017584"/>
                </a:cubicBezTo>
                <a:cubicBezTo>
                  <a:pt x="115655" y="2030469"/>
                  <a:pt x="114508" y="2043890"/>
                  <a:pt x="113132" y="2056776"/>
                </a:cubicBezTo>
                <a:cubicBezTo>
                  <a:pt x="111068" y="2056776"/>
                  <a:pt x="109004" y="2056776"/>
                  <a:pt x="106939" y="2056776"/>
                </a:cubicBezTo>
                <a:cubicBezTo>
                  <a:pt x="105792" y="2048723"/>
                  <a:pt x="104416" y="2040669"/>
                  <a:pt x="103040" y="2031006"/>
                </a:cubicBezTo>
                <a:cubicBezTo>
                  <a:pt x="100288" y="2030469"/>
                  <a:pt x="96618" y="2030469"/>
                  <a:pt x="93407" y="2029126"/>
                </a:cubicBezTo>
                <a:cubicBezTo>
                  <a:pt x="83544" y="2024831"/>
                  <a:pt x="80792" y="2011677"/>
                  <a:pt x="89508" y="2004699"/>
                </a:cubicBezTo>
                <a:cubicBezTo>
                  <a:pt x="100747" y="1995303"/>
                  <a:pt x="95700" y="1986714"/>
                  <a:pt x="89278" y="1979465"/>
                </a:cubicBezTo>
                <a:cubicBezTo>
                  <a:pt x="82397" y="1971680"/>
                  <a:pt x="72993" y="1967385"/>
                  <a:pt x="87902" y="1957184"/>
                </a:cubicBezTo>
                <a:cubicBezTo>
                  <a:pt x="93177" y="1953696"/>
                  <a:pt x="93865" y="1944837"/>
                  <a:pt x="89508" y="1934636"/>
                </a:cubicBezTo>
                <a:cubicBezTo>
                  <a:pt x="81021" y="1915040"/>
                  <a:pt x="72076" y="1899471"/>
                  <a:pt x="55791" y="1898933"/>
                </a:cubicBezTo>
                <a:cubicBezTo>
                  <a:pt x="49139" y="1883096"/>
                  <a:pt x="39736" y="1870211"/>
                  <a:pt x="39506" y="1857326"/>
                </a:cubicBezTo>
                <a:cubicBezTo>
                  <a:pt x="39277" y="1833166"/>
                  <a:pt x="25974" y="1820550"/>
                  <a:pt x="16570" y="1803101"/>
                </a:cubicBezTo>
                <a:cubicBezTo>
                  <a:pt x="10377" y="1791558"/>
                  <a:pt x="12212" y="1773305"/>
                  <a:pt x="12212" y="1758004"/>
                </a:cubicBezTo>
                <a:cubicBezTo>
                  <a:pt x="12212" y="1754782"/>
                  <a:pt x="19092" y="1751829"/>
                  <a:pt x="22304" y="1748071"/>
                </a:cubicBezTo>
                <a:cubicBezTo>
                  <a:pt x="25515" y="1744313"/>
                  <a:pt x="28038" y="1739750"/>
                  <a:pt x="30790" y="1735454"/>
                </a:cubicBezTo>
                <a:cubicBezTo>
                  <a:pt x="29414" y="1734112"/>
                  <a:pt x="28038" y="1732771"/>
                  <a:pt x="26662" y="1731428"/>
                </a:cubicBezTo>
                <a:cubicBezTo>
                  <a:pt x="21157" y="1734649"/>
                  <a:pt x="15652" y="1737870"/>
                  <a:pt x="10377" y="1740824"/>
                </a:cubicBezTo>
                <a:cubicBezTo>
                  <a:pt x="1431" y="1722570"/>
                  <a:pt x="2349" y="1719617"/>
                  <a:pt x="19322" y="1706732"/>
                </a:cubicBezTo>
                <a:cubicBezTo>
                  <a:pt x="-403" y="1703779"/>
                  <a:pt x="-1780" y="1702706"/>
                  <a:pt x="1202" y="1676935"/>
                </a:cubicBezTo>
                <a:cubicBezTo>
                  <a:pt x="3266" y="1660024"/>
                  <a:pt x="7395" y="1643381"/>
                  <a:pt x="10606" y="1626738"/>
                </a:cubicBezTo>
                <a:cubicBezTo>
                  <a:pt x="10836" y="1625126"/>
                  <a:pt x="10836" y="1623248"/>
                  <a:pt x="10606" y="1621368"/>
                </a:cubicBezTo>
                <a:cubicBezTo>
                  <a:pt x="8083" y="1604726"/>
                  <a:pt x="5331" y="1588350"/>
                  <a:pt x="2578" y="1570634"/>
                </a:cubicBezTo>
                <a:cubicBezTo>
                  <a:pt x="11294" y="1568755"/>
                  <a:pt x="17946" y="1567144"/>
                  <a:pt x="22533" y="1566070"/>
                </a:cubicBezTo>
                <a:cubicBezTo>
                  <a:pt x="24139" y="1546205"/>
                  <a:pt x="26203" y="1528221"/>
                  <a:pt x="26662" y="1510234"/>
                </a:cubicBezTo>
                <a:cubicBezTo>
                  <a:pt x="26662" y="1505940"/>
                  <a:pt x="21845" y="1501376"/>
                  <a:pt x="19092" y="1497350"/>
                </a:cubicBezTo>
                <a:cubicBezTo>
                  <a:pt x="15423" y="1491444"/>
                  <a:pt x="11524" y="1485807"/>
                  <a:pt x="7166" y="1479096"/>
                </a:cubicBezTo>
                <a:cubicBezTo>
                  <a:pt x="16570" y="1470506"/>
                  <a:pt x="22304" y="1464064"/>
                  <a:pt x="10836" y="1450641"/>
                </a:cubicBezTo>
                <a:cubicBezTo>
                  <a:pt x="2120" y="1440440"/>
                  <a:pt x="14964" y="1421650"/>
                  <a:pt x="33313" y="1416818"/>
                </a:cubicBezTo>
                <a:cubicBezTo>
                  <a:pt x="31020" y="1407691"/>
                  <a:pt x="28726" y="1398028"/>
                  <a:pt x="27120" y="1389706"/>
                </a:cubicBezTo>
                <a:cubicBezTo>
                  <a:pt x="24139" y="1373868"/>
                  <a:pt x="27808" y="1350783"/>
                  <a:pt x="36754" y="1338971"/>
                </a:cubicBezTo>
                <a:cubicBezTo>
                  <a:pt x="43635" y="1329845"/>
                  <a:pt x="44781" y="1321255"/>
                  <a:pt x="46387" y="1312396"/>
                </a:cubicBezTo>
                <a:cubicBezTo>
                  <a:pt x="48681" y="1301121"/>
                  <a:pt x="47992" y="1289042"/>
                  <a:pt x="48681" y="1278841"/>
                </a:cubicBezTo>
                <a:cubicBezTo>
                  <a:pt x="52580" y="1276962"/>
                  <a:pt x="53727" y="1275888"/>
                  <a:pt x="54415" y="1276157"/>
                </a:cubicBezTo>
                <a:cubicBezTo>
                  <a:pt x="73681" y="1286894"/>
                  <a:pt x="86755" y="1284746"/>
                  <a:pt x="94783" y="1257635"/>
                </a:cubicBezTo>
                <a:cubicBezTo>
                  <a:pt x="98912" y="1243944"/>
                  <a:pt x="110609" y="1233743"/>
                  <a:pt x="125518" y="1239649"/>
                </a:cubicBezTo>
                <a:cubicBezTo>
                  <a:pt x="129876" y="1241260"/>
                  <a:pt x="132858" y="1247970"/>
                  <a:pt x="136298" y="1252534"/>
                </a:cubicBezTo>
                <a:lnTo>
                  <a:pt x="131711" y="1256024"/>
                </a:lnTo>
                <a:cubicBezTo>
                  <a:pt x="127582" y="1260587"/>
                  <a:pt x="123224" y="1265151"/>
                  <a:pt x="119096" y="1269445"/>
                </a:cubicBezTo>
                <a:cubicBezTo>
                  <a:pt x="123454" y="1272935"/>
                  <a:pt x="127582" y="1276962"/>
                  <a:pt x="132170" y="1280183"/>
                </a:cubicBezTo>
                <a:cubicBezTo>
                  <a:pt x="135610" y="1282599"/>
                  <a:pt x="139738" y="1283673"/>
                  <a:pt x="144097" y="1285552"/>
                </a:cubicBezTo>
                <a:cubicBezTo>
                  <a:pt x="138592" y="1300316"/>
                  <a:pt x="134463" y="1315349"/>
                  <a:pt x="127353" y="1327696"/>
                </a:cubicBezTo>
                <a:cubicBezTo>
                  <a:pt x="124830" y="1332261"/>
                  <a:pt x="114738" y="1331454"/>
                  <a:pt x="108086" y="1332261"/>
                </a:cubicBezTo>
                <a:cubicBezTo>
                  <a:pt x="103958" y="1332798"/>
                  <a:pt x="98682" y="1330381"/>
                  <a:pt x="95471" y="1332798"/>
                </a:cubicBezTo>
                <a:cubicBezTo>
                  <a:pt x="92948" y="1334676"/>
                  <a:pt x="92948" y="1341387"/>
                  <a:pt x="91801" y="1345682"/>
                </a:cubicBezTo>
                <a:cubicBezTo>
                  <a:pt x="95930" y="1347025"/>
                  <a:pt x="100288" y="1347830"/>
                  <a:pt x="104187" y="1349977"/>
                </a:cubicBezTo>
                <a:cubicBezTo>
                  <a:pt x="107857" y="1351856"/>
                  <a:pt x="112903" y="1354004"/>
                  <a:pt x="114050" y="1357494"/>
                </a:cubicBezTo>
                <a:cubicBezTo>
                  <a:pt x="115197" y="1360714"/>
                  <a:pt x="112215" y="1366084"/>
                  <a:pt x="110380" y="1370110"/>
                </a:cubicBezTo>
                <a:cubicBezTo>
                  <a:pt x="105792" y="1379774"/>
                  <a:pt x="100976" y="1389169"/>
                  <a:pt x="96159" y="1398833"/>
                </a:cubicBezTo>
                <a:cubicBezTo>
                  <a:pt x="96847" y="1400980"/>
                  <a:pt x="97536" y="1403397"/>
                  <a:pt x="98453" y="1405544"/>
                </a:cubicBezTo>
                <a:cubicBezTo>
                  <a:pt x="92031" y="1402859"/>
                  <a:pt x="85838" y="1400175"/>
                  <a:pt x="80563" y="1398028"/>
                </a:cubicBezTo>
                <a:cubicBezTo>
                  <a:pt x="76892" y="1404202"/>
                  <a:pt x="73681" y="1412255"/>
                  <a:pt x="68406" y="1417892"/>
                </a:cubicBezTo>
                <a:cubicBezTo>
                  <a:pt x="59920" y="1427019"/>
                  <a:pt x="55791" y="1434267"/>
                  <a:pt x="66801" y="1444737"/>
                </a:cubicBezTo>
                <a:cubicBezTo>
                  <a:pt x="70470" y="1448225"/>
                  <a:pt x="72076" y="1454936"/>
                  <a:pt x="70700" y="1460037"/>
                </a:cubicBezTo>
                <a:cubicBezTo>
                  <a:pt x="68636" y="1466748"/>
                  <a:pt x="63131" y="1476948"/>
                  <a:pt x="65195" y="1479633"/>
                </a:cubicBezTo>
                <a:cubicBezTo>
                  <a:pt x="69782" y="1485807"/>
                  <a:pt x="78039" y="1488492"/>
                  <a:pt x="84691" y="1492518"/>
                </a:cubicBezTo>
                <a:cubicBezTo>
                  <a:pt x="69094" y="1511040"/>
                  <a:pt x="71158" y="1536274"/>
                  <a:pt x="80563" y="1563654"/>
                </a:cubicBezTo>
                <a:cubicBezTo>
                  <a:pt x="77351" y="1565802"/>
                  <a:pt x="73911" y="1567949"/>
                  <a:pt x="70700" y="1570097"/>
                </a:cubicBezTo>
                <a:cubicBezTo>
                  <a:pt x="70241" y="1571707"/>
                  <a:pt x="69782" y="1573318"/>
                  <a:pt x="69324" y="1574660"/>
                </a:cubicBezTo>
                <a:cubicBezTo>
                  <a:pt x="73223" y="1575733"/>
                  <a:pt x="77351" y="1577881"/>
                  <a:pt x="81021" y="1577613"/>
                </a:cubicBezTo>
                <a:cubicBezTo>
                  <a:pt x="94324" y="1576271"/>
                  <a:pt x="103270" y="1585934"/>
                  <a:pt x="103958" y="1605262"/>
                </a:cubicBezTo>
                <a:cubicBezTo>
                  <a:pt x="99600" y="1602041"/>
                  <a:pt x="95930" y="1596940"/>
                  <a:pt x="92031" y="1596404"/>
                </a:cubicBezTo>
                <a:cubicBezTo>
                  <a:pt x="75746" y="1594525"/>
                  <a:pt x="62213" y="1589962"/>
                  <a:pt x="60149" y="1567144"/>
                </a:cubicBezTo>
                <a:cubicBezTo>
                  <a:pt x="59920" y="1565534"/>
                  <a:pt x="54644" y="1562580"/>
                  <a:pt x="52580" y="1563386"/>
                </a:cubicBezTo>
                <a:cubicBezTo>
                  <a:pt x="50286" y="1564191"/>
                  <a:pt x="47304" y="1569023"/>
                  <a:pt x="47763" y="1571438"/>
                </a:cubicBezTo>
                <a:cubicBezTo>
                  <a:pt x="50745" y="1588350"/>
                  <a:pt x="54644" y="1605262"/>
                  <a:pt x="58543" y="1624321"/>
                </a:cubicBezTo>
                <a:cubicBezTo>
                  <a:pt x="70929" y="1617610"/>
                  <a:pt x="80333" y="1612510"/>
                  <a:pt x="89278" y="1607410"/>
                </a:cubicBezTo>
                <a:cubicBezTo>
                  <a:pt x="91801" y="1614657"/>
                  <a:pt x="92948" y="1623248"/>
                  <a:pt x="97306" y="1627811"/>
                </a:cubicBezTo>
                <a:cubicBezTo>
                  <a:pt x="101205" y="1631838"/>
                  <a:pt x="108774" y="1631033"/>
                  <a:pt x="114279" y="1632374"/>
                </a:cubicBezTo>
                <a:cubicBezTo>
                  <a:pt x="110150" y="1643648"/>
                  <a:pt x="107169" y="1651703"/>
                  <a:pt x="104416" y="1659755"/>
                </a:cubicBezTo>
                <a:cubicBezTo>
                  <a:pt x="100747" y="1670493"/>
                  <a:pt x="91342" y="1670225"/>
                  <a:pt x="83086" y="1658949"/>
                </a:cubicBezTo>
                <a:cubicBezTo>
                  <a:pt x="76892" y="1650897"/>
                  <a:pt x="71388" y="1642038"/>
                  <a:pt x="63819" y="1630764"/>
                </a:cubicBezTo>
                <a:cubicBezTo>
                  <a:pt x="54644" y="1649823"/>
                  <a:pt x="56938" y="1663782"/>
                  <a:pt x="64736" y="1678009"/>
                </a:cubicBezTo>
                <a:cubicBezTo>
                  <a:pt x="67030" y="1682036"/>
                  <a:pt x="69094" y="1687673"/>
                  <a:pt x="68636" y="1692237"/>
                </a:cubicBezTo>
                <a:cubicBezTo>
                  <a:pt x="68406" y="1694384"/>
                  <a:pt x="61754" y="1695189"/>
                  <a:pt x="58314" y="1697605"/>
                </a:cubicBezTo>
                <a:cubicBezTo>
                  <a:pt x="53727" y="1700558"/>
                  <a:pt x="49369" y="1704316"/>
                  <a:pt x="45928" y="1709684"/>
                </a:cubicBezTo>
                <a:cubicBezTo>
                  <a:pt x="74599" y="1700826"/>
                  <a:pt x="64277" y="1735454"/>
                  <a:pt x="75746" y="1745118"/>
                </a:cubicBezTo>
                <a:cubicBezTo>
                  <a:pt x="71847" y="1745924"/>
                  <a:pt x="68177" y="1746730"/>
                  <a:pt x="59461" y="1748340"/>
                </a:cubicBezTo>
                <a:cubicBezTo>
                  <a:pt x="71847" y="1764983"/>
                  <a:pt x="82397" y="1779211"/>
                  <a:pt x="93636" y="1793975"/>
                </a:cubicBezTo>
                <a:cubicBezTo>
                  <a:pt x="92260" y="1795048"/>
                  <a:pt x="89049" y="1797195"/>
                  <a:pt x="84462" y="1800148"/>
                </a:cubicBezTo>
                <a:cubicBezTo>
                  <a:pt x="90425" y="1805249"/>
                  <a:pt x="95700" y="1809813"/>
                  <a:pt x="103958" y="1816792"/>
                </a:cubicBezTo>
                <a:cubicBezTo>
                  <a:pt x="96847" y="1817865"/>
                  <a:pt x="93177" y="1818402"/>
                  <a:pt x="89049" y="1818940"/>
                </a:cubicBezTo>
                <a:cubicBezTo>
                  <a:pt x="89049" y="1825381"/>
                  <a:pt x="89049" y="1832093"/>
                  <a:pt x="89049" y="1838535"/>
                </a:cubicBezTo>
                <a:cubicBezTo>
                  <a:pt x="89966" y="1837999"/>
                  <a:pt x="90654" y="1837192"/>
                  <a:pt x="91572" y="1836656"/>
                </a:cubicBezTo>
                <a:cubicBezTo>
                  <a:pt x="96159" y="1844440"/>
                  <a:pt x="101205" y="1852226"/>
                  <a:pt x="105563" y="1860279"/>
                </a:cubicBezTo>
                <a:cubicBezTo>
                  <a:pt x="112444" y="1873433"/>
                  <a:pt x="119554" y="1886586"/>
                  <a:pt x="125518" y="1900544"/>
                </a:cubicBezTo>
                <a:cubicBezTo>
                  <a:pt x="128499" y="1907793"/>
                  <a:pt x="128958" y="1916382"/>
                  <a:pt x="130564" y="1924167"/>
                </a:cubicBezTo>
                <a:cubicBezTo>
                  <a:pt x="131023" y="1926851"/>
                  <a:pt x="130564" y="1931952"/>
                  <a:pt x="131481" y="1932489"/>
                </a:cubicBezTo>
                <a:cubicBezTo>
                  <a:pt x="153042" y="1940542"/>
                  <a:pt x="142949" y="1973828"/>
                  <a:pt x="161528" y="1984566"/>
                </a:cubicBezTo>
                <a:cubicBezTo>
                  <a:pt x="162216" y="1985102"/>
                  <a:pt x="158547" y="1996915"/>
                  <a:pt x="156253" y="2003356"/>
                </a:cubicBezTo>
                <a:cubicBezTo>
                  <a:pt x="154418" y="2008457"/>
                  <a:pt x="151665" y="2013289"/>
                  <a:pt x="149372" y="2018120"/>
                </a:cubicBezTo>
                <a:cubicBezTo>
                  <a:pt x="154188" y="2018925"/>
                  <a:pt x="159464" y="2021878"/>
                  <a:pt x="163592" y="2020268"/>
                </a:cubicBezTo>
                <a:cubicBezTo>
                  <a:pt x="175060" y="2015705"/>
                  <a:pt x="181942" y="2020537"/>
                  <a:pt x="189281" y="2030469"/>
                </a:cubicBezTo>
                <a:cubicBezTo>
                  <a:pt x="193410" y="2036106"/>
                  <a:pt x="200520" y="2039327"/>
                  <a:pt x="206942" y="2041743"/>
                </a:cubicBezTo>
                <a:cubicBezTo>
                  <a:pt x="217264" y="2045770"/>
                  <a:pt x="228044" y="2048454"/>
                  <a:pt x="238595" y="2051676"/>
                </a:cubicBezTo>
                <a:cubicBezTo>
                  <a:pt x="238595" y="2053286"/>
                  <a:pt x="238595" y="2055166"/>
                  <a:pt x="238365" y="2056776"/>
                </a:cubicBezTo>
                <a:cubicBezTo>
                  <a:pt x="230796" y="2061607"/>
                  <a:pt x="223227" y="2066170"/>
                  <a:pt x="211988" y="2073150"/>
                </a:cubicBezTo>
                <a:cubicBezTo>
                  <a:pt x="232631" y="2082277"/>
                  <a:pt x="248228" y="2089525"/>
                  <a:pt x="264283" y="2096773"/>
                </a:cubicBezTo>
                <a:cubicBezTo>
                  <a:pt x="258320" y="2076640"/>
                  <a:pt x="253274" y="2059729"/>
                  <a:pt x="248687" y="2042817"/>
                </a:cubicBezTo>
                <a:cubicBezTo>
                  <a:pt x="248457" y="2042012"/>
                  <a:pt x="251439" y="2039864"/>
                  <a:pt x="255109" y="2036374"/>
                </a:cubicBezTo>
                <a:cubicBezTo>
                  <a:pt x="255568" y="2044159"/>
                  <a:pt x="255797" y="2048991"/>
                  <a:pt x="256026" y="2054628"/>
                </a:cubicBezTo>
                <a:cubicBezTo>
                  <a:pt x="257403" y="2054360"/>
                  <a:pt x="259926" y="2054628"/>
                  <a:pt x="260155" y="2054091"/>
                </a:cubicBezTo>
                <a:cubicBezTo>
                  <a:pt x="263137" y="2040132"/>
                  <a:pt x="266118" y="2026441"/>
                  <a:pt x="267724" y="2012215"/>
                </a:cubicBezTo>
                <a:cubicBezTo>
                  <a:pt x="267953" y="2010872"/>
                  <a:pt x="259467" y="2008189"/>
                  <a:pt x="253962" y="2005504"/>
                </a:cubicBezTo>
                <a:cubicBezTo>
                  <a:pt x="253733" y="1998525"/>
                  <a:pt x="253274" y="1988055"/>
                  <a:pt x="252815" y="1977586"/>
                </a:cubicBezTo>
                <a:cubicBezTo>
                  <a:pt x="251210" y="1977318"/>
                  <a:pt x="249604" y="1977318"/>
                  <a:pt x="247999" y="1977049"/>
                </a:cubicBezTo>
                <a:cubicBezTo>
                  <a:pt x="241806" y="1986177"/>
                  <a:pt x="231943" y="1994766"/>
                  <a:pt x="231026" y="2004431"/>
                </a:cubicBezTo>
                <a:cubicBezTo>
                  <a:pt x="230337" y="2011947"/>
                  <a:pt x="240888" y="2021073"/>
                  <a:pt x="248228" y="2032616"/>
                </a:cubicBezTo>
                <a:cubicBezTo>
                  <a:pt x="247081" y="2034227"/>
                  <a:pt x="243182" y="2039595"/>
                  <a:pt x="239283" y="2045233"/>
                </a:cubicBezTo>
                <a:cubicBezTo>
                  <a:pt x="238824" y="2043354"/>
                  <a:pt x="238595" y="2041475"/>
                  <a:pt x="238136" y="2039327"/>
                </a:cubicBezTo>
                <a:cubicBezTo>
                  <a:pt x="226897" y="2036374"/>
                  <a:pt x="215658" y="2033152"/>
                  <a:pt x="204419" y="2030737"/>
                </a:cubicBezTo>
                <a:cubicBezTo>
                  <a:pt x="194098" y="2028589"/>
                  <a:pt x="191346" y="2022953"/>
                  <a:pt x="191346" y="2010336"/>
                </a:cubicBezTo>
                <a:cubicBezTo>
                  <a:pt x="191346" y="2000403"/>
                  <a:pt x="184923" y="1990472"/>
                  <a:pt x="181024" y="1981076"/>
                </a:cubicBezTo>
                <a:cubicBezTo>
                  <a:pt x="177584" y="1973023"/>
                  <a:pt x="173455" y="1965775"/>
                  <a:pt x="169785" y="1957990"/>
                </a:cubicBezTo>
                <a:cubicBezTo>
                  <a:pt x="171161" y="1956379"/>
                  <a:pt x="172538" y="1954769"/>
                  <a:pt x="173684" y="1952890"/>
                </a:cubicBezTo>
                <a:cubicBezTo>
                  <a:pt x="188822" y="1965775"/>
                  <a:pt x="204190" y="1978659"/>
                  <a:pt x="217722" y="1990203"/>
                </a:cubicBezTo>
                <a:cubicBezTo>
                  <a:pt x="221851" y="1987250"/>
                  <a:pt x="225980" y="1984834"/>
                  <a:pt x="229191" y="1981344"/>
                </a:cubicBezTo>
                <a:cubicBezTo>
                  <a:pt x="232172" y="1978123"/>
                  <a:pt x="234925" y="1974096"/>
                  <a:pt x="236760" y="1969802"/>
                </a:cubicBezTo>
                <a:cubicBezTo>
                  <a:pt x="238595" y="1965775"/>
                  <a:pt x="239512" y="1960944"/>
                  <a:pt x="240659" y="1956379"/>
                </a:cubicBezTo>
                <a:cubicBezTo>
                  <a:pt x="244329" y="1959064"/>
                  <a:pt x="247999" y="1961749"/>
                  <a:pt x="251439" y="1964702"/>
                </a:cubicBezTo>
                <a:cubicBezTo>
                  <a:pt x="252815" y="1965775"/>
                  <a:pt x="253962" y="1967654"/>
                  <a:pt x="256026" y="1970607"/>
                </a:cubicBezTo>
                <a:cubicBezTo>
                  <a:pt x="257861" y="1953696"/>
                  <a:pt x="258779" y="1938932"/>
                  <a:pt x="261531" y="1924705"/>
                </a:cubicBezTo>
                <a:cubicBezTo>
                  <a:pt x="264742" y="1909134"/>
                  <a:pt x="269788" y="1894102"/>
                  <a:pt x="274146" y="1877996"/>
                </a:cubicBezTo>
                <a:cubicBezTo>
                  <a:pt x="284009" y="1880411"/>
                  <a:pt x="282174" y="1867527"/>
                  <a:pt x="284468" y="1859204"/>
                </a:cubicBezTo>
                <a:cubicBezTo>
                  <a:pt x="287220" y="1850078"/>
                  <a:pt x="287908" y="1837730"/>
                  <a:pt x="299147" y="1852763"/>
                </a:cubicBezTo>
                <a:cubicBezTo>
                  <a:pt x="300982" y="1855178"/>
                  <a:pt x="307404" y="1853031"/>
                  <a:pt x="315661" y="1853031"/>
                </a:cubicBezTo>
                <a:cubicBezTo>
                  <a:pt x="307175" y="1839877"/>
                  <a:pt x="301899" y="1831824"/>
                  <a:pt x="296853" y="1823503"/>
                </a:cubicBezTo>
                <a:cubicBezTo>
                  <a:pt x="295936" y="1822160"/>
                  <a:pt x="295477" y="1820013"/>
                  <a:pt x="295706" y="1818402"/>
                </a:cubicBezTo>
                <a:cubicBezTo>
                  <a:pt x="299606" y="1797733"/>
                  <a:pt x="303276" y="1776795"/>
                  <a:pt x="308092" y="1756393"/>
                </a:cubicBezTo>
                <a:cubicBezTo>
                  <a:pt x="308551" y="1754246"/>
                  <a:pt x="314744" y="1753977"/>
                  <a:pt x="318184" y="1752635"/>
                </a:cubicBezTo>
                <a:cubicBezTo>
                  <a:pt x="319102" y="1756930"/>
                  <a:pt x="321395" y="1761494"/>
                  <a:pt x="320707" y="1765520"/>
                </a:cubicBezTo>
                <a:cubicBezTo>
                  <a:pt x="320019" y="1770083"/>
                  <a:pt x="316120" y="1773841"/>
                  <a:pt x="314973" y="1778673"/>
                </a:cubicBezTo>
                <a:cubicBezTo>
                  <a:pt x="313826" y="1783506"/>
                  <a:pt x="314055" y="1788874"/>
                  <a:pt x="313826" y="1794243"/>
                </a:cubicBezTo>
                <a:cubicBezTo>
                  <a:pt x="317955" y="1793169"/>
                  <a:pt x="322083" y="1792632"/>
                  <a:pt x="325983" y="1790485"/>
                </a:cubicBezTo>
                <a:cubicBezTo>
                  <a:pt x="329194" y="1788874"/>
                  <a:pt x="331717" y="1785653"/>
                  <a:pt x="335157" y="1782699"/>
                </a:cubicBezTo>
                <a:cubicBezTo>
                  <a:pt x="328965" y="1767667"/>
                  <a:pt x="329653" y="1754514"/>
                  <a:pt x="340203" y="1742166"/>
                </a:cubicBezTo>
                <a:cubicBezTo>
                  <a:pt x="344332" y="1737334"/>
                  <a:pt x="346626" y="1729281"/>
                  <a:pt x="348231" y="1722302"/>
                </a:cubicBezTo>
                <a:cubicBezTo>
                  <a:pt x="350983" y="1710759"/>
                  <a:pt x="353277" y="1700826"/>
                  <a:pt x="366810" y="1700289"/>
                </a:cubicBezTo>
                <a:cubicBezTo>
                  <a:pt x="374378" y="1700021"/>
                  <a:pt x="379425" y="1685526"/>
                  <a:pt x="390205" y="1691967"/>
                </a:cubicBezTo>
                <a:cubicBezTo>
                  <a:pt x="391122" y="1692505"/>
                  <a:pt x="395021" y="1685794"/>
                  <a:pt x="395710" y="1679351"/>
                </a:cubicBezTo>
                <a:cubicBezTo>
                  <a:pt x="391581" y="1680693"/>
                  <a:pt x="387452" y="1682036"/>
                  <a:pt x="382865" y="1683378"/>
                </a:cubicBezTo>
                <a:cubicBezTo>
                  <a:pt x="382177" y="1681768"/>
                  <a:pt x="380801" y="1680156"/>
                  <a:pt x="381030" y="1678814"/>
                </a:cubicBezTo>
                <a:cubicBezTo>
                  <a:pt x="382406" y="1673177"/>
                  <a:pt x="384471" y="1667809"/>
                  <a:pt x="386076" y="1662171"/>
                </a:cubicBezTo>
                <a:cubicBezTo>
                  <a:pt x="387911" y="1655997"/>
                  <a:pt x="389976" y="1649823"/>
                  <a:pt x="391810" y="1643648"/>
                </a:cubicBezTo>
                <a:cubicBezTo>
                  <a:pt x="386764" y="1642843"/>
                  <a:pt x="381718" y="1642038"/>
                  <a:pt x="375755" y="1641233"/>
                </a:cubicBezTo>
                <a:cubicBezTo>
                  <a:pt x="373461" y="1627006"/>
                  <a:pt x="375067" y="1614657"/>
                  <a:pt x="391810" y="1611436"/>
                </a:cubicBezTo>
                <a:cubicBezTo>
                  <a:pt x="395480" y="1610631"/>
                  <a:pt x="401444" y="1603115"/>
                  <a:pt x="400985" y="1600430"/>
                </a:cubicBezTo>
                <a:cubicBezTo>
                  <a:pt x="396856" y="1581103"/>
                  <a:pt x="407178" y="1575733"/>
                  <a:pt x="421628" y="1573318"/>
                </a:cubicBezTo>
                <a:cubicBezTo>
                  <a:pt x="421857" y="1571707"/>
                  <a:pt x="421857" y="1570097"/>
                  <a:pt x="422087" y="1568485"/>
                </a:cubicBezTo>
                <a:cubicBezTo>
                  <a:pt x="414517" y="1564727"/>
                  <a:pt x="406949" y="1560701"/>
                  <a:pt x="399379" y="1556943"/>
                </a:cubicBezTo>
                <a:cubicBezTo>
                  <a:pt x="401444" y="1553991"/>
                  <a:pt x="403278" y="1551306"/>
                  <a:pt x="405343" y="1548353"/>
                </a:cubicBezTo>
                <a:cubicBezTo>
                  <a:pt x="409013" y="1547280"/>
                  <a:pt x="412682" y="1545937"/>
                  <a:pt x="417040" y="1544595"/>
                </a:cubicBezTo>
                <a:cubicBezTo>
                  <a:pt x="411306" y="1535469"/>
                  <a:pt x="406031" y="1527146"/>
                  <a:pt x="398232" y="1514798"/>
                </a:cubicBezTo>
                <a:cubicBezTo>
                  <a:pt x="395021" y="1516409"/>
                  <a:pt x="387452" y="1520435"/>
                  <a:pt x="378278" y="1525536"/>
                </a:cubicBezTo>
                <a:cubicBezTo>
                  <a:pt x="381948" y="1538152"/>
                  <a:pt x="408783" y="1545132"/>
                  <a:pt x="385617" y="1562580"/>
                </a:cubicBezTo>
                <a:cubicBezTo>
                  <a:pt x="380801" y="1558017"/>
                  <a:pt x="376214" y="1553723"/>
                  <a:pt x="371626" y="1549427"/>
                </a:cubicBezTo>
                <a:cubicBezTo>
                  <a:pt x="374837" y="1530368"/>
                  <a:pt x="374837" y="1530368"/>
                  <a:pt x="351213" y="1509429"/>
                </a:cubicBezTo>
                <a:cubicBezTo>
                  <a:pt x="347772" y="1512651"/>
                  <a:pt x="344332" y="1515604"/>
                  <a:pt x="339286" y="1520167"/>
                </a:cubicBezTo>
                <a:cubicBezTo>
                  <a:pt x="333781" y="1488760"/>
                  <a:pt x="353736" y="1469970"/>
                  <a:pt x="361076" y="1447152"/>
                </a:cubicBezTo>
                <a:cubicBezTo>
                  <a:pt x="350754" y="1447152"/>
                  <a:pt x="341579" y="1447152"/>
                  <a:pt x="332176" y="1447152"/>
                </a:cubicBezTo>
                <a:cubicBezTo>
                  <a:pt x="331946" y="1445542"/>
                  <a:pt x="331487" y="1444199"/>
                  <a:pt x="331258" y="1442589"/>
                </a:cubicBezTo>
                <a:cubicBezTo>
                  <a:pt x="340891" y="1436146"/>
                  <a:pt x="353277" y="1432119"/>
                  <a:pt x="351671" y="1410644"/>
                </a:cubicBezTo>
                <a:cubicBezTo>
                  <a:pt x="347314" y="1418697"/>
                  <a:pt x="344791" y="1423262"/>
                  <a:pt x="342497" y="1427556"/>
                </a:cubicBezTo>
                <a:cubicBezTo>
                  <a:pt x="336533" y="1423529"/>
                  <a:pt x="331029" y="1419771"/>
                  <a:pt x="324148" y="1415477"/>
                </a:cubicBezTo>
                <a:cubicBezTo>
                  <a:pt x="325753" y="1411718"/>
                  <a:pt x="328276" y="1406618"/>
                  <a:pt x="328505" y="1406081"/>
                </a:cubicBezTo>
                <a:cubicBezTo>
                  <a:pt x="326212" y="1394270"/>
                  <a:pt x="325983" y="1385411"/>
                  <a:pt x="322771" y="1378700"/>
                </a:cubicBezTo>
                <a:cubicBezTo>
                  <a:pt x="319790" y="1372795"/>
                  <a:pt x="313597" y="1369036"/>
                  <a:pt x="308780" y="1364204"/>
                </a:cubicBezTo>
                <a:cubicBezTo>
                  <a:pt x="306487" y="1368768"/>
                  <a:pt x="304193" y="1373063"/>
                  <a:pt x="302129" y="1377895"/>
                </a:cubicBezTo>
                <a:cubicBezTo>
                  <a:pt x="301441" y="1379774"/>
                  <a:pt x="301670" y="1382189"/>
                  <a:pt x="301441" y="1385679"/>
                </a:cubicBezTo>
                <a:cubicBezTo>
                  <a:pt x="287679" y="1363399"/>
                  <a:pt x="293642" y="1333066"/>
                  <a:pt x="314973" y="1309174"/>
                </a:cubicBezTo>
                <a:cubicBezTo>
                  <a:pt x="308551" y="1305953"/>
                  <a:pt x="300294" y="1304611"/>
                  <a:pt x="296394" y="1298975"/>
                </a:cubicBezTo>
                <a:cubicBezTo>
                  <a:pt x="292266" y="1292800"/>
                  <a:pt x="292266" y="1282599"/>
                  <a:pt x="291119" y="1277498"/>
                </a:cubicBezTo>
                <a:cubicBezTo>
                  <a:pt x="283092" y="1275083"/>
                  <a:pt x="275522" y="1275620"/>
                  <a:pt x="272541" y="1271325"/>
                </a:cubicBezTo>
                <a:cubicBezTo>
                  <a:pt x="267265" y="1264346"/>
                  <a:pt x="262678" y="1254950"/>
                  <a:pt x="261760" y="1245823"/>
                </a:cubicBezTo>
                <a:cubicBezTo>
                  <a:pt x="261072" y="1237771"/>
                  <a:pt x="265660" y="1228911"/>
                  <a:pt x="268642" y="1217637"/>
                </a:cubicBezTo>
                <a:cubicBezTo>
                  <a:pt x="267036" y="1214952"/>
                  <a:pt x="263137" y="1208779"/>
                  <a:pt x="256485" y="1198041"/>
                </a:cubicBezTo>
                <a:cubicBezTo>
                  <a:pt x="278733" y="1206363"/>
                  <a:pt x="291119" y="1198310"/>
                  <a:pt x="293642" y="1177640"/>
                </a:cubicBezTo>
                <a:cubicBezTo>
                  <a:pt x="296165" y="1158312"/>
                  <a:pt x="294330" y="1157776"/>
                  <a:pt x="285844" y="1155359"/>
                </a:cubicBezTo>
                <a:cubicBezTo>
                  <a:pt x="282633" y="1163144"/>
                  <a:pt x="281027" y="1174955"/>
                  <a:pt x="276899" y="1176298"/>
                </a:cubicBezTo>
                <a:cubicBezTo>
                  <a:pt x="265201" y="1179788"/>
                  <a:pt x="254880" y="1174955"/>
                  <a:pt x="251898" y="1158581"/>
                </a:cubicBezTo>
                <a:cubicBezTo>
                  <a:pt x="250521" y="1151333"/>
                  <a:pt x="248457" y="1144353"/>
                  <a:pt x="247081" y="1137106"/>
                </a:cubicBezTo>
                <a:cubicBezTo>
                  <a:pt x="243641" y="1116972"/>
                  <a:pt x="251210" y="1103551"/>
                  <a:pt x="269100" y="1098719"/>
                </a:cubicBezTo>
                <a:cubicBezTo>
                  <a:pt x="279421" y="1095767"/>
                  <a:pt x="287908" y="1093082"/>
                  <a:pt x="282633" y="1075902"/>
                </a:cubicBezTo>
                <a:cubicBezTo>
                  <a:pt x="279192" y="1064627"/>
                  <a:pt x="277587" y="1050937"/>
                  <a:pt x="279421" y="1039126"/>
                </a:cubicBezTo>
                <a:cubicBezTo>
                  <a:pt x="281715" y="1024898"/>
                  <a:pt x="288367" y="1012014"/>
                  <a:pt x="293871" y="996980"/>
                </a:cubicBezTo>
                <a:cubicBezTo>
                  <a:pt x="291349" y="995638"/>
                  <a:pt x="285156" y="991880"/>
                  <a:pt x="276899" y="986779"/>
                </a:cubicBezTo>
                <a:cubicBezTo>
                  <a:pt x="273458" y="1012819"/>
                  <a:pt x="259008" y="1026508"/>
                  <a:pt x="241806" y="1040199"/>
                </a:cubicBezTo>
                <a:cubicBezTo>
                  <a:pt x="233549" y="1046910"/>
                  <a:pt x="233319" y="1066506"/>
                  <a:pt x="227815" y="1079391"/>
                </a:cubicBezTo>
                <a:cubicBezTo>
                  <a:pt x="222539" y="1091470"/>
                  <a:pt x="214970" y="1101940"/>
                  <a:pt x="207631" y="1114289"/>
                </a:cubicBezTo>
                <a:cubicBezTo>
                  <a:pt x="204649" y="1109993"/>
                  <a:pt x="203272" y="1108651"/>
                  <a:pt x="202584" y="1107309"/>
                </a:cubicBezTo>
                <a:cubicBezTo>
                  <a:pt x="200291" y="1101940"/>
                  <a:pt x="197997" y="1096303"/>
                  <a:pt x="195704" y="1090934"/>
                </a:cubicBezTo>
                <a:cubicBezTo>
                  <a:pt x="192492" y="1096303"/>
                  <a:pt x="189052" y="1101671"/>
                  <a:pt x="186299" y="1107309"/>
                </a:cubicBezTo>
                <a:cubicBezTo>
                  <a:pt x="183547" y="1112946"/>
                  <a:pt x="181024" y="1118852"/>
                  <a:pt x="178731" y="1125026"/>
                </a:cubicBezTo>
                <a:cubicBezTo>
                  <a:pt x="175749" y="1132543"/>
                  <a:pt x="172767" y="1140327"/>
                  <a:pt x="170015" y="1148112"/>
                </a:cubicBezTo>
                <a:cubicBezTo>
                  <a:pt x="170015" y="1148112"/>
                  <a:pt x="170244" y="1147575"/>
                  <a:pt x="170244" y="1147575"/>
                </a:cubicBezTo>
                <a:cubicBezTo>
                  <a:pt x="167033" y="1155896"/>
                  <a:pt x="162446" y="1163949"/>
                  <a:pt x="160840" y="1172808"/>
                </a:cubicBezTo>
                <a:cubicBezTo>
                  <a:pt x="154418" y="1206094"/>
                  <a:pt x="142720" y="1218979"/>
                  <a:pt x="112444" y="1224080"/>
                </a:cubicBezTo>
                <a:cubicBezTo>
                  <a:pt x="98453" y="1207973"/>
                  <a:pt x="102123" y="1195357"/>
                  <a:pt x="117490" y="1184619"/>
                </a:cubicBezTo>
                <a:cubicBezTo>
                  <a:pt x="120242" y="1182739"/>
                  <a:pt x="122307" y="1178445"/>
                  <a:pt x="123454" y="1174955"/>
                </a:cubicBezTo>
                <a:cubicBezTo>
                  <a:pt x="132399" y="1147038"/>
                  <a:pt x="141115" y="1119120"/>
                  <a:pt x="149831" y="1091202"/>
                </a:cubicBezTo>
                <a:cubicBezTo>
                  <a:pt x="151436" y="1085566"/>
                  <a:pt x="152583" y="1079928"/>
                  <a:pt x="154188" y="1074291"/>
                </a:cubicBezTo>
                <a:cubicBezTo>
                  <a:pt x="152812" y="1073485"/>
                  <a:pt x="151665" y="1072680"/>
                  <a:pt x="150289" y="1071875"/>
                </a:cubicBezTo>
                <a:cubicBezTo>
                  <a:pt x="140197" y="1087444"/>
                  <a:pt x="129876" y="1102745"/>
                  <a:pt x="119784" y="1118315"/>
                </a:cubicBezTo>
                <a:cubicBezTo>
                  <a:pt x="120931" y="1120462"/>
                  <a:pt x="121848" y="1122610"/>
                  <a:pt x="122995" y="1125026"/>
                </a:cubicBezTo>
                <a:cubicBezTo>
                  <a:pt x="117490" y="1123952"/>
                  <a:pt x="111986" y="1123147"/>
                  <a:pt x="106481" y="1122073"/>
                </a:cubicBezTo>
                <a:cubicBezTo>
                  <a:pt x="108315" y="1115362"/>
                  <a:pt x="110150" y="1108382"/>
                  <a:pt x="111756" y="1101671"/>
                </a:cubicBezTo>
                <a:cubicBezTo>
                  <a:pt x="113591" y="1093887"/>
                  <a:pt x="115197" y="1085834"/>
                  <a:pt x="119096" y="1080465"/>
                </a:cubicBezTo>
                <a:cubicBezTo>
                  <a:pt x="113591" y="1062748"/>
                  <a:pt x="135839" y="1050937"/>
                  <a:pt x="140656" y="1032414"/>
                </a:cubicBezTo>
                <a:cubicBezTo>
                  <a:pt x="143637" y="1020603"/>
                  <a:pt x="152124" y="1010402"/>
                  <a:pt x="159005" y="1000470"/>
                </a:cubicBezTo>
                <a:cubicBezTo>
                  <a:pt x="161987" y="996175"/>
                  <a:pt x="167033" y="993222"/>
                  <a:pt x="171391" y="991075"/>
                </a:cubicBezTo>
                <a:cubicBezTo>
                  <a:pt x="172538" y="990539"/>
                  <a:pt x="177813" y="996443"/>
                  <a:pt x="177354" y="997517"/>
                </a:cubicBezTo>
                <a:cubicBezTo>
                  <a:pt x="175749" y="1002081"/>
                  <a:pt x="172079" y="1005571"/>
                  <a:pt x="170244" y="1010134"/>
                </a:cubicBezTo>
                <a:cubicBezTo>
                  <a:pt x="165886" y="1021409"/>
                  <a:pt x="161987" y="1032683"/>
                  <a:pt x="158087" y="1044226"/>
                </a:cubicBezTo>
                <a:cubicBezTo>
                  <a:pt x="159693" y="1045837"/>
                  <a:pt x="161070" y="1047178"/>
                  <a:pt x="162675" y="1048790"/>
                </a:cubicBezTo>
                <a:cubicBezTo>
                  <a:pt x="170473" y="1046373"/>
                  <a:pt x="179189" y="1045837"/>
                  <a:pt x="186070" y="1041274"/>
                </a:cubicBezTo>
                <a:cubicBezTo>
                  <a:pt x="193869" y="1036172"/>
                  <a:pt x="197768" y="1027046"/>
                  <a:pt x="191346" y="1016040"/>
                </a:cubicBezTo>
                <a:cubicBezTo>
                  <a:pt x="186299" y="1007181"/>
                  <a:pt x="180107" y="997517"/>
                  <a:pt x="194327" y="991344"/>
                </a:cubicBezTo>
                <a:cubicBezTo>
                  <a:pt x="195933" y="990539"/>
                  <a:pt x="197768" y="987586"/>
                  <a:pt x="197768" y="985706"/>
                </a:cubicBezTo>
                <a:cubicBezTo>
                  <a:pt x="198456" y="966647"/>
                  <a:pt x="211530" y="959399"/>
                  <a:pt x="222081" y="949467"/>
                </a:cubicBezTo>
                <a:cubicBezTo>
                  <a:pt x="225750" y="945977"/>
                  <a:pt x="228961" y="941145"/>
                  <a:pt x="231255" y="936044"/>
                </a:cubicBezTo>
                <a:cubicBezTo>
                  <a:pt x="235383" y="926918"/>
                  <a:pt x="238824" y="917254"/>
                  <a:pt x="241806" y="907591"/>
                </a:cubicBezTo>
                <a:cubicBezTo>
                  <a:pt x="243641" y="901416"/>
                  <a:pt x="244329" y="894974"/>
                  <a:pt x="245476" y="888531"/>
                </a:cubicBezTo>
                <a:cubicBezTo>
                  <a:pt x="243411" y="887457"/>
                  <a:pt x="241118" y="886384"/>
                  <a:pt x="239054" y="885309"/>
                </a:cubicBezTo>
                <a:cubicBezTo>
                  <a:pt x="228044" y="902758"/>
                  <a:pt x="217264" y="920207"/>
                  <a:pt x="205796" y="938729"/>
                </a:cubicBezTo>
                <a:cubicBezTo>
                  <a:pt x="204190" y="936044"/>
                  <a:pt x="202355" y="934166"/>
                  <a:pt x="202584" y="933093"/>
                </a:cubicBezTo>
                <a:cubicBezTo>
                  <a:pt x="206484" y="915107"/>
                  <a:pt x="208089" y="895510"/>
                  <a:pt x="215887" y="879941"/>
                </a:cubicBezTo>
                <a:cubicBezTo>
                  <a:pt x="221621" y="868399"/>
                  <a:pt x="235154" y="861956"/>
                  <a:pt x="245934" y="854977"/>
                </a:cubicBezTo>
                <a:cubicBezTo>
                  <a:pt x="247769" y="853635"/>
                  <a:pt x="253733" y="860882"/>
                  <a:pt x="259237" y="865177"/>
                </a:cubicBezTo>
                <a:cubicBezTo>
                  <a:pt x="261531" y="861956"/>
                  <a:pt x="264513" y="857393"/>
                  <a:pt x="268871" y="851218"/>
                </a:cubicBezTo>
                <a:cubicBezTo>
                  <a:pt x="262907" y="849071"/>
                  <a:pt x="259008" y="847997"/>
                  <a:pt x="255109" y="846387"/>
                </a:cubicBezTo>
                <a:cubicBezTo>
                  <a:pt x="250063" y="844239"/>
                  <a:pt x="245017" y="842360"/>
                  <a:pt x="240430" y="839139"/>
                </a:cubicBezTo>
                <a:cubicBezTo>
                  <a:pt x="239742" y="838602"/>
                  <a:pt x="242494" y="828401"/>
                  <a:pt x="243411" y="828401"/>
                </a:cubicBezTo>
                <a:cubicBezTo>
                  <a:pt x="250063" y="828401"/>
                  <a:pt x="256944" y="829743"/>
                  <a:pt x="263595" y="831623"/>
                </a:cubicBezTo>
                <a:cubicBezTo>
                  <a:pt x="265201" y="831891"/>
                  <a:pt x="266348" y="835113"/>
                  <a:pt x="267724" y="836723"/>
                </a:cubicBezTo>
                <a:cubicBezTo>
                  <a:pt x="282174" y="834844"/>
                  <a:pt x="294330" y="807731"/>
                  <a:pt x="309927" y="832428"/>
                </a:cubicBezTo>
                <a:cubicBezTo>
                  <a:pt x="319560" y="826790"/>
                  <a:pt x="328047" y="820348"/>
                  <a:pt x="337451" y="816322"/>
                </a:cubicBezTo>
                <a:cubicBezTo>
                  <a:pt x="342268" y="814174"/>
                  <a:pt x="347084" y="815718"/>
                  <a:pt x="350926" y="819711"/>
                </a:cubicBezTo>
                <a:lnTo>
                  <a:pt x="358435" y="837518"/>
                </a:lnTo>
                <a:lnTo>
                  <a:pt x="344332" y="847997"/>
                </a:lnTo>
                <a:cubicBezTo>
                  <a:pt x="335616" y="852025"/>
                  <a:pt x="335387" y="851486"/>
                  <a:pt x="337680" y="863029"/>
                </a:cubicBezTo>
                <a:cubicBezTo>
                  <a:pt x="344332" y="860346"/>
                  <a:pt x="351213" y="857661"/>
                  <a:pt x="358782" y="854977"/>
                </a:cubicBezTo>
                <a:cubicBezTo>
                  <a:pt x="364975" y="879405"/>
                  <a:pt x="324606" y="882626"/>
                  <a:pt x="346626" y="907591"/>
                </a:cubicBezTo>
                <a:cubicBezTo>
                  <a:pt x="337451" y="916986"/>
                  <a:pt x="329423" y="925038"/>
                  <a:pt x="322542" y="931750"/>
                </a:cubicBezTo>
                <a:cubicBezTo>
                  <a:pt x="317955" y="948393"/>
                  <a:pt x="313367" y="964231"/>
                  <a:pt x="308780" y="980337"/>
                </a:cubicBezTo>
                <a:cubicBezTo>
                  <a:pt x="309239" y="980606"/>
                  <a:pt x="309927" y="980875"/>
                  <a:pt x="310386" y="980875"/>
                </a:cubicBezTo>
                <a:cubicBezTo>
                  <a:pt x="315203" y="970405"/>
                  <a:pt x="320249" y="959667"/>
                  <a:pt x="327129" y="944367"/>
                </a:cubicBezTo>
                <a:cubicBezTo>
                  <a:pt x="331946" y="953493"/>
                  <a:pt x="337451" y="959936"/>
                  <a:pt x="338368" y="967452"/>
                </a:cubicBezTo>
                <a:cubicBezTo>
                  <a:pt x="338827" y="971210"/>
                  <a:pt x="332176" y="977385"/>
                  <a:pt x="327817" y="981143"/>
                </a:cubicBezTo>
                <a:cubicBezTo>
                  <a:pt x="320478" y="987586"/>
                  <a:pt x="311762" y="992149"/>
                  <a:pt x="304881" y="999128"/>
                </a:cubicBezTo>
                <a:cubicBezTo>
                  <a:pt x="303046" y="1001007"/>
                  <a:pt x="303505" y="1009329"/>
                  <a:pt x="305569" y="1012819"/>
                </a:cubicBezTo>
                <a:cubicBezTo>
                  <a:pt x="307404" y="1016308"/>
                  <a:pt x="312450" y="1017919"/>
                  <a:pt x="315661" y="1019798"/>
                </a:cubicBezTo>
                <a:cubicBezTo>
                  <a:pt x="313138" y="1034831"/>
                  <a:pt x="310386" y="1049058"/>
                  <a:pt x="308780" y="1063554"/>
                </a:cubicBezTo>
                <a:cubicBezTo>
                  <a:pt x="308321" y="1067848"/>
                  <a:pt x="310156" y="1075902"/>
                  <a:pt x="312450" y="1076707"/>
                </a:cubicBezTo>
                <a:cubicBezTo>
                  <a:pt x="330570" y="1083418"/>
                  <a:pt x="323230" y="1100330"/>
                  <a:pt x="324606" y="1115094"/>
                </a:cubicBezTo>
                <a:cubicBezTo>
                  <a:pt x="328276" y="1114825"/>
                  <a:pt x="332176" y="1114557"/>
                  <a:pt x="338368" y="1114019"/>
                </a:cubicBezTo>
                <a:cubicBezTo>
                  <a:pt x="337221" y="1120462"/>
                  <a:pt x="336304" y="1125831"/>
                  <a:pt x="335387" y="1131200"/>
                </a:cubicBezTo>
                <a:cubicBezTo>
                  <a:pt x="329653" y="1127978"/>
                  <a:pt x="325065" y="1122878"/>
                  <a:pt x="321625" y="1123952"/>
                </a:cubicBezTo>
                <a:cubicBezTo>
                  <a:pt x="316120" y="1125563"/>
                  <a:pt x="311762" y="1131200"/>
                  <a:pt x="306716" y="1134958"/>
                </a:cubicBezTo>
                <a:cubicBezTo>
                  <a:pt x="311533" y="1138716"/>
                  <a:pt x="316120" y="1144353"/>
                  <a:pt x="321395" y="1145695"/>
                </a:cubicBezTo>
                <a:cubicBezTo>
                  <a:pt x="334469" y="1149453"/>
                  <a:pt x="350983" y="1165828"/>
                  <a:pt x="351901" y="1179788"/>
                </a:cubicBezTo>
                <a:cubicBezTo>
                  <a:pt x="353048" y="1196967"/>
                  <a:pt x="343415" y="1196967"/>
                  <a:pt x="331487" y="1195088"/>
                </a:cubicBezTo>
                <a:cubicBezTo>
                  <a:pt x="331258" y="1199651"/>
                  <a:pt x="331029" y="1203947"/>
                  <a:pt x="330799" y="1207973"/>
                </a:cubicBezTo>
                <a:cubicBezTo>
                  <a:pt x="332634" y="1209047"/>
                  <a:pt x="334010" y="1210121"/>
                  <a:pt x="334469" y="1209852"/>
                </a:cubicBezTo>
                <a:cubicBezTo>
                  <a:pt x="348460" y="1202336"/>
                  <a:pt x="361305" y="1210926"/>
                  <a:pt x="362681" y="1228911"/>
                </a:cubicBezTo>
                <a:cubicBezTo>
                  <a:pt x="363599" y="1240186"/>
                  <a:pt x="357864" y="1243675"/>
                  <a:pt x="348919" y="1244482"/>
                </a:cubicBezTo>
                <a:cubicBezTo>
                  <a:pt x="337910" y="1245555"/>
                  <a:pt x="326900" y="1247433"/>
                  <a:pt x="325983" y="1265687"/>
                </a:cubicBezTo>
                <a:cubicBezTo>
                  <a:pt x="325065" y="1283941"/>
                  <a:pt x="333322" y="1293337"/>
                  <a:pt x="353736" y="1290384"/>
                </a:cubicBezTo>
                <a:cubicBezTo>
                  <a:pt x="350066" y="1278841"/>
                  <a:pt x="346626" y="1268104"/>
                  <a:pt x="342955" y="1256292"/>
                </a:cubicBezTo>
                <a:cubicBezTo>
                  <a:pt x="352589" y="1246092"/>
                  <a:pt x="358323" y="1247702"/>
                  <a:pt x="362910" y="1263272"/>
                </a:cubicBezTo>
                <a:cubicBezTo>
                  <a:pt x="364516" y="1269177"/>
                  <a:pt x="368874" y="1274008"/>
                  <a:pt x="369562" y="1279646"/>
                </a:cubicBezTo>
                <a:cubicBezTo>
                  <a:pt x="370938" y="1291457"/>
                  <a:pt x="372544" y="1303269"/>
                  <a:pt x="373232" y="1315080"/>
                </a:cubicBezTo>
                <a:cubicBezTo>
                  <a:pt x="373690" y="1321791"/>
                  <a:pt x="374149" y="1330918"/>
                  <a:pt x="370938" y="1334944"/>
                </a:cubicBezTo>
                <a:cubicBezTo>
                  <a:pt x="367956" y="1338434"/>
                  <a:pt x="359928" y="1336556"/>
                  <a:pt x="355571" y="1337092"/>
                </a:cubicBezTo>
                <a:cubicBezTo>
                  <a:pt x="361764" y="1344340"/>
                  <a:pt x="369333" y="1353467"/>
                  <a:pt x="376902" y="1362325"/>
                </a:cubicBezTo>
                <a:cubicBezTo>
                  <a:pt x="375755" y="1363936"/>
                  <a:pt x="374837" y="1365278"/>
                  <a:pt x="373690" y="1366889"/>
                </a:cubicBezTo>
                <a:cubicBezTo>
                  <a:pt x="368186" y="1363399"/>
                  <a:pt x="362681" y="1359641"/>
                  <a:pt x="357176" y="1355883"/>
                </a:cubicBezTo>
                <a:cubicBezTo>
                  <a:pt x="350525" y="1386754"/>
                  <a:pt x="366580" y="1408228"/>
                  <a:pt x="392957" y="1403128"/>
                </a:cubicBezTo>
                <a:cubicBezTo>
                  <a:pt x="392039" y="1396953"/>
                  <a:pt x="391122" y="1390780"/>
                  <a:pt x="389746" y="1381384"/>
                </a:cubicBezTo>
                <a:cubicBezTo>
                  <a:pt x="396168" y="1383264"/>
                  <a:pt x="403966" y="1382996"/>
                  <a:pt x="405113" y="1386216"/>
                </a:cubicBezTo>
                <a:cubicBezTo>
                  <a:pt x="407178" y="1391585"/>
                  <a:pt x="406949" y="1400175"/>
                  <a:pt x="404655" y="1405544"/>
                </a:cubicBezTo>
                <a:cubicBezTo>
                  <a:pt x="401214" y="1413597"/>
                  <a:pt x="393875" y="1419235"/>
                  <a:pt x="390205" y="1427288"/>
                </a:cubicBezTo>
                <a:cubicBezTo>
                  <a:pt x="387682" y="1432656"/>
                  <a:pt x="386764" y="1440709"/>
                  <a:pt x="388140" y="1446615"/>
                </a:cubicBezTo>
                <a:cubicBezTo>
                  <a:pt x="388828" y="1449300"/>
                  <a:pt x="398232" y="1452253"/>
                  <a:pt x="400985" y="1450373"/>
                </a:cubicBezTo>
                <a:cubicBezTo>
                  <a:pt x="421169" y="1435609"/>
                  <a:pt x="440894" y="1419503"/>
                  <a:pt x="456721" y="1406886"/>
                </a:cubicBezTo>
                <a:cubicBezTo>
                  <a:pt x="453510" y="1389169"/>
                  <a:pt x="451216" y="1375210"/>
                  <a:pt x="448693" y="1361520"/>
                </a:cubicBezTo>
                <a:cubicBezTo>
                  <a:pt x="447546" y="1356151"/>
                  <a:pt x="445711" y="1350783"/>
                  <a:pt x="444105" y="1345413"/>
                </a:cubicBezTo>
                <a:cubicBezTo>
                  <a:pt x="439748" y="1348098"/>
                  <a:pt x="435619" y="1350783"/>
                  <a:pt x="431490" y="1353467"/>
                </a:cubicBezTo>
                <a:cubicBezTo>
                  <a:pt x="428509" y="1355614"/>
                  <a:pt x="425527" y="1358031"/>
                  <a:pt x="420251" y="1358299"/>
                </a:cubicBezTo>
                <a:cubicBezTo>
                  <a:pt x="421857" y="1354273"/>
                  <a:pt x="423004" y="1350245"/>
                  <a:pt x="424839" y="1346487"/>
                </a:cubicBezTo>
                <a:cubicBezTo>
                  <a:pt x="430344" y="1335481"/>
                  <a:pt x="429655" y="1326623"/>
                  <a:pt x="425756" y="1313201"/>
                </a:cubicBezTo>
                <a:cubicBezTo>
                  <a:pt x="420251" y="1293068"/>
                  <a:pt x="415664" y="1274278"/>
                  <a:pt x="401673" y="1259514"/>
                </a:cubicBezTo>
                <a:cubicBezTo>
                  <a:pt x="399150" y="1256829"/>
                  <a:pt x="401444" y="1248776"/>
                  <a:pt x="400067" y="1243944"/>
                </a:cubicBezTo>
                <a:cubicBezTo>
                  <a:pt x="397086" y="1232133"/>
                  <a:pt x="394104" y="1220053"/>
                  <a:pt x="389516" y="1209047"/>
                </a:cubicBezTo>
                <a:cubicBezTo>
                  <a:pt x="383782" y="1195088"/>
                  <a:pt x="382406" y="1181666"/>
                  <a:pt x="389287" y="1168512"/>
                </a:cubicBezTo>
                <a:cubicBezTo>
                  <a:pt x="396398" y="1155091"/>
                  <a:pt x="390205" y="1145158"/>
                  <a:pt x="384700" y="1134689"/>
                </a:cubicBezTo>
                <a:cubicBezTo>
                  <a:pt x="380113" y="1126100"/>
                  <a:pt x="370709" y="1114019"/>
                  <a:pt x="373002" y="1108919"/>
                </a:cubicBezTo>
                <a:cubicBezTo>
                  <a:pt x="378507" y="1096035"/>
                  <a:pt x="381030" y="1079391"/>
                  <a:pt x="402132" y="1079660"/>
                </a:cubicBezTo>
                <a:cubicBezTo>
                  <a:pt x="419105" y="1079928"/>
                  <a:pt x="426215" y="1083954"/>
                  <a:pt x="433096" y="1100598"/>
                </a:cubicBezTo>
                <a:cubicBezTo>
                  <a:pt x="439289" y="1115362"/>
                  <a:pt x="449381" y="1128246"/>
                  <a:pt x="457638" y="1141937"/>
                </a:cubicBezTo>
                <a:cubicBezTo>
                  <a:pt x="459244" y="1140595"/>
                  <a:pt x="461078" y="1138984"/>
                  <a:pt x="462684" y="1137642"/>
                </a:cubicBezTo>
                <a:cubicBezTo>
                  <a:pt x="461078" y="1134421"/>
                  <a:pt x="459244" y="1131200"/>
                  <a:pt x="457638" y="1127978"/>
                </a:cubicBezTo>
                <a:cubicBezTo>
                  <a:pt x="455344" y="1123415"/>
                  <a:pt x="453051" y="1118852"/>
                  <a:pt x="450757" y="1114289"/>
                </a:cubicBezTo>
                <a:cubicBezTo>
                  <a:pt x="455344" y="1115362"/>
                  <a:pt x="460161" y="1116167"/>
                  <a:pt x="464748" y="1117777"/>
                </a:cubicBezTo>
                <a:cubicBezTo>
                  <a:pt x="473694" y="1120999"/>
                  <a:pt x="482409" y="1124758"/>
                  <a:pt x="491355" y="1128246"/>
                </a:cubicBezTo>
                <a:cubicBezTo>
                  <a:pt x="492043" y="1126368"/>
                  <a:pt x="492960" y="1124488"/>
                  <a:pt x="493648" y="1122878"/>
                </a:cubicBezTo>
                <a:cubicBezTo>
                  <a:pt x="486997" y="1112946"/>
                  <a:pt x="480574" y="1103013"/>
                  <a:pt x="473005" y="1091739"/>
                </a:cubicBezTo>
                <a:cubicBezTo>
                  <a:pt x="466812" y="1096840"/>
                  <a:pt x="460849" y="1101403"/>
                  <a:pt x="453968" y="1106771"/>
                </a:cubicBezTo>
                <a:cubicBezTo>
                  <a:pt x="446399" y="1086907"/>
                  <a:pt x="463372" y="1091470"/>
                  <a:pt x="469336" y="1083954"/>
                </a:cubicBezTo>
                <a:cubicBezTo>
                  <a:pt x="464060" y="1080196"/>
                  <a:pt x="459244" y="1076438"/>
                  <a:pt x="452362" y="1071607"/>
                </a:cubicBezTo>
                <a:cubicBezTo>
                  <a:pt x="467042" y="1064090"/>
                  <a:pt x="479657" y="1057648"/>
                  <a:pt x="492272" y="1051205"/>
                </a:cubicBezTo>
                <a:cubicBezTo>
                  <a:pt x="496400" y="1063016"/>
                  <a:pt x="499383" y="1071607"/>
                  <a:pt x="503282" y="1082076"/>
                </a:cubicBezTo>
                <a:cubicBezTo>
                  <a:pt x="517273" y="1067848"/>
                  <a:pt x="546632" y="1090397"/>
                  <a:pt x="550531" y="1047984"/>
                </a:cubicBezTo>
                <a:cubicBezTo>
                  <a:pt x="554659" y="1051742"/>
                  <a:pt x="559476" y="1054426"/>
                  <a:pt x="561311" y="1058721"/>
                </a:cubicBezTo>
                <a:cubicBezTo>
                  <a:pt x="566128" y="1070265"/>
                  <a:pt x="569339" y="1082613"/>
                  <a:pt x="573696" y="1094424"/>
                </a:cubicBezTo>
                <a:cubicBezTo>
                  <a:pt x="576220" y="1101135"/>
                  <a:pt x="579660" y="1107041"/>
                  <a:pt x="584477" y="1111872"/>
                </a:cubicBezTo>
                <a:cubicBezTo>
                  <a:pt x="586312" y="1124488"/>
                  <a:pt x="587688" y="1137106"/>
                  <a:pt x="589982" y="1149453"/>
                </a:cubicBezTo>
                <a:cubicBezTo>
                  <a:pt x="590440" y="1152138"/>
                  <a:pt x="595486" y="1156433"/>
                  <a:pt x="596174" y="1155896"/>
                </a:cubicBezTo>
                <a:cubicBezTo>
                  <a:pt x="609477" y="1146232"/>
                  <a:pt x="615441" y="1164486"/>
                  <a:pt x="625074" y="1165560"/>
                </a:cubicBezTo>
                <a:cubicBezTo>
                  <a:pt x="631496" y="1157238"/>
                  <a:pt x="637689" y="1148648"/>
                  <a:pt x="646176" y="1137911"/>
                </a:cubicBezTo>
                <a:cubicBezTo>
                  <a:pt x="653286" y="1158044"/>
                  <a:pt x="641818" y="1164486"/>
                  <a:pt x="633561" y="1173077"/>
                </a:cubicBezTo>
                <a:cubicBezTo>
                  <a:pt x="637231" y="1177103"/>
                  <a:pt x="641130" y="1180861"/>
                  <a:pt x="644570" y="1184888"/>
                </a:cubicBezTo>
                <a:cubicBezTo>
                  <a:pt x="669800" y="1175492"/>
                  <a:pt x="667966" y="1147038"/>
                  <a:pt x="666589" y="1126368"/>
                </a:cubicBezTo>
                <a:cubicBezTo>
                  <a:pt x="665672" y="1110261"/>
                  <a:pt x="673700" y="1105161"/>
                  <a:pt x="678975" y="1099793"/>
                </a:cubicBezTo>
                <a:cubicBezTo>
                  <a:pt x="692737" y="1085029"/>
                  <a:pt x="697554" y="1068654"/>
                  <a:pt x="692049" y="1047984"/>
                </a:cubicBezTo>
                <a:cubicBezTo>
                  <a:pt x="690214" y="1041004"/>
                  <a:pt x="692278" y="1030804"/>
                  <a:pt x="695260" y="1023825"/>
                </a:cubicBezTo>
                <a:cubicBezTo>
                  <a:pt x="701682" y="1009597"/>
                  <a:pt x="702370" y="1010134"/>
                  <a:pt x="689755" y="999128"/>
                </a:cubicBezTo>
                <a:cubicBezTo>
                  <a:pt x="694113" y="992417"/>
                  <a:pt x="698012" y="985169"/>
                  <a:pt x="702829" y="978995"/>
                </a:cubicBezTo>
                <a:cubicBezTo>
                  <a:pt x="711545" y="968257"/>
                  <a:pt x="708792" y="962084"/>
                  <a:pt x="698012" y="956983"/>
                </a:cubicBezTo>
                <a:cubicBezTo>
                  <a:pt x="686773" y="951883"/>
                  <a:pt x="675993" y="943830"/>
                  <a:pt x="678745" y="927992"/>
                </a:cubicBezTo>
                <a:cubicBezTo>
                  <a:pt x="680122" y="918865"/>
                  <a:pt x="687691" y="911349"/>
                  <a:pt x="691131" y="905443"/>
                </a:cubicBezTo>
                <a:cubicBezTo>
                  <a:pt x="686773" y="903028"/>
                  <a:pt x="681957" y="900611"/>
                  <a:pt x="677369" y="898195"/>
                </a:cubicBezTo>
                <a:cubicBezTo>
                  <a:pt x="680810" y="893095"/>
                  <a:pt x="683562" y="886116"/>
                  <a:pt x="688150" y="883431"/>
                </a:cubicBezTo>
                <a:cubicBezTo>
                  <a:pt x="697783" y="877793"/>
                  <a:pt x="706499" y="879673"/>
                  <a:pt x="715673" y="888531"/>
                </a:cubicBezTo>
                <a:cubicBezTo>
                  <a:pt x="720261" y="892827"/>
                  <a:pt x="730353" y="889874"/>
                  <a:pt x="737922" y="888799"/>
                </a:cubicBezTo>
                <a:cubicBezTo>
                  <a:pt x="744344" y="887726"/>
                  <a:pt x="750307" y="884504"/>
                  <a:pt x="757188" y="882089"/>
                </a:cubicBezTo>
                <a:cubicBezTo>
                  <a:pt x="761546" y="873499"/>
                  <a:pt x="767510" y="863029"/>
                  <a:pt x="772556" y="852025"/>
                </a:cubicBezTo>
                <a:cubicBezTo>
                  <a:pt x="774161" y="848803"/>
                  <a:pt x="775079" y="843970"/>
                  <a:pt x="774391" y="840749"/>
                </a:cubicBezTo>
                <a:cubicBezTo>
                  <a:pt x="767968" y="811489"/>
                  <a:pt x="782648" y="794579"/>
                  <a:pt x="799162" y="777398"/>
                </a:cubicBezTo>
                <a:cubicBezTo>
                  <a:pt x="804437" y="772029"/>
                  <a:pt x="806273" y="762097"/>
                  <a:pt x="809713" y="754043"/>
                </a:cubicBezTo>
                <a:cubicBezTo>
                  <a:pt x="803290" y="750285"/>
                  <a:pt x="796868" y="746259"/>
                  <a:pt x="790217" y="743307"/>
                </a:cubicBezTo>
                <a:cubicBezTo>
                  <a:pt x="786318" y="741427"/>
                  <a:pt x="781960" y="741159"/>
                  <a:pt x="777831" y="737669"/>
                </a:cubicBezTo>
                <a:cubicBezTo>
                  <a:pt x="787694" y="734716"/>
                  <a:pt x="796868" y="725053"/>
                  <a:pt x="807649" y="736864"/>
                </a:cubicBezTo>
                <a:cubicBezTo>
                  <a:pt x="810172" y="739549"/>
                  <a:pt x="821181" y="738206"/>
                  <a:pt x="823016" y="734716"/>
                </a:cubicBezTo>
                <a:cubicBezTo>
                  <a:pt x="831502" y="718878"/>
                  <a:pt x="839530" y="702235"/>
                  <a:pt x="844806" y="684786"/>
                </a:cubicBezTo>
                <a:cubicBezTo>
                  <a:pt x="847558" y="675928"/>
                  <a:pt x="843888" y="664385"/>
                  <a:pt x="842741" y="652305"/>
                </a:cubicBezTo>
                <a:cubicBezTo>
                  <a:pt x="847329" y="651769"/>
                  <a:pt x="852145" y="651500"/>
                  <a:pt x="860861" y="650427"/>
                </a:cubicBezTo>
                <a:cubicBezTo>
                  <a:pt x="859256" y="638884"/>
                  <a:pt x="857421" y="627878"/>
                  <a:pt x="856045" y="616872"/>
                </a:cubicBezTo>
                <a:cubicBezTo>
                  <a:pt x="854439" y="603181"/>
                  <a:pt x="851457" y="589222"/>
                  <a:pt x="852145" y="575800"/>
                </a:cubicBezTo>
                <a:cubicBezTo>
                  <a:pt x="852375" y="571505"/>
                  <a:pt x="862237" y="568016"/>
                  <a:pt x="867284" y="563452"/>
                </a:cubicBezTo>
                <a:cubicBezTo>
                  <a:pt x="878293" y="552983"/>
                  <a:pt x="888614" y="541977"/>
                  <a:pt x="899624" y="531508"/>
                </a:cubicBezTo>
                <a:cubicBezTo>
                  <a:pt x="903752" y="527750"/>
                  <a:pt x="909716" y="526408"/>
                  <a:pt x="913845" y="522650"/>
                </a:cubicBezTo>
                <a:cubicBezTo>
                  <a:pt x="919808" y="516744"/>
                  <a:pt x="925313" y="509765"/>
                  <a:pt x="930129" y="502516"/>
                </a:cubicBezTo>
                <a:cubicBezTo>
                  <a:pt x="934487" y="496075"/>
                  <a:pt x="937010" y="487753"/>
                  <a:pt x="941827" y="482116"/>
                </a:cubicBezTo>
                <a:cubicBezTo>
                  <a:pt x="960635" y="460909"/>
                  <a:pt x="984718" y="462251"/>
                  <a:pt x="1008342" y="463056"/>
                </a:cubicBezTo>
                <a:cubicBezTo>
                  <a:pt x="1017288" y="463326"/>
                  <a:pt x="1026233" y="463056"/>
                  <a:pt x="1035637" y="463056"/>
                </a:cubicBezTo>
                <a:cubicBezTo>
                  <a:pt x="1034720" y="453930"/>
                  <a:pt x="1034490" y="447219"/>
                  <a:pt x="1033573" y="440776"/>
                </a:cubicBezTo>
                <a:cubicBezTo>
                  <a:pt x="1029903" y="419569"/>
                  <a:pt x="1038848" y="409906"/>
                  <a:pt x="1056968" y="414469"/>
                </a:cubicBezTo>
                <a:cubicBezTo>
                  <a:pt x="1061555" y="415543"/>
                  <a:pt x="1069353" y="419569"/>
                  <a:pt x="1071876" y="407221"/>
                </a:cubicBezTo>
                <a:cubicBezTo>
                  <a:pt x="1072794" y="403195"/>
                  <a:pt x="1081739" y="401315"/>
                  <a:pt x="1087015" y="398363"/>
                </a:cubicBezTo>
                <a:cubicBezTo>
                  <a:pt x="1087932" y="399437"/>
                  <a:pt x="1088850" y="400778"/>
                  <a:pt x="1089997" y="401853"/>
                </a:cubicBezTo>
                <a:cubicBezTo>
                  <a:pt x="1091373" y="394605"/>
                  <a:pt x="1092519" y="387357"/>
                  <a:pt x="1094813" y="375009"/>
                </a:cubicBezTo>
                <a:cubicBezTo>
                  <a:pt x="1088162" y="380646"/>
                  <a:pt x="1085180" y="383331"/>
                  <a:pt x="1081969" y="386014"/>
                </a:cubicBezTo>
                <a:cubicBezTo>
                  <a:pt x="1069353" y="366687"/>
                  <a:pt x="1089767" y="368029"/>
                  <a:pt x="1094354" y="357828"/>
                </a:cubicBezTo>
                <a:cubicBezTo>
                  <a:pt x="1076923" y="359976"/>
                  <a:pt x="1060867" y="361856"/>
                  <a:pt x="1048711" y="379035"/>
                </a:cubicBezTo>
                <a:cubicBezTo>
                  <a:pt x="1041830" y="372592"/>
                  <a:pt x="1038848" y="367224"/>
                  <a:pt x="1050087" y="359976"/>
                </a:cubicBezTo>
                <a:cubicBezTo>
                  <a:pt x="1062014" y="352191"/>
                  <a:pt x="1073253" y="342796"/>
                  <a:pt x="1085868" y="332864"/>
                </a:cubicBezTo>
                <a:cubicBezTo>
                  <a:pt x="1087244" y="340112"/>
                  <a:pt x="1087932" y="343602"/>
                  <a:pt x="1088620" y="347628"/>
                </a:cubicBezTo>
                <a:cubicBezTo>
                  <a:pt x="1090226" y="347092"/>
                  <a:pt x="1091602" y="346822"/>
                  <a:pt x="1092978" y="346285"/>
                </a:cubicBezTo>
                <a:cubicBezTo>
                  <a:pt x="1103529" y="343064"/>
                  <a:pt x="1113850" y="338501"/>
                  <a:pt x="1124631" y="337159"/>
                </a:cubicBezTo>
                <a:cubicBezTo>
                  <a:pt x="1128530" y="336622"/>
                  <a:pt x="1135640" y="342527"/>
                  <a:pt x="1137016" y="347092"/>
                </a:cubicBezTo>
                <a:cubicBezTo>
                  <a:pt x="1138392" y="351386"/>
                  <a:pt x="1133805" y="357828"/>
                  <a:pt x="1131741" y="363197"/>
                </a:cubicBezTo>
                <a:cubicBezTo>
                  <a:pt x="1131053" y="365076"/>
                  <a:pt x="1129447" y="366955"/>
                  <a:pt x="1126924" y="371251"/>
                </a:cubicBezTo>
                <a:cubicBezTo>
                  <a:pt x="1137934" y="371251"/>
                  <a:pt x="1144585" y="372324"/>
                  <a:pt x="1148026" y="358634"/>
                </a:cubicBezTo>
                <a:cubicBezTo>
                  <a:pt x="1149402" y="352996"/>
                  <a:pt x="1159035" y="348165"/>
                  <a:pt x="1165458" y="346822"/>
                </a:cubicBezTo>
                <a:cubicBezTo>
                  <a:pt x="1178990" y="343602"/>
                  <a:pt x="1191605" y="344139"/>
                  <a:pt x="1192293" y="320516"/>
                </a:cubicBezTo>
                <a:cubicBezTo>
                  <a:pt x="1192752" y="307093"/>
                  <a:pt x="1201009" y="293940"/>
                  <a:pt x="1207890" y="274613"/>
                </a:cubicBezTo>
                <a:cubicBezTo>
                  <a:pt x="1212019" y="287229"/>
                  <a:pt x="1215000" y="295819"/>
                  <a:pt x="1217753" y="304141"/>
                </a:cubicBezTo>
                <a:cubicBezTo>
                  <a:pt x="1231973" y="297162"/>
                  <a:pt x="1246423" y="290182"/>
                  <a:pt x="1264772" y="281055"/>
                </a:cubicBezTo>
                <a:cubicBezTo>
                  <a:pt x="1270965" y="270049"/>
                  <a:pt x="1265690" y="245622"/>
                  <a:pt x="1282892" y="233273"/>
                </a:cubicBezTo>
                <a:cubicBezTo>
                  <a:pt x="1300553" y="256090"/>
                  <a:pt x="1304223" y="256896"/>
                  <a:pt x="1316609" y="232468"/>
                </a:cubicBezTo>
                <a:cubicBezTo>
                  <a:pt x="1326471" y="212872"/>
                  <a:pt x="1343444" y="217704"/>
                  <a:pt x="1356748" y="210188"/>
                </a:cubicBezTo>
                <a:cubicBezTo>
                  <a:pt x="1374179" y="200255"/>
                  <a:pt x="1392528" y="192471"/>
                  <a:pt x="1409960" y="182538"/>
                </a:cubicBezTo>
                <a:cubicBezTo>
                  <a:pt x="1411336" y="181733"/>
                  <a:pt x="1410189" y="168579"/>
                  <a:pt x="1408584" y="168043"/>
                </a:cubicBezTo>
                <a:cubicBezTo>
                  <a:pt x="1380831" y="158379"/>
                  <a:pt x="1353995" y="142809"/>
                  <a:pt x="1322802" y="153278"/>
                </a:cubicBezTo>
                <a:cubicBezTo>
                  <a:pt x="1307205" y="158379"/>
                  <a:pt x="1289544" y="154890"/>
                  <a:pt x="1272800" y="155158"/>
                </a:cubicBezTo>
                <a:cubicBezTo>
                  <a:pt x="1260414" y="155426"/>
                  <a:pt x="1248258" y="155963"/>
                  <a:pt x="1235872" y="156231"/>
                </a:cubicBezTo>
                <a:cubicBezTo>
                  <a:pt x="1209266" y="156500"/>
                  <a:pt x="1182430" y="157843"/>
                  <a:pt x="1155824" y="156500"/>
                </a:cubicBezTo>
                <a:cubicBezTo>
                  <a:pt x="1137016" y="155695"/>
                  <a:pt x="1121420" y="159721"/>
                  <a:pt x="1105593" y="172607"/>
                </a:cubicBezTo>
                <a:cubicBezTo>
                  <a:pt x="1095501" y="180928"/>
                  <a:pt x="1080822" y="182001"/>
                  <a:pt x="1068207" y="185759"/>
                </a:cubicBezTo>
                <a:cubicBezTo>
                  <a:pt x="1065913" y="186564"/>
                  <a:pt x="1062473" y="184149"/>
                  <a:pt x="1060408" y="185223"/>
                </a:cubicBezTo>
                <a:cubicBezTo>
                  <a:pt x="1042059" y="195155"/>
                  <a:pt x="1023940" y="205625"/>
                  <a:pt x="1005820" y="215824"/>
                </a:cubicBezTo>
                <a:cubicBezTo>
                  <a:pt x="1003067" y="217435"/>
                  <a:pt x="1000315" y="220388"/>
                  <a:pt x="997563" y="220388"/>
                </a:cubicBezTo>
                <a:cubicBezTo>
                  <a:pt x="969580" y="220925"/>
                  <a:pt x="946414" y="236226"/>
                  <a:pt x="923707" y="252870"/>
                </a:cubicBezTo>
                <a:cubicBezTo>
                  <a:pt x="910633" y="262264"/>
                  <a:pt x="898477" y="273270"/>
                  <a:pt x="885633" y="283740"/>
                </a:cubicBezTo>
                <a:cubicBezTo>
                  <a:pt x="886321" y="285351"/>
                  <a:pt x="887009" y="288034"/>
                  <a:pt x="887926" y="288303"/>
                </a:cubicBezTo>
                <a:cubicBezTo>
                  <a:pt x="899853" y="290719"/>
                  <a:pt x="914303" y="290182"/>
                  <a:pt x="903294" y="312462"/>
                </a:cubicBezTo>
                <a:cubicBezTo>
                  <a:pt x="907422" y="314073"/>
                  <a:pt x="912697" y="318369"/>
                  <a:pt x="915220" y="316758"/>
                </a:cubicBezTo>
                <a:cubicBezTo>
                  <a:pt x="938386" y="301993"/>
                  <a:pt x="960405" y="284813"/>
                  <a:pt x="988388" y="284813"/>
                </a:cubicBezTo>
                <a:cubicBezTo>
                  <a:pt x="992975" y="284813"/>
                  <a:pt x="998021" y="280250"/>
                  <a:pt x="1001920" y="276492"/>
                </a:cubicBezTo>
                <a:cubicBezTo>
                  <a:pt x="1009948" y="268439"/>
                  <a:pt x="1016141" y="257701"/>
                  <a:pt x="1025086" y="251258"/>
                </a:cubicBezTo>
                <a:cubicBezTo>
                  <a:pt x="1030132" y="247500"/>
                  <a:pt x="1042059" y="246159"/>
                  <a:pt x="1045041" y="250185"/>
                </a:cubicBezTo>
                <a:cubicBezTo>
                  <a:pt x="1065684" y="275955"/>
                  <a:pt x="1090455" y="265217"/>
                  <a:pt x="1113392" y="261727"/>
                </a:cubicBezTo>
                <a:cubicBezTo>
                  <a:pt x="1131282" y="259043"/>
                  <a:pt x="1148714" y="250185"/>
                  <a:pt x="1167522" y="243742"/>
                </a:cubicBezTo>
                <a:cubicBezTo>
                  <a:pt x="1165687" y="238642"/>
                  <a:pt x="1162476" y="234884"/>
                  <a:pt x="1163164" y="231931"/>
                </a:cubicBezTo>
                <a:cubicBezTo>
                  <a:pt x="1166375" y="217972"/>
                  <a:pt x="1194587" y="198645"/>
                  <a:pt x="1208119" y="195960"/>
                </a:cubicBezTo>
                <a:cubicBezTo>
                  <a:pt x="1223487" y="193007"/>
                  <a:pt x="1237937" y="185759"/>
                  <a:pt x="1253075" y="180659"/>
                </a:cubicBezTo>
                <a:cubicBezTo>
                  <a:pt x="1255827" y="179585"/>
                  <a:pt x="1259038" y="179317"/>
                  <a:pt x="1262708" y="178512"/>
                </a:cubicBezTo>
                <a:cubicBezTo>
                  <a:pt x="1258580" y="187369"/>
                  <a:pt x="1255368" y="194887"/>
                  <a:pt x="1251698" y="202671"/>
                </a:cubicBezTo>
                <a:cubicBezTo>
                  <a:pt x="1224404" y="189518"/>
                  <a:pt x="1204220" y="212336"/>
                  <a:pt x="1179678" y="219582"/>
                </a:cubicBezTo>
                <a:cubicBezTo>
                  <a:pt x="1186330" y="228441"/>
                  <a:pt x="1189770" y="234884"/>
                  <a:pt x="1194816" y="238911"/>
                </a:cubicBezTo>
                <a:cubicBezTo>
                  <a:pt x="1197569" y="241326"/>
                  <a:pt x="1203761" y="241594"/>
                  <a:pt x="1206284" y="239447"/>
                </a:cubicBezTo>
                <a:cubicBezTo>
                  <a:pt x="1210871" y="235421"/>
                  <a:pt x="1216147" y="229247"/>
                  <a:pt x="1216606" y="223340"/>
                </a:cubicBezTo>
                <a:cubicBezTo>
                  <a:pt x="1217753" y="210993"/>
                  <a:pt x="1220734" y="208040"/>
                  <a:pt x="1230368" y="213946"/>
                </a:cubicBezTo>
                <a:cubicBezTo>
                  <a:pt x="1225781" y="220657"/>
                  <a:pt x="1221422" y="226830"/>
                  <a:pt x="1217294" y="232736"/>
                </a:cubicBezTo>
                <a:cubicBezTo>
                  <a:pt x="1218441" y="234346"/>
                  <a:pt x="1219587" y="235958"/>
                  <a:pt x="1220734" y="237568"/>
                </a:cubicBezTo>
                <a:cubicBezTo>
                  <a:pt x="1229450" y="233273"/>
                  <a:pt x="1238166" y="228978"/>
                  <a:pt x="1246653" y="224683"/>
                </a:cubicBezTo>
                <a:cubicBezTo>
                  <a:pt x="1249864" y="229247"/>
                  <a:pt x="1253763" y="235152"/>
                  <a:pt x="1257892" y="241057"/>
                </a:cubicBezTo>
                <a:cubicBezTo>
                  <a:pt x="1235184" y="247500"/>
                  <a:pt x="1212248" y="253675"/>
                  <a:pt x="1189770" y="260654"/>
                </a:cubicBezTo>
                <a:cubicBezTo>
                  <a:pt x="1175549" y="264949"/>
                  <a:pt x="1161558" y="270317"/>
                  <a:pt x="1147567" y="275955"/>
                </a:cubicBezTo>
                <a:cubicBezTo>
                  <a:pt x="1145273" y="276760"/>
                  <a:pt x="1142292" y="281593"/>
                  <a:pt x="1142750" y="284008"/>
                </a:cubicBezTo>
                <a:cubicBezTo>
                  <a:pt x="1145503" y="303873"/>
                  <a:pt x="1135869" y="297430"/>
                  <a:pt x="1129676" y="291792"/>
                </a:cubicBezTo>
                <a:cubicBezTo>
                  <a:pt x="1119814" y="282666"/>
                  <a:pt x="1113850" y="279176"/>
                  <a:pt x="1099859" y="287766"/>
                </a:cubicBezTo>
                <a:cubicBezTo>
                  <a:pt x="1082886" y="298235"/>
                  <a:pt x="1061097" y="297699"/>
                  <a:pt x="1041371" y="302262"/>
                </a:cubicBezTo>
                <a:cubicBezTo>
                  <a:pt x="1040224" y="302530"/>
                  <a:pt x="1038848" y="302262"/>
                  <a:pt x="1038390" y="303067"/>
                </a:cubicBezTo>
                <a:cubicBezTo>
                  <a:pt x="1026004" y="317563"/>
                  <a:pt x="1009031" y="312731"/>
                  <a:pt x="994581" y="317831"/>
                </a:cubicBezTo>
                <a:cubicBezTo>
                  <a:pt x="984947" y="321322"/>
                  <a:pt x="976690" y="329374"/>
                  <a:pt x="967057" y="332058"/>
                </a:cubicBezTo>
                <a:cubicBezTo>
                  <a:pt x="957653" y="334475"/>
                  <a:pt x="947561" y="332596"/>
                  <a:pt x="937240" y="332596"/>
                </a:cubicBezTo>
                <a:cubicBezTo>
                  <a:pt x="937010" y="346822"/>
                  <a:pt x="936093" y="357292"/>
                  <a:pt x="922560" y="345480"/>
                </a:cubicBezTo>
                <a:cubicBezTo>
                  <a:pt x="920267" y="343332"/>
                  <a:pt x="914532" y="344944"/>
                  <a:pt x="910863" y="346554"/>
                </a:cubicBezTo>
                <a:cubicBezTo>
                  <a:pt x="898707" y="351118"/>
                  <a:pt x="887009" y="356218"/>
                  <a:pt x="873706" y="361856"/>
                </a:cubicBezTo>
                <a:cubicBezTo>
                  <a:pt x="877146" y="366419"/>
                  <a:pt x="880357" y="370714"/>
                  <a:pt x="886550" y="379035"/>
                </a:cubicBezTo>
                <a:cubicBezTo>
                  <a:pt x="878752" y="379573"/>
                  <a:pt x="871641" y="383061"/>
                  <a:pt x="868430" y="380109"/>
                </a:cubicBezTo>
                <a:cubicBezTo>
                  <a:pt x="850769" y="364271"/>
                  <a:pt x="832420" y="372324"/>
                  <a:pt x="819117" y="383331"/>
                </a:cubicBezTo>
                <a:cubicBezTo>
                  <a:pt x="806502" y="393799"/>
                  <a:pt x="794345" y="395142"/>
                  <a:pt x="781042" y="395410"/>
                </a:cubicBezTo>
                <a:cubicBezTo>
                  <a:pt x="772097" y="395679"/>
                  <a:pt x="767739" y="396752"/>
                  <a:pt x="767280" y="409638"/>
                </a:cubicBezTo>
                <a:cubicBezTo>
                  <a:pt x="767051" y="417690"/>
                  <a:pt x="760629" y="425475"/>
                  <a:pt x="759023" y="437824"/>
                </a:cubicBezTo>
                <a:cubicBezTo>
                  <a:pt x="789299" y="420912"/>
                  <a:pt x="819575" y="404000"/>
                  <a:pt x="850998" y="386819"/>
                </a:cubicBezTo>
                <a:cubicBezTo>
                  <a:pt x="864990" y="401047"/>
                  <a:pt x="881733" y="396752"/>
                  <a:pt x="896642" y="386014"/>
                </a:cubicBezTo>
                <a:cubicBezTo>
                  <a:pt x="911321" y="375545"/>
                  <a:pt x="924625" y="380915"/>
                  <a:pt x="937010" y="383599"/>
                </a:cubicBezTo>
                <a:cubicBezTo>
                  <a:pt x="931735" y="390041"/>
                  <a:pt x="926918" y="396484"/>
                  <a:pt x="921643" y="402390"/>
                </a:cubicBezTo>
                <a:cubicBezTo>
                  <a:pt x="919120" y="405073"/>
                  <a:pt x="916138" y="408026"/>
                  <a:pt x="912927" y="408833"/>
                </a:cubicBezTo>
                <a:cubicBezTo>
                  <a:pt x="897559" y="413127"/>
                  <a:pt x="881963" y="416617"/>
                  <a:pt x="866366" y="420643"/>
                </a:cubicBezTo>
                <a:cubicBezTo>
                  <a:pt x="863384" y="421448"/>
                  <a:pt x="860402" y="423595"/>
                  <a:pt x="858109" y="426012"/>
                </a:cubicBezTo>
                <a:cubicBezTo>
                  <a:pt x="837695" y="448292"/>
                  <a:pt x="813841" y="452050"/>
                  <a:pt x="786088" y="442924"/>
                </a:cubicBezTo>
                <a:cubicBezTo>
                  <a:pt x="786776" y="449635"/>
                  <a:pt x="787235" y="454466"/>
                  <a:pt x="787694" y="458493"/>
                </a:cubicBezTo>
                <a:cubicBezTo>
                  <a:pt x="767051" y="469499"/>
                  <a:pt x="746867" y="479431"/>
                  <a:pt x="727371" y="490706"/>
                </a:cubicBezTo>
                <a:cubicBezTo>
                  <a:pt x="716361" y="497148"/>
                  <a:pt x="692049" y="485606"/>
                  <a:pt x="685627" y="469767"/>
                </a:cubicBezTo>
                <a:cubicBezTo>
                  <a:pt x="664296" y="469767"/>
                  <a:pt x="643423" y="469767"/>
                  <a:pt x="618652" y="469767"/>
                </a:cubicBezTo>
                <a:cubicBezTo>
                  <a:pt x="624386" y="478358"/>
                  <a:pt x="627139" y="482384"/>
                  <a:pt x="630120" y="486679"/>
                </a:cubicBezTo>
                <a:cubicBezTo>
                  <a:pt x="626221" y="489632"/>
                  <a:pt x="621863" y="492585"/>
                  <a:pt x="617046" y="496075"/>
                </a:cubicBezTo>
                <a:cubicBezTo>
                  <a:pt x="615670" y="492047"/>
                  <a:pt x="614523" y="488558"/>
                  <a:pt x="612918" y="483726"/>
                </a:cubicBezTo>
                <a:cubicBezTo>
                  <a:pt x="601679" y="493927"/>
                  <a:pt x="590670" y="502516"/>
                  <a:pt x="581495" y="513523"/>
                </a:cubicBezTo>
                <a:cubicBezTo>
                  <a:pt x="578513" y="517012"/>
                  <a:pt x="578743" y="527213"/>
                  <a:pt x="581036" y="532313"/>
                </a:cubicBezTo>
                <a:cubicBezTo>
                  <a:pt x="585623" y="542246"/>
                  <a:pt x="586312" y="547883"/>
                  <a:pt x="575761" y="551910"/>
                </a:cubicBezTo>
                <a:cubicBezTo>
                  <a:pt x="572550" y="552983"/>
                  <a:pt x="570485" y="557548"/>
                  <a:pt x="567504" y="560231"/>
                </a:cubicBezTo>
                <a:cubicBezTo>
                  <a:pt x="560852" y="566405"/>
                  <a:pt x="553054" y="578217"/>
                  <a:pt x="547320" y="577143"/>
                </a:cubicBezTo>
                <a:cubicBezTo>
                  <a:pt x="539750" y="575532"/>
                  <a:pt x="533558" y="563721"/>
                  <a:pt x="524383" y="553520"/>
                </a:cubicBezTo>
                <a:cubicBezTo>
                  <a:pt x="523466" y="553251"/>
                  <a:pt x="518420" y="552446"/>
                  <a:pt x="513374" y="551105"/>
                </a:cubicBezTo>
                <a:cubicBezTo>
                  <a:pt x="512686" y="550836"/>
                  <a:pt x="512456" y="544930"/>
                  <a:pt x="512915" y="544662"/>
                </a:cubicBezTo>
                <a:cubicBezTo>
                  <a:pt x="517961" y="543051"/>
                  <a:pt x="523007" y="541977"/>
                  <a:pt x="528282" y="540636"/>
                </a:cubicBezTo>
                <a:cubicBezTo>
                  <a:pt x="525071" y="525065"/>
                  <a:pt x="532870" y="501443"/>
                  <a:pt x="546173" y="491511"/>
                </a:cubicBezTo>
                <a:cubicBezTo>
                  <a:pt x="556035" y="484263"/>
                  <a:pt x="567274" y="479163"/>
                  <a:pt x="576908" y="471378"/>
                </a:cubicBezTo>
                <a:cubicBezTo>
                  <a:pt x="583559" y="466009"/>
                  <a:pt x="588605" y="457688"/>
                  <a:pt x="594339" y="450440"/>
                </a:cubicBezTo>
                <a:cubicBezTo>
                  <a:pt x="590670" y="446682"/>
                  <a:pt x="587000" y="442924"/>
                  <a:pt x="583100" y="438897"/>
                </a:cubicBezTo>
                <a:cubicBezTo>
                  <a:pt x="583330" y="436749"/>
                  <a:pt x="583330" y="434602"/>
                  <a:pt x="583559" y="432186"/>
                </a:cubicBezTo>
                <a:cubicBezTo>
                  <a:pt x="593651" y="431918"/>
                  <a:pt x="603973" y="432723"/>
                  <a:pt x="613835" y="430844"/>
                </a:cubicBezTo>
                <a:cubicBezTo>
                  <a:pt x="620257" y="429770"/>
                  <a:pt x="627139" y="426012"/>
                  <a:pt x="632184" y="421448"/>
                </a:cubicBezTo>
                <a:cubicBezTo>
                  <a:pt x="638607" y="415274"/>
                  <a:pt x="642965" y="405343"/>
                  <a:pt x="653516" y="412859"/>
                </a:cubicBezTo>
                <a:cubicBezTo>
                  <a:pt x="654892" y="413932"/>
                  <a:pt x="658562" y="413932"/>
                  <a:pt x="659479" y="412859"/>
                </a:cubicBezTo>
                <a:cubicBezTo>
                  <a:pt x="670718" y="394874"/>
                  <a:pt x="686085" y="402926"/>
                  <a:pt x="700306" y="402658"/>
                </a:cubicBezTo>
                <a:cubicBezTo>
                  <a:pt x="706499" y="402658"/>
                  <a:pt x="712233" y="394874"/>
                  <a:pt x="718655" y="393531"/>
                </a:cubicBezTo>
                <a:cubicBezTo>
                  <a:pt x="739757" y="389236"/>
                  <a:pt x="758335" y="379303"/>
                  <a:pt x="775308" y="364539"/>
                </a:cubicBezTo>
                <a:cubicBezTo>
                  <a:pt x="777602" y="362661"/>
                  <a:pt x="782189" y="364271"/>
                  <a:pt x="785629" y="364271"/>
                </a:cubicBezTo>
                <a:cubicBezTo>
                  <a:pt x="782418" y="349507"/>
                  <a:pt x="793887" y="328838"/>
                  <a:pt x="806731" y="327495"/>
                </a:cubicBezTo>
                <a:cubicBezTo>
                  <a:pt x="809484" y="327227"/>
                  <a:pt x="813612" y="332058"/>
                  <a:pt x="815676" y="335816"/>
                </a:cubicBezTo>
                <a:cubicBezTo>
                  <a:pt x="817741" y="339574"/>
                  <a:pt x="818199" y="344675"/>
                  <a:pt x="819575" y="349238"/>
                </a:cubicBezTo>
                <a:cubicBezTo>
                  <a:pt x="823475" y="347628"/>
                  <a:pt x="827603" y="346822"/>
                  <a:pt x="831044" y="344407"/>
                </a:cubicBezTo>
                <a:cubicBezTo>
                  <a:pt x="835172" y="341722"/>
                  <a:pt x="838613" y="337696"/>
                  <a:pt x="845494" y="330985"/>
                </a:cubicBezTo>
                <a:cubicBezTo>
                  <a:pt x="842053" y="329106"/>
                  <a:pt x="838842" y="327495"/>
                  <a:pt x="834713" y="325080"/>
                </a:cubicBezTo>
                <a:cubicBezTo>
                  <a:pt x="838842" y="320784"/>
                  <a:pt x="842053" y="317563"/>
                  <a:pt x="845264" y="314341"/>
                </a:cubicBezTo>
                <a:cubicBezTo>
                  <a:pt x="849163" y="321052"/>
                  <a:pt x="851686" y="329643"/>
                  <a:pt x="855815" y="331253"/>
                </a:cubicBezTo>
                <a:cubicBezTo>
                  <a:pt x="865448" y="334743"/>
                  <a:pt x="887468" y="322127"/>
                  <a:pt x="894807" y="311121"/>
                </a:cubicBezTo>
                <a:cubicBezTo>
                  <a:pt x="888385" y="301993"/>
                  <a:pt x="884945" y="289377"/>
                  <a:pt x="869577" y="294745"/>
                </a:cubicBezTo>
                <a:cubicBezTo>
                  <a:pt x="865219" y="296357"/>
                  <a:pt x="858338" y="285081"/>
                  <a:pt x="851916" y="283471"/>
                </a:cubicBezTo>
                <a:cubicBezTo>
                  <a:pt x="844576" y="281593"/>
                  <a:pt x="835402" y="281055"/>
                  <a:pt x="828750" y="284813"/>
                </a:cubicBezTo>
                <a:cubicBezTo>
                  <a:pt x="813383" y="293672"/>
                  <a:pt x="798703" y="304678"/>
                  <a:pt x="784483" y="315684"/>
                </a:cubicBezTo>
                <a:cubicBezTo>
                  <a:pt x="778290" y="320516"/>
                  <a:pt x="772556" y="326958"/>
                  <a:pt x="767739" y="333670"/>
                </a:cubicBezTo>
                <a:cubicBezTo>
                  <a:pt x="758794" y="346285"/>
                  <a:pt x="747555" y="345480"/>
                  <a:pt x="741362" y="331253"/>
                </a:cubicBezTo>
                <a:cubicBezTo>
                  <a:pt x="726912" y="343602"/>
                  <a:pt x="720949" y="341991"/>
                  <a:pt x="715444" y="322663"/>
                </a:cubicBezTo>
                <a:cubicBezTo>
                  <a:pt x="728747" y="317563"/>
                  <a:pt x="742279" y="313536"/>
                  <a:pt x="755124" y="307363"/>
                </a:cubicBezTo>
                <a:cubicBezTo>
                  <a:pt x="760400" y="304946"/>
                  <a:pt x="763840" y="297699"/>
                  <a:pt x="768886" y="293672"/>
                </a:cubicBezTo>
                <a:cubicBezTo>
                  <a:pt x="773014" y="290451"/>
                  <a:pt x="778519" y="289109"/>
                  <a:pt x="783107" y="286424"/>
                </a:cubicBezTo>
                <a:cubicBezTo>
                  <a:pt x="788611" y="283203"/>
                  <a:pt x="793887" y="279176"/>
                  <a:pt x="799391" y="275418"/>
                </a:cubicBezTo>
                <a:cubicBezTo>
                  <a:pt x="794804" y="268975"/>
                  <a:pt x="790217" y="262533"/>
                  <a:pt x="785629" y="256090"/>
                </a:cubicBezTo>
                <a:cubicBezTo>
                  <a:pt x="784253" y="254211"/>
                  <a:pt x="782648" y="252870"/>
                  <a:pt x="779666" y="249917"/>
                </a:cubicBezTo>
                <a:cubicBezTo>
                  <a:pt x="789529" y="240789"/>
                  <a:pt x="798703" y="232468"/>
                  <a:pt x="811777" y="220388"/>
                </a:cubicBezTo>
                <a:cubicBezTo>
                  <a:pt x="800768" y="223610"/>
                  <a:pt x="794575" y="225757"/>
                  <a:pt x="787464" y="227905"/>
                </a:cubicBezTo>
                <a:cubicBezTo>
                  <a:pt x="786318" y="221731"/>
                  <a:pt x="785171" y="216630"/>
                  <a:pt x="783336" y="207235"/>
                </a:cubicBezTo>
                <a:cubicBezTo>
                  <a:pt x="775767" y="214482"/>
                  <a:pt x="765904" y="219314"/>
                  <a:pt x="764757" y="226025"/>
                </a:cubicBezTo>
                <a:cubicBezTo>
                  <a:pt x="762234" y="241594"/>
                  <a:pt x="763840" y="258238"/>
                  <a:pt x="763840" y="275686"/>
                </a:cubicBezTo>
                <a:cubicBezTo>
                  <a:pt x="730123" y="276223"/>
                  <a:pt x="706269" y="307363"/>
                  <a:pt x="678516" y="329374"/>
                </a:cubicBezTo>
                <a:cubicBezTo>
                  <a:pt x="666130" y="339306"/>
                  <a:pt x="650534" y="346285"/>
                  <a:pt x="641589" y="359439"/>
                </a:cubicBezTo>
                <a:cubicBezTo>
                  <a:pt x="631038" y="375009"/>
                  <a:pt x="617046" y="374740"/>
                  <a:pt x="603973" y="380109"/>
                </a:cubicBezTo>
                <a:cubicBezTo>
                  <a:pt x="601450" y="381183"/>
                  <a:pt x="598697" y="381720"/>
                  <a:pt x="596633" y="383331"/>
                </a:cubicBezTo>
                <a:cubicBezTo>
                  <a:pt x="586312" y="391921"/>
                  <a:pt x="576220" y="400778"/>
                  <a:pt x="568650" y="407489"/>
                </a:cubicBezTo>
                <a:cubicBezTo>
                  <a:pt x="557641" y="395410"/>
                  <a:pt x="549843" y="387626"/>
                  <a:pt x="542962" y="378767"/>
                </a:cubicBezTo>
                <a:cubicBezTo>
                  <a:pt x="540897" y="376351"/>
                  <a:pt x="540209" y="370177"/>
                  <a:pt x="541356" y="367224"/>
                </a:cubicBezTo>
                <a:cubicBezTo>
                  <a:pt x="542962" y="363466"/>
                  <a:pt x="546632" y="359171"/>
                  <a:pt x="550072" y="358366"/>
                </a:cubicBezTo>
                <a:cubicBezTo>
                  <a:pt x="558100" y="356218"/>
                  <a:pt x="566586" y="355681"/>
                  <a:pt x="574614" y="354608"/>
                </a:cubicBezTo>
                <a:cubicBezTo>
                  <a:pt x="579431" y="319442"/>
                  <a:pt x="600073" y="303067"/>
                  <a:pt x="625762" y="290451"/>
                </a:cubicBezTo>
                <a:cubicBezTo>
                  <a:pt x="624845" y="286961"/>
                  <a:pt x="623469" y="282666"/>
                  <a:pt x="622551" y="279176"/>
                </a:cubicBezTo>
                <a:cubicBezTo>
                  <a:pt x="631496" y="275418"/>
                  <a:pt x="639524" y="271928"/>
                  <a:pt x="649387" y="267634"/>
                </a:cubicBezTo>
                <a:cubicBezTo>
                  <a:pt x="650305" y="276492"/>
                  <a:pt x="651451" y="287766"/>
                  <a:pt x="653057" y="304410"/>
                </a:cubicBezTo>
                <a:cubicBezTo>
                  <a:pt x="656956" y="278908"/>
                  <a:pt x="684250" y="307363"/>
                  <a:pt x="686085" y="277297"/>
                </a:cubicBezTo>
                <a:cubicBezTo>
                  <a:pt x="682186" y="275686"/>
                  <a:pt x="678516" y="274881"/>
                  <a:pt x="675534" y="272465"/>
                </a:cubicBezTo>
                <a:cubicBezTo>
                  <a:pt x="669571" y="267365"/>
                  <a:pt x="664066" y="261459"/>
                  <a:pt x="658332" y="255822"/>
                </a:cubicBezTo>
                <a:cubicBezTo>
                  <a:pt x="663837" y="248842"/>
                  <a:pt x="668654" y="237568"/>
                  <a:pt x="675305" y="235958"/>
                </a:cubicBezTo>
                <a:cubicBezTo>
                  <a:pt x="684480" y="233541"/>
                  <a:pt x="689067" y="227100"/>
                  <a:pt x="695489" y="221193"/>
                </a:cubicBezTo>
                <a:cubicBezTo>
                  <a:pt x="710168" y="208308"/>
                  <a:pt x="726683" y="198107"/>
                  <a:pt x="742279" y="186833"/>
                </a:cubicBezTo>
                <a:cubicBezTo>
                  <a:pt x="749390" y="181733"/>
                  <a:pt x="756271" y="173412"/>
                  <a:pt x="764069" y="172337"/>
                </a:cubicBezTo>
                <a:cubicBezTo>
                  <a:pt x="778978" y="170459"/>
                  <a:pt x="794116" y="172875"/>
                  <a:pt x="809254" y="173412"/>
                </a:cubicBezTo>
                <a:cubicBezTo>
                  <a:pt x="823245" y="173948"/>
                  <a:pt x="837236" y="174754"/>
                  <a:pt x="851457" y="174485"/>
                </a:cubicBezTo>
                <a:cubicBezTo>
                  <a:pt x="854668" y="174485"/>
                  <a:pt x="857879" y="169385"/>
                  <a:pt x="861090" y="166700"/>
                </a:cubicBezTo>
                <a:cubicBezTo>
                  <a:pt x="860632" y="164821"/>
                  <a:pt x="860173" y="162942"/>
                  <a:pt x="859714" y="161063"/>
                </a:cubicBezTo>
                <a:cubicBezTo>
                  <a:pt x="853751" y="162137"/>
                  <a:pt x="847787" y="164016"/>
                  <a:pt x="841824" y="164016"/>
                </a:cubicBezTo>
                <a:cubicBezTo>
                  <a:pt x="834943" y="163747"/>
                  <a:pt x="827374" y="163211"/>
                  <a:pt x="821640" y="159453"/>
                </a:cubicBezTo>
                <a:cubicBezTo>
                  <a:pt x="818429" y="157305"/>
                  <a:pt x="815906" y="145762"/>
                  <a:pt x="817741" y="143077"/>
                </a:cubicBezTo>
                <a:cubicBezTo>
                  <a:pt x="822099" y="137173"/>
                  <a:pt x="828979" y="133146"/>
                  <a:pt x="835631" y="130462"/>
                </a:cubicBezTo>
                <a:cubicBezTo>
                  <a:pt x="841365" y="128313"/>
                  <a:pt x="847787" y="129118"/>
                  <a:pt x="853751" y="128850"/>
                </a:cubicBezTo>
                <a:cubicBezTo>
                  <a:pt x="855356" y="135561"/>
                  <a:pt x="856962" y="143077"/>
                  <a:pt x="858797" y="150593"/>
                </a:cubicBezTo>
                <a:cubicBezTo>
                  <a:pt x="860632" y="150325"/>
                  <a:pt x="862696" y="149788"/>
                  <a:pt x="864531" y="149520"/>
                </a:cubicBezTo>
                <a:cubicBezTo>
                  <a:pt x="864531" y="140931"/>
                  <a:pt x="864531" y="132340"/>
                  <a:pt x="864531" y="122945"/>
                </a:cubicBezTo>
                <a:cubicBezTo>
                  <a:pt x="881733" y="115697"/>
                  <a:pt x="904211" y="117844"/>
                  <a:pt x="913157" y="91269"/>
                </a:cubicBezTo>
                <a:cubicBezTo>
                  <a:pt x="914074" y="88316"/>
                  <a:pt x="920267" y="87243"/>
                  <a:pt x="924166" y="85901"/>
                </a:cubicBezTo>
                <a:cubicBezTo>
                  <a:pt x="931964" y="83485"/>
                  <a:pt x="941368" y="83485"/>
                  <a:pt x="947561" y="78653"/>
                </a:cubicBezTo>
                <a:cubicBezTo>
                  <a:pt x="981736" y="52077"/>
                  <a:pt x="1021646" y="43487"/>
                  <a:pt x="1059950" y="32213"/>
                </a:cubicBezTo>
                <a:cubicBezTo>
                  <a:pt x="1082657" y="25502"/>
                  <a:pt x="1107428" y="29528"/>
                  <a:pt x="1130823" y="25770"/>
                </a:cubicBezTo>
                <a:cubicBezTo>
                  <a:pt x="1161099" y="20938"/>
                  <a:pt x="1190917" y="12886"/>
                  <a:pt x="1220964" y="7248"/>
                </a:cubicBezTo>
                <a:cubicBezTo>
                  <a:pt x="1229221" y="5638"/>
                  <a:pt x="1237707" y="7785"/>
                  <a:pt x="1250093" y="8590"/>
                </a:cubicBezTo>
                <a:cubicBezTo>
                  <a:pt x="1243212" y="17449"/>
                  <a:pt x="1240001" y="22012"/>
                  <a:pt x="1236560" y="26307"/>
                </a:cubicBezTo>
                <a:cubicBezTo>
                  <a:pt x="1237019" y="28186"/>
                  <a:pt x="1237249" y="30065"/>
                  <a:pt x="1237707" y="32213"/>
                </a:cubicBezTo>
                <a:cubicBezTo>
                  <a:pt x="1257203" y="29260"/>
                  <a:pt x="1276470" y="26307"/>
                  <a:pt x="1298030" y="23086"/>
                </a:cubicBezTo>
                <a:cubicBezTo>
                  <a:pt x="1293672" y="18791"/>
                  <a:pt x="1291608" y="16912"/>
                  <a:pt x="1290003" y="14764"/>
                </a:cubicBezTo>
                <a:cubicBezTo>
                  <a:pt x="1289544" y="13959"/>
                  <a:pt x="1289773" y="12348"/>
                  <a:pt x="1289315" y="8590"/>
                </a:cubicBezTo>
                <a:cubicBezTo>
                  <a:pt x="1298718" y="6711"/>
                  <a:pt x="1308122" y="3758"/>
                  <a:pt x="1317755" y="2685"/>
                </a:cubicBezTo>
                <a:cubicBezTo>
                  <a:pt x="1333582" y="1073"/>
                  <a:pt x="1349408" y="0"/>
                  <a:pt x="1365234" y="0"/>
                </a:cubicBezTo>
                <a:close/>
                <a:moveTo>
                  <a:pt x="1246796" y="39695"/>
                </a:moveTo>
                <a:cubicBezTo>
                  <a:pt x="1244187" y="38588"/>
                  <a:pt x="1241492" y="39864"/>
                  <a:pt x="1236102" y="42682"/>
                </a:cubicBezTo>
                <a:cubicBezTo>
                  <a:pt x="1222340" y="50198"/>
                  <a:pt x="1203761" y="39461"/>
                  <a:pt x="1192752" y="57983"/>
                </a:cubicBezTo>
                <a:cubicBezTo>
                  <a:pt x="1192522" y="58251"/>
                  <a:pt x="1190688" y="57714"/>
                  <a:pt x="1189770" y="57178"/>
                </a:cubicBezTo>
                <a:cubicBezTo>
                  <a:pt x="1176696" y="51003"/>
                  <a:pt x="1163164" y="39998"/>
                  <a:pt x="1151925" y="60936"/>
                </a:cubicBezTo>
                <a:cubicBezTo>
                  <a:pt x="1151466" y="61741"/>
                  <a:pt x="1148943" y="60936"/>
                  <a:pt x="1147567" y="60936"/>
                </a:cubicBezTo>
                <a:cubicBezTo>
                  <a:pt x="1140686" y="61473"/>
                  <a:pt x="1133347" y="60131"/>
                  <a:pt x="1127383" y="62815"/>
                </a:cubicBezTo>
                <a:cubicBezTo>
                  <a:pt x="1110410" y="70599"/>
                  <a:pt x="1093437" y="71942"/>
                  <a:pt x="1075547" y="67109"/>
                </a:cubicBezTo>
                <a:cubicBezTo>
                  <a:pt x="1068207" y="65231"/>
                  <a:pt x="1059491" y="64962"/>
                  <a:pt x="1052610" y="67647"/>
                </a:cubicBezTo>
                <a:cubicBezTo>
                  <a:pt x="1031738" y="76237"/>
                  <a:pt x="1011324" y="86706"/>
                  <a:pt x="990681" y="96639"/>
                </a:cubicBezTo>
                <a:cubicBezTo>
                  <a:pt x="991369" y="99322"/>
                  <a:pt x="991829" y="102007"/>
                  <a:pt x="992517" y="104691"/>
                </a:cubicBezTo>
                <a:cubicBezTo>
                  <a:pt x="999168" y="103886"/>
                  <a:pt x="1005590" y="103080"/>
                  <a:pt x="1012013" y="101738"/>
                </a:cubicBezTo>
                <a:cubicBezTo>
                  <a:pt x="1015912" y="100933"/>
                  <a:pt x="1020499" y="97175"/>
                  <a:pt x="1023252" y="98517"/>
                </a:cubicBezTo>
                <a:cubicBezTo>
                  <a:pt x="1046647" y="111402"/>
                  <a:pt x="1069812" y="107644"/>
                  <a:pt x="1092978" y="100665"/>
                </a:cubicBezTo>
                <a:cubicBezTo>
                  <a:pt x="1094584" y="88853"/>
                  <a:pt x="1116144" y="70062"/>
                  <a:pt x="1126465" y="71405"/>
                </a:cubicBezTo>
                <a:cubicBezTo>
                  <a:pt x="1152613" y="74357"/>
                  <a:pt x="1178760" y="79190"/>
                  <a:pt x="1204908" y="79727"/>
                </a:cubicBezTo>
                <a:cubicBezTo>
                  <a:pt x="1219587" y="79995"/>
                  <a:pt x="1234037" y="72478"/>
                  <a:pt x="1249864" y="68184"/>
                </a:cubicBezTo>
                <a:cubicBezTo>
                  <a:pt x="1240230" y="56910"/>
                  <a:pt x="1250322" y="54493"/>
                  <a:pt x="1256974" y="51003"/>
                </a:cubicBezTo>
                <a:cubicBezTo>
                  <a:pt x="1251928" y="44292"/>
                  <a:pt x="1249405" y="40802"/>
                  <a:pt x="1246796" y="39695"/>
                </a:cubicBezTo>
                <a:close/>
                <a:moveTo>
                  <a:pt x="1382437" y="51272"/>
                </a:moveTo>
                <a:cubicBezTo>
                  <a:pt x="1386336" y="61204"/>
                  <a:pt x="1390464" y="67915"/>
                  <a:pt x="1395281" y="73284"/>
                </a:cubicBezTo>
                <a:cubicBezTo>
                  <a:pt x="1398033" y="76237"/>
                  <a:pt x="1404226" y="79995"/>
                  <a:pt x="1405832" y="78385"/>
                </a:cubicBezTo>
                <a:cubicBezTo>
                  <a:pt x="1417071" y="68720"/>
                  <a:pt x="1424410" y="78115"/>
                  <a:pt x="1432667" y="84558"/>
                </a:cubicBezTo>
                <a:cubicBezTo>
                  <a:pt x="1438631" y="89122"/>
                  <a:pt x="1444365" y="93149"/>
                  <a:pt x="1448952" y="96639"/>
                </a:cubicBezTo>
                <a:cubicBezTo>
                  <a:pt x="1456292" y="86706"/>
                  <a:pt x="1462026" y="79995"/>
                  <a:pt x="1467072" y="72478"/>
                </a:cubicBezTo>
                <a:cubicBezTo>
                  <a:pt x="1471889" y="65231"/>
                  <a:pt x="1475329" y="55835"/>
                  <a:pt x="1463402" y="55566"/>
                </a:cubicBezTo>
                <a:cubicBezTo>
                  <a:pt x="1443218" y="55030"/>
                  <a:pt x="1423034" y="57446"/>
                  <a:pt x="1407208" y="58251"/>
                </a:cubicBezTo>
                <a:cubicBezTo>
                  <a:pt x="1396887" y="55298"/>
                  <a:pt x="1389776" y="53420"/>
                  <a:pt x="1382437" y="51272"/>
                </a:cubicBezTo>
                <a:close/>
                <a:moveTo>
                  <a:pt x="1358697" y="62848"/>
                </a:moveTo>
                <a:cubicBezTo>
                  <a:pt x="1347401" y="60936"/>
                  <a:pt x="1335876" y="63621"/>
                  <a:pt x="1327160" y="71137"/>
                </a:cubicBezTo>
                <a:cubicBezTo>
                  <a:pt x="1344821" y="93686"/>
                  <a:pt x="1366839" y="77310"/>
                  <a:pt x="1388859" y="82143"/>
                </a:cubicBezTo>
                <a:cubicBezTo>
                  <a:pt x="1381061" y="71271"/>
                  <a:pt x="1369994" y="64762"/>
                  <a:pt x="1358697" y="62848"/>
                </a:cubicBezTo>
                <a:close/>
                <a:moveTo>
                  <a:pt x="979013" y="109657"/>
                </a:moveTo>
                <a:cubicBezTo>
                  <a:pt x="973307" y="107442"/>
                  <a:pt x="966943" y="107645"/>
                  <a:pt x="959947" y="110060"/>
                </a:cubicBezTo>
                <a:cubicBezTo>
                  <a:pt x="956277" y="111402"/>
                  <a:pt x="953524" y="115429"/>
                  <a:pt x="950313" y="118114"/>
                </a:cubicBezTo>
                <a:cubicBezTo>
                  <a:pt x="952836" y="121872"/>
                  <a:pt x="955589" y="125630"/>
                  <a:pt x="957882" y="129656"/>
                </a:cubicBezTo>
                <a:cubicBezTo>
                  <a:pt x="960176" y="133951"/>
                  <a:pt x="961552" y="138514"/>
                  <a:pt x="961781" y="139319"/>
                </a:cubicBezTo>
                <a:cubicBezTo>
                  <a:pt x="978067" y="143346"/>
                  <a:pt x="992287" y="146835"/>
                  <a:pt x="1006278" y="150325"/>
                </a:cubicBezTo>
                <a:cubicBezTo>
                  <a:pt x="1007425" y="149252"/>
                  <a:pt x="1008802" y="148447"/>
                  <a:pt x="1009948" y="147373"/>
                </a:cubicBezTo>
                <a:cubicBezTo>
                  <a:pt x="1004673" y="139588"/>
                  <a:pt x="998939" y="132072"/>
                  <a:pt x="994122" y="123750"/>
                </a:cubicBezTo>
                <a:cubicBezTo>
                  <a:pt x="989764" y="116502"/>
                  <a:pt x="984718" y="111872"/>
                  <a:pt x="979013" y="109657"/>
                </a:cubicBezTo>
                <a:close/>
                <a:moveTo>
                  <a:pt x="945038" y="127777"/>
                </a:moveTo>
                <a:cubicBezTo>
                  <a:pt x="937010" y="129388"/>
                  <a:pt x="928982" y="131267"/>
                  <a:pt x="920955" y="132878"/>
                </a:cubicBezTo>
                <a:cubicBezTo>
                  <a:pt x="917973" y="133414"/>
                  <a:pt x="914532" y="135293"/>
                  <a:pt x="912468" y="133951"/>
                </a:cubicBezTo>
                <a:cubicBezTo>
                  <a:pt x="899624" y="126166"/>
                  <a:pt x="895725" y="134756"/>
                  <a:pt x="891137" y="148178"/>
                </a:cubicBezTo>
                <a:cubicBezTo>
                  <a:pt x="904670" y="146030"/>
                  <a:pt x="917056" y="140662"/>
                  <a:pt x="927606" y="143615"/>
                </a:cubicBezTo>
                <a:cubicBezTo>
                  <a:pt x="944120" y="147910"/>
                  <a:pt x="930818" y="169922"/>
                  <a:pt x="936781" y="178780"/>
                </a:cubicBezTo>
                <a:cubicBezTo>
                  <a:pt x="947332" y="176633"/>
                  <a:pt x="955589" y="175022"/>
                  <a:pt x="964075" y="173143"/>
                </a:cubicBezTo>
                <a:cubicBezTo>
                  <a:pt x="959947" y="165359"/>
                  <a:pt x="956506" y="158916"/>
                  <a:pt x="953066" y="152473"/>
                </a:cubicBezTo>
                <a:cubicBezTo>
                  <a:pt x="953983" y="151400"/>
                  <a:pt x="954901" y="150325"/>
                  <a:pt x="955818" y="148983"/>
                </a:cubicBezTo>
                <a:cubicBezTo>
                  <a:pt x="950313" y="147373"/>
                  <a:pt x="944808" y="145762"/>
                  <a:pt x="939074" y="144152"/>
                </a:cubicBezTo>
                <a:cubicBezTo>
                  <a:pt x="941827" y="140124"/>
                  <a:pt x="944120" y="136636"/>
                  <a:pt x="946644" y="133146"/>
                </a:cubicBezTo>
                <a:cubicBezTo>
                  <a:pt x="946185" y="131267"/>
                  <a:pt x="945726" y="129656"/>
                  <a:pt x="945038" y="127777"/>
                </a:cubicBezTo>
                <a:close/>
                <a:moveTo>
                  <a:pt x="1899883" y="691497"/>
                </a:moveTo>
                <a:cubicBezTo>
                  <a:pt x="1901718" y="722636"/>
                  <a:pt x="1932912" y="711362"/>
                  <a:pt x="1936352" y="736596"/>
                </a:cubicBezTo>
                <a:cubicBezTo>
                  <a:pt x="1917774" y="752433"/>
                  <a:pt x="1919150" y="753775"/>
                  <a:pt x="1932224" y="777935"/>
                </a:cubicBezTo>
                <a:cubicBezTo>
                  <a:pt x="1941857" y="795920"/>
                  <a:pt x="1953325" y="787867"/>
                  <a:pt x="1964105" y="786256"/>
                </a:cubicBezTo>
                <a:cubicBezTo>
                  <a:pt x="1979014" y="783841"/>
                  <a:pt x="1988877" y="793772"/>
                  <a:pt x="1999657" y="802363"/>
                </a:cubicBezTo>
                <a:cubicBezTo>
                  <a:pt x="2004015" y="805853"/>
                  <a:pt x="2008602" y="808536"/>
                  <a:pt x="2015024" y="812832"/>
                </a:cubicBezTo>
                <a:cubicBezTo>
                  <a:pt x="2015024" y="802363"/>
                  <a:pt x="2014336" y="797262"/>
                  <a:pt x="2015254" y="792699"/>
                </a:cubicBezTo>
                <a:cubicBezTo>
                  <a:pt x="2016171" y="788404"/>
                  <a:pt x="2018464" y="784646"/>
                  <a:pt x="2020529" y="780083"/>
                </a:cubicBezTo>
                <a:cubicBezTo>
                  <a:pt x="2013419" y="776593"/>
                  <a:pt x="2008143" y="774177"/>
                  <a:pt x="2000804" y="770955"/>
                </a:cubicBezTo>
                <a:cubicBezTo>
                  <a:pt x="2005162" y="762902"/>
                  <a:pt x="2007914" y="757265"/>
                  <a:pt x="2011813" y="750017"/>
                </a:cubicBezTo>
                <a:cubicBezTo>
                  <a:pt x="1999657" y="742232"/>
                  <a:pt x="1988189" y="735253"/>
                  <a:pt x="1976950" y="728273"/>
                </a:cubicBezTo>
                <a:cubicBezTo>
                  <a:pt x="1980849" y="726127"/>
                  <a:pt x="1985207" y="723710"/>
                  <a:pt x="1989336" y="721295"/>
                </a:cubicBezTo>
                <a:cubicBezTo>
                  <a:pt x="1989565" y="719415"/>
                  <a:pt x="1989794" y="717267"/>
                  <a:pt x="1990024" y="715389"/>
                </a:cubicBezTo>
                <a:cubicBezTo>
                  <a:pt x="1979014" y="712167"/>
                  <a:pt x="1968234" y="708409"/>
                  <a:pt x="1957225" y="706262"/>
                </a:cubicBezTo>
                <a:cubicBezTo>
                  <a:pt x="1947591" y="704115"/>
                  <a:pt x="1937499" y="704651"/>
                  <a:pt x="1928095" y="702235"/>
                </a:cubicBezTo>
                <a:cubicBezTo>
                  <a:pt x="1918462" y="699820"/>
                  <a:pt x="1909287" y="694987"/>
                  <a:pt x="1899883" y="691497"/>
                </a:cubicBezTo>
                <a:close/>
                <a:moveTo>
                  <a:pt x="531264" y="1118315"/>
                </a:moveTo>
                <a:cubicBezTo>
                  <a:pt x="518993" y="1123550"/>
                  <a:pt x="513144" y="1131736"/>
                  <a:pt x="510249" y="1141267"/>
                </a:cubicBezTo>
                <a:lnTo>
                  <a:pt x="507506" y="1167057"/>
                </a:lnTo>
                <a:lnTo>
                  <a:pt x="506722" y="1170660"/>
                </a:lnTo>
                <a:lnTo>
                  <a:pt x="507003" y="1171786"/>
                </a:lnTo>
                <a:lnTo>
                  <a:pt x="506951" y="1172270"/>
                </a:lnTo>
                <a:cubicBezTo>
                  <a:pt x="499841" y="1165828"/>
                  <a:pt x="491125" y="1169318"/>
                  <a:pt x="490208" y="1179250"/>
                </a:cubicBezTo>
                <a:cubicBezTo>
                  <a:pt x="488832" y="1191330"/>
                  <a:pt x="487914" y="1203678"/>
                  <a:pt x="486767" y="1217637"/>
                </a:cubicBezTo>
                <a:cubicBezTo>
                  <a:pt x="492272" y="1223005"/>
                  <a:pt x="498465" y="1224348"/>
                  <a:pt x="504658" y="1213879"/>
                </a:cubicBezTo>
                <a:cubicBezTo>
                  <a:pt x="507181" y="1209584"/>
                  <a:pt x="511539" y="1206899"/>
                  <a:pt x="514979" y="1203409"/>
                </a:cubicBezTo>
                <a:cubicBezTo>
                  <a:pt x="519108" y="1222469"/>
                  <a:pt x="507869" y="1231596"/>
                  <a:pt x="498235" y="1238576"/>
                </a:cubicBezTo>
                <a:cubicBezTo>
                  <a:pt x="498235" y="1253608"/>
                  <a:pt x="498235" y="1267030"/>
                  <a:pt x="498235" y="1281526"/>
                </a:cubicBezTo>
                <a:cubicBezTo>
                  <a:pt x="511080" y="1290384"/>
                  <a:pt x="525071" y="1300048"/>
                  <a:pt x="541815" y="1311322"/>
                </a:cubicBezTo>
                <a:cubicBezTo>
                  <a:pt x="541815" y="1313469"/>
                  <a:pt x="541815" y="1320717"/>
                  <a:pt x="541815" y="1328501"/>
                </a:cubicBezTo>
                <a:cubicBezTo>
                  <a:pt x="548696" y="1325281"/>
                  <a:pt x="554889" y="1322328"/>
                  <a:pt x="561082" y="1319644"/>
                </a:cubicBezTo>
                <a:cubicBezTo>
                  <a:pt x="561770" y="1320985"/>
                  <a:pt x="562458" y="1322328"/>
                  <a:pt x="562916" y="1323402"/>
                </a:cubicBezTo>
                <a:cubicBezTo>
                  <a:pt x="557871" y="1330381"/>
                  <a:pt x="552595" y="1337629"/>
                  <a:pt x="547090" y="1345145"/>
                </a:cubicBezTo>
                <a:cubicBezTo>
                  <a:pt x="543879" y="1341924"/>
                  <a:pt x="541356" y="1339509"/>
                  <a:pt x="537916" y="1336019"/>
                </a:cubicBezTo>
                <a:cubicBezTo>
                  <a:pt x="533787" y="1361252"/>
                  <a:pt x="556494" y="1354809"/>
                  <a:pt x="561770" y="1368768"/>
                </a:cubicBezTo>
                <a:cubicBezTo>
                  <a:pt x="562458" y="1342997"/>
                  <a:pt x="584247" y="1358299"/>
                  <a:pt x="589294" y="1344877"/>
                </a:cubicBezTo>
                <a:cubicBezTo>
                  <a:pt x="593422" y="1326355"/>
                  <a:pt x="598697" y="1308101"/>
                  <a:pt x="605349" y="1290384"/>
                </a:cubicBezTo>
                <a:cubicBezTo>
                  <a:pt x="607872" y="1283941"/>
                  <a:pt x="612230" y="1277768"/>
                  <a:pt x="617046" y="1273203"/>
                </a:cubicBezTo>
                <a:cubicBezTo>
                  <a:pt x="633561" y="1256829"/>
                  <a:pt x="645488" y="1237771"/>
                  <a:pt x="646634" y="1211463"/>
                </a:cubicBezTo>
                <a:cubicBezTo>
                  <a:pt x="647552" y="1190525"/>
                  <a:pt x="643194" y="1187036"/>
                  <a:pt x="625074" y="1194552"/>
                </a:cubicBezTo>
                <a:cubicBezTo>
                  <a:pt x="626909" y="1199115"/>
                  <a:pt x="628973" y="1203409"/>
                  <a:pt x="631955" y="1210658"/>
                </a:cubicBezTo>
                <a:cubicBezTo>
                  <a:pt x="625762" y="1209852"/>
                  <a:pt x="621634" y="1209047"/>
                  <a:pt x="617734" y="1208511"/>
                </a:cubicBezTo>
                <a:cubicBezTo>
                  <a:pt x="605808" y="1207436"/>
                  <a:pt x="595257" y="1207436"/>
                  <a:pt x="598468" y="1228106"/>
                </a:cubicBezTo>
                <a:cubicBezTo>
                  <a:pt x="599385" y="1234549"/>
                  <a:pt x="596633" y="1246360"/>
                  <a:pt x="592963" y="1247970"/>
                </a:cubicBezTo>
                <a:cubicBezTo>
                  <a:pt x="583559" y="1252534"/>
                  <a:pt x="571403" y="1257366"/>
                  <a:pt x="562687" y="1253876"/>
                </a:cubicBezTo>
                <a:cubicBezTo>
                  <a:pt x="556035" y="1251460"/>
                  <a:pt x="547778" y="1236159"/>
                  <a:pt x="548466" y="1227570"/>
                </a:cubicBezTo>
                <a:cubicBezTo>
                  <a:pt x="550760" y="1205289"/>
                  <a:pt x="538374" y="1206899"/>
                  <a:pt x="527365" y="1204753"/>
                </a:cubicBezTo>
                <a:cubicBezTo>
                  <a:pt x="523236" y="1203947"/>
                  <a:pt x="518878" y="1203678"/>
                  <a:pt x="514750" y="1202873"/>
                </a:cubicBezTo>
                <a:lnTo>
                  <a:pt x="507003" y="1171786"/>
                </a:lnTo>
                <a:lnTo>
                  <a:pt x="507506" y="1167057"/>
                </a:lnTo>
                <a:lnTo>
                  <a:pt x="509847" y="1156290"/>
                </a:lnTo>
                <a:cubicBezTo>
                  <a:pt x="515696" y="1143481"/>
                  <a:pt x="527996" y="1134220"/>
                  <a:pt x="531264" y="1118315"/>
                </a:cubicBezTo>
                <a:close/>
                <a:moveTo>
                  <a:pt x="404425" y="1453863"/>
                </a:moveTo>
                <a:cubicBezTo>
                  <a:pt x="398691" y="1453058"/>
                  <a:pt x="392498" y="1457621"/>
                  <a:pt x="386305" y="1460037"/>
                </a:cubicBezTo>
                <a:cubicBezTo>
                  <a:pt x="386076" y="1458963"/>
                  <a:pt x="385847" y="1457621"/>
                  <a:pt x="385617" y="1456547"/>
                </a:cubicBezTo>
                <a:cubicBezTo>
                  <a:pt x="381030" y="1457621"/>
                  <a:pt x="376214" y="1457352"/>
                  <a:pt x="372314" y="1459769"/>
                </a:cubicBezTo>
                <a:cubicBezTo>
                  <a:pt x="369791" y="1461379"/>
                  <a:pt x="367039" y="1467017"/>
                  <a:pt x="367727" y="1469970"/>
                </a:cubicBezTo>
                <a:cubicBezTo>
                  <a:pt x="369333" y="1476143"/>
                  <a:pt x="372544" y="1481781"/>
                  <a:pt x="375984" y="1486881"/>
                </a:cubicBezTo>
                <a:cubicBezTo>
                  <a:pt x="376672" y="1487686"/>
                  <a:pt x="383553" y="1485271"/>
                  <a:pt x="384471" y="1482586"/>
                </a:cubicBezTo>
                <a:cubicBezTo>
                  <a:pt x="392728" y="1463795"/>
                  <a:pt x="397544" y="1471580"/>
                  <a:pt x="404655" y="1483928"/>
                </a:cubicBezTo>
                <a:cubicBezTo>
                  <a:pt x="407178" y="1488222"/>
                  <a:pt x="414976" y="1488222"/>
                  <a:pt x="420251" y="1490102"/>
                </a:cubicBezTo>
                <a:cubicBezTo>
                  <a:pt x="421169" y="1481244"/>
                  <a:pt x="424380" y="1471043"/>
                  <a:pt x="421857" y="1463795"/>
                </a:cubicBezTo>
                <a:cubicBezTo>
                  <a:pt x="420022" y="1458426"/>
                  <a:pt x="410848" y="1454400"/>
                  <a:pt x="404425" y="1453863"/>
                </a:cubicBezTo>
                <a:close/>
                <a:moveTo>
                  <a:pt x="422087" y="1629690"/>
                </a:moveTo>
                <a:cubicBezTo>
                  <a:pt x="414288" y="1628885"/>
                  <a:pt x="406719" y="1632374"/>
                  <a:pt x="393875" y="1635596"/>
                </a:cubicBezTo>
                <a:cubicBezTo>
                  <a:pt x="400755" y="1644723"/>
                  <a:pt x="404196" y="1649018"/>
                  <a:pt x="409471" y="1655729"/>
                </a:cubicBezTo>
                <a:cubicBezTo>
                  <a:pt x="409930" y="1646333"/>
                  <a:pt x="410160" y="1641770"/>
                  <a:pt x="410618" y="1633179"/>
                </a:cubicBezTo>
                <a:cubicBezTo>
                  <a:pt x="417270" y="1640427"/>
                  <a:pt x="420939" y="1644455"/>
                  <a:pt x="424610" y="1648750"/>
                </a:cubicBezTo>
                <a:cubicBezTo>
                  <a:pt x="425986" y="1647945"/>
                  <a:pt x="427133" y="1647138"/>
                  <a:pt x="428509" y="1646333"/>
                </a:cubicBezTo>
                <a:cubicBezTo>
                  <a:pt x="426444" y="1640427"/>
                  <a:pt x="424380" y="1629690"/>
                  <a:pt x="422087" y="1629690"/>
                </a:cubicBezTo>
                <a:close/>
                <a:moveTo>
                  <a:pt x="84462" y="1287431"/>
                </a:moveTo>
                <a:cubicBezTo>
                  <a:pt x="73223" y="1296558"/>
                  <a:pt x="62213" y="1305685"/>
                  <a:pt x="48681" y="1316422"/>
                </a:cubicBezTo>
                <a:cubicBezTo>
                  <a:pt x="54874" y="1320985"/>
                  <a:pt x="59461" y="1324475"/>
                  <a:pt x="64048" y="1327965"/>
                </a:cubicBezTo>
                <a:cubicBezTo>
                  <a:pt x="72305" y="1314812"/>
                  <a:pt x="79645" y="1303269"/>
                  <a:pt x="86755" y="1291726"/>
                </a:cubicBezTo>
                <a:cubicBezTo>
                  <a:pt x="86067" y="1290384"/>
                  <a:pt x="85150" y="1288774"/>
                  <a:pt x="84462" y="1287431"/>
                </a:cubicBezTo>
                <a:close/>
                <a:moveTo>
                  <a:pt x="40653" y="1458963"/>
                </a:moveTo>
                <a:cubicBezTo>
                  <a:pt x="35836" y="1466748"/>
                  <a:pt x="31249" y="1474533"/>
                  <a:pt x="26432" y="1482586"/>
                </a:cubicBezTo>
                <a:cubicBezTo>
                  <a:pt x="27579" y="1483928"/>
                  <a:pt x="28726" y="1485002"/>
                  <a:pt x="29643" y="1486344"/>
                </a:cubicBezTo>
                <a:cubicBezTo>
                  <a:pt x="34690" y="1485002"/>
                  <a:pt x="39965" y="1483928"/>
                  <a:pt x="46158" y="1482318"/>
                </a:cubicBezTo>
                <a:cubicBezTo>
                  <a:pt x="45699" y="1474533"/>
                  <a:pt x="45240" y="1467554"/>
                  <a:pt x="44781" y="1460843"/>
                </a:cubicBezTo>
                <a:cubicBezTo>
                  <a:pt x="43405" y="1460305"/>
                  <a:pt x="42029" y="1459499"/>
                  <a:pt x="40653" y="1458963"/>
                </a:cubicBezTo>
                <a:close/>
                <a:moveTo>
                  <a:pt x="178272" y="2087646"/>
                </a:moveTo>
                <a:cubicBezTo>
                  <a:pt x="171161" y="2089793"/>
                  <a:pt x="164739" y="2091942"/>
                  <a:pt x="153730" y="2095430"/>
                </a:cubicBezTo>
                <a:cubicBezTo>
                  <a:pt x="159693" y="2101068"/>
                  <a:pt x="164051" y="2108316"/>
                  <a:pt x="166804" y="2107510"/>
                </a:cubicBezTo>
                <a:cubicBezTo>
                  <a:pt x="174143" y="2105363"/>
                  <a:pt x="182400" y="2101068"/>
                  <a:pt x="178272" y="2087646"/>
                </a:cubicBezTo>
                <a:close/>
                <a:moveTo>
                  <a:pt x="252127" y="2127374"/>
                </a:moveTo>
                <a:cubicBezTo>
                  <a:pt x="245017" y="2133549"/>
                  <a:pt x="237448" y="2138917"/>
                  <a:pt x="231255" y="2146165"/>
                </a:cubicBezTo>
                <a:cubicBezTo>
                  <a:pt x="230108" y="2147508"/>
                  <a:pt x="234007" y="2157440"/>
                  <a:pt x="237219" y="2160930"/>
                </a:cubicBezTo>
                <a:cubicBezTo>
                  <a:pt x="242723" y="2166835"/>
                  <a:pt x="247999" y="2178378"/>
                  <a:pt x="256715" y="2170057"/>
                </a:cubicBezTo>
                <a:cubicBezTo>
                  <a:pt x="251439" y="2161467"/>
                  <a:pt x="246852" y="2153682"/>
                  <a:pt x="242494" y="2146165"/>
                </a:cubicBezTo>
                <a:cubicBezTo>
                  <a:pt x="248228" y="2141602"/>
                  <a:pt x="252127" y="2138381"/>
                  <a:pt x="256026" y="2135159"/>
                </a:cubicBezTo>
                <a:cubicBezTo>
                  <a:pt x="254650" y="2132476"/>
                  <a:pt x="253503" y="2130059"/>
                  <a:pt x="252127" y="2127374"/>
                </a:cubicBezTo>
                <a:close/>
                <a:moveTo>
                  <a:pt x="245246" y="2180257"/>
                </a:moveTo>
                <a:cubicBezTo>
                  <a:pt x="244787" y="2189384"/>
                  <a:pt x="244558" y="2199853"/>
                  <a:pt x="248228" y="2202269"/>
                </a:cubicBezTo>
                <a:cubicBezTo>
                  <a:pt x="257861" y="2208174"/>
                  <a:pt x="269100" y="2213812"/>
                  <a:pt x="279651" y="2213812"/>
                </a:cubicBezTo>
                <a:cubicBezTo>
                  <a:pt x="293183" y="2213812"/>
                  <a:pt x="298000" y="2196095"/>
                  <a:pt x="288596" y="2184284"/>
                </a:cubicBezTo>
                <a:cubicBezTo>
                  <a:pt x="286303" y="2181331"/>
                  <a:pt x="281256" y="2179721"/>
                  <a:pt x="277587" y="2180257"/>
                </a:cubicBezTo>
                <a:cubicBezTo>
                  <a:pt x="275522" y="2180526"/>
                  <a:pt x="273687" y="2186164"/>
                  <a:pt x="272311" y="2189652"/>
                </a:cubicBezTo>
                <a:cubicBezTo>
                  <a:pt x="270476" y="2194485"/>
                  <a:pt x="269788" y="2199585"/>
                  <a:pt x="267953" y="2204148"/>
                </a:cubicBezTo>
                <a:cubicBezTo>
                  <a:pt x="267724" y="2204954"/>
                  <a:pt x="263825" y="2203611"/>
                  <a:pt x="261531" y="2203075"/>
                </a:cubicBezTo>
                <a:cubicBezTo>
                  <a:pt x="262678" y="2197438"/>
                  <a:pt x="263825" y="2192068"/>
                  <a:pt x="265431" y="2185089"/>
                </a:cubicBezTo>
                <a:cubicBezTo>
                  <a:pt x="258320" y="2189922"/>
                  <a:pt x="250292" y="2195827"/>
                  <a:pt x="245246" y="2180257"/>
                </a:cubicBezTo>
                <a:close/>
                <a:moveTo>
                  <a:pt x="325065" y="2218107"/>
                </a:moveTo>
                <a:cubicBezTo>
                  <a:pt x="315661" y="2224818"/>
                  <a:pt x="306257" y="2231797"/>
                  <a:pt x="295936" y="2239314"/>
                </a:cubicBezTo>
                <a:cubicBezTo>
                  <a:pt x="298230" y="2243340"/>
                  <a:pt x="300523" y="2247367"/>
                  <a:pt x="303276" y="2252467"/>
                </a:cubicBezTo>
                <a:cubicBezTo>
                  <a:pt x="312221" y="2242535"/>
                  <a:pt x="320478" y="2233409"/>
                  <a:pt x="328735" y="2224281"/>
                </a:cubicBezTo>
                <a:cubicBezTo>
                  <a:pt x="327588" y="2222133"/>
                  <a:pt x="326212" y="2219987"/>
                  <a:pt x="325065" y="2218107"/>
                </a:cubicBezTo>
                <a:close/>
                <a:moveTo>
                  <a:pt x="344561" y="2244145"/>
                </a:moveTo>
                <a:cubicBezTo>
                  <a:pt x="344332" y="2244145"/>
                  <a:pt x="342726" y="2250051"/>
                  <a:pt x="343415" y="2252199"/>
                </a:cubicBezTo>
                <a:cubicBezTo>
                  <a:pt x="350295" y="2274211"/>
                  <a:pt x="370250" y="2281996"/>
                  <a:pt x="386994" y="2269916"/>
                </a:cubicBezTo>
                <a:cubicBezTo>
                  <a:pt x="383553" y="2262399"/>
                  <a:pt x="381948" y="2252199"/>
                  <a:pt x="378048" y="2250588"/>
                </a:cubicBezTo>
                <a:cubicBezTo>
                  <a:pt x="367498" y="2246293"/>
                  <a:pt x="355800" y="2245756"/>
                  <a:pt x="344561" y="2244145"/>
                </a:cubicBezTo>
                <a:close/>
                <a:moveTo>
                  <a:pt x="290431" y="2289243"/>
                </a:moveTo>
                <a:cubicBezTo>
                  <a:pt x="289284" y="2289780"/>
                  <a:pt x="287908" y="2290048"/>
                  <a:pt x="286761" y="2290586"/>
                </a:cubicBezTo>
                <a:cubicBezTo>
                  <a:pt x="287220" y="2294880"/>
                  <a:pt x="286991" y="2302396"/>
                  <a:pt x="288596" y="2302934"/>
                </a:cubicBezTo>
                <a:cubicBezTo>
                  <a:pt x="297312" y="2306424"/>
                  <a:pt x="306487" y="2308034"/>
                  <a:pt x="318184" y="2310987"/>
                </a:cubicBezTo>
                <a:cubicBezTo>
                  <a:pt x="315891" y="2303739"/>
                  <a:pt x="314515" y="2299444"/>
                  <a:pt x="312909" y="2294612"/>
                </a:cubicBezTo>
                <a:cubicBezTo>
                  <a:pt x="309927" y="2296491"/>
                  <a:pt x="307863" y="2297297"/>
                  <a:pt x="306257" y="2298370"/>
                </a:cubicBezTo>
                <a:cubicBezTo>
                  <a:pt x="303964" y="2299981"/>
                  <a:pt x="301899" y="2301860"/>
                  <a:pt x="299376" y="2303739"/>
                </a:cubicBezTo>
                <a:cubicBezTo>
                  <a:pt x="295936" y="2298370"/>
                  <a:pt x="293183" y="2293807"/>
                  <a:pt x="290431" y="2289243"/>
                </a:cubicBezTo>
                <a:close/>
                <a:moveTo>
                  <a:pt x="319331" y="2340112"/>
                </a:moveTo>
                <a:cubicBezTo>
                  <a:pt x="313654" y="2339575"/>
                  <a:pt x="308092" y="2341320"/>
                  <a:pt x="303505" y="2350179"/>
                </a:cubicBezTo>
                <a:cubicBezTo>
                  <a:pt x="313597" y="2357695"/>
                  <a:pt x="322542" y="2364405"/>
                  <a:pt x="333093" y="2372191"/>
                </a:cubicBezTo>
                <a:cubicBezTo>
                  <a:pt x="316808" y="2385076"/>
                  <a:pt x="303046" y="2395813"/>
                  <a:pt x="289055" y="2407088"/>
                </a:cubicBezTo>
                <a:cubicBezTo>
                  <a:pt x="308551" y="2425073"/>
                  <a:pt x="317267" y="2394740"/>
                  <a:pt x="332176" y="2397156"/>
                </a:cubicBezTo>
                <a:cubicBezTo>
                  <a:pt x="334240" y="2407088"/>
                  <a:pt x="336304" y="2416483"/>
                  <a:pt x="338368" y="2425878"/>
                </a:cubicBezTo>
                <a:cubicBezTo>
                  <a:pt x="340433" y="2425878"/>
                  <a:pt x="342497" y="2425610"/>
                  <a:pt x="344791" y="2425610"/>
                </a:cubicBezTo>
                <a:cubicBezTo>
                  <a:pt x="347314" y="2414067"/>
                  <a:pt x="349607" y="2402525"/>
                  <a:pt x="352130" y="2390713"/>
                </a:cubicBezTo>
                <a:cubicBezTo>
                  <a:pt x="354424" y="2379439"/>
                  <a:pt x="356947" y="2368433"/>
                  <a:pt x="359699" y="2355279"/>
                </a:cubicBezTo>
                <a:cubicBezTo>
                  <a:pt x="353965" y="2360379"/>
                  <a:pt x="349837" y="2363869"/>
                  <a:pt x="344332" y="2368970"/>
                </a:cubicBezTo>
                <a:cubicBezTo>
                  <a:pt x="341121" y="2359842"/>
                  <a:pt x="338598" y="2352058"/>
                  <a:pt x="335845" y="2343736"/>
                </a:cubicBezTo>
                <a:cubicBezTo>
                  <a:pt x="330799" y="2343468"/>
                  <a:pt x="325008" y="2340650"/>
                  <a:pt x="319331" y="2340112"/>
                </a:cubicBezTo>
                <a:close/>
                <a:moveTo>
                  <a:pt x="175060" y="2426148"/>
                </a:moveTo>
                <a:cubicBezTo>
                  <a:pt x="170244" y="2430979"/>
                  <a:pt x="165198" y="2435810"/>
                  <a:pt x="159693" y="2441180"/>
                </a:cubicBezTo>
                <a:cubicBezTo>
                  <a:pt x="166804" y="2443327"/>
                  <a:pt x="172538" y="2444938"/>
                  <a:pt x="178731" y="2446817"/>
                </a:cubicBezTo>
                <a:cubicBezTo>
                  <a:pt x="174143" y="2460239"/>
                  <a:pt x="170244" y="2471245"/>
                  <a:pt x="166574" y="2482251"/>
                </a:cubicBezTo>
                <a:cubicBezTo>
                  <a:pt x="164739" y="2487619"/>
                  <a:pt x="161070" y="2494062"/>
                  <a:pt x="162446" y="2498088"/>
                </a:cubicBezTo>
                <a:cubicBezTo>
                  <a:pt x="166804" y="2510705"/>
                  <a:pt x="172079" y="2523053"/>
                  <a:pt x="178960" y="2533790"/>
                </a:cubicBezTo>
                <a:cubicBezTo>
                  <a:pt x="183088" y="2540233"/>
                  <a:pt x="188593" y="2549628"/>
                  <a:pt x="195933" y="2532985"/>
                </a:cubicBezTo>
                <a:cubicBezTo>
                  <a:pt x="203043" y="2516878"/>
                  <a:pt x="219787" y="2515805"/>
                  <a:pt x="233549" y="2518490"/>
                </a:cubicBezTo>
                <a:cubicBezTo>
                  <a:pt x="240659" y="2519832"/>
                  <a:pt x="246393" y="2529764"/>
                  <a:pt x="252815" y="2535938"/>
                </a:cubicBezTo>
                <a:cubicBezTo>
                  <a:pt x="252127" y="2538086"/>
                  <a:pt x="251210" y="2540233"/>
                  <a:pt x="250521" y="2542380"/>
                </a:cubicBezTo>
                <a:cubicBezTo>
                  <a:pt x="258320" y="2541038"/>
                  <a:pt x="266348" y="2539428"/>
                  <a:pt x="274834" y="2537817"/>
                </a:cubicBezTo>
                <a:cubicBezTo>
                  <a:pt x="279651" y="2577009"/>
                  <a:pt x="311074" y="2559829"/>
                  <a:pt x="330341" y="2574056"/>
                </a:cubicBezTo>
                <a:cubicBezTo>
                  <a:pt x="324836" y="2576204"/>
                  <a:pt x="319102" y="2578621"/>
                  <a:pt x="313597" y="2580767"/>
                </a:cubicBezTo>
                <a:cubicBezTo>
                  <a:pt x="313367" y="2582647"/>
                  <a:pt x="313367" y="2584257"/>
                  <a:pt x="313138" y="2586137"/>
                </a:cubicBezTo>
                <a:cubicBezTo>
                  <a:pt x="328735" y="2593921"/>
                  <a:pt x="345937" y="2592847"/>
                  <a:pt x="365204" y="2596337"/>
                </a:cubicBezTo>
                <a:cubicBezTo>
                  <a:pt x="358552" y="2579157"/>
                  <a:pt x="352818" y="2564661"/>
                  <a:pt x="346396" y="2548286"/>
                </a:cubicBezTo>
                <a:cubicBezTo>
                  <a:pt x="368644" y="2546944"/>
                  <a:pt x="369562" y="2545333"/>
                  <a:pt x="364057" y="2528422"/>
                </a:cubicBezTo>
                <a:cubicBezTo>
                  <a:pt x="347084" y="2539160"/>
                  <a:pt x="339744" y="2539697"/>
                  <a:pt x="336533" y="2527616"/>
                </a:cubicBezTo>
                <a:cubicBezTo>
                  <a:pt x="332176" y="2510705"/>
                  <a:pt x="323460" y="2514732"/>
                  <a:pt x="313597" y="2519027"/>
                </a:cubicBezTo>
                <a:cubicBezTo>
                  <a:pt x="314055" y="2512047"/>
                  <a:pt x="314285" y="2506947"/>
                  <a:pt x="314744" y="2501846"/>
                </a:cubicBezTo>
                <a:cubicBezTo>
                  <a:pt x="313367" y="2501041"/>
                  <a:pt x="311762" y="2499967"/>
                  <a:pt x="310386" y="2499162"/>
                </a:cubicBezTo>
                <a:cubicBezTo>
                  <a:pt x="308092" y="2503726"/>
                  <a:pt x="306028" y="2508021"/>
                  <a:pt x="303734" y="2512584"/>
                </a:cubicBezTo>
                <a:cubicBezTo>
                  <a:pt x="302587" y="2515000"/>
                  <a:pt x="300982" y="2519027"/>
                  <a:pt x="299835" y="2518758"/>
                </a:cubicBezTo>
                <a:cubicBezTo>
                  <a:pt x="297312" y="2518758"/>
                  <a:pt x="293871" y="2516878"/>
                  <a:pt x="292725" y="2514732"/>
                </a:cubicBezTo>
                <a:cubicBezTo>
                  <a:pt x="286991" y="2503457"/>
                  <a:pt x="281944" y="2491915"/>
                  <a:pt x="276440" y="2479566"/>
                </a:cubicBezTo>
                <a:cubicBezTo>
                  <a:pt x="275752" y="2486545"/>
                  <a:pt x="275293" y="2492451"/>
                  <a:pt x="274605" y="2498356"/>
                </a:cubicBezTo>
                <a:cubicBezTo>
                  <a:pt x="273458" y="2497015"/>
                  <a:pt x="272541" y="2495673"/>
                  <a:pt x="271394" y="2494330"/>
                </a:cubicBezTo>
                <a:cubicBezTo>
                  <a:pt x="267724" y="2496209"/>
                  <a:pt x="263595" y="2497283"/>
                  <a:pt x="260614" y="2499967"/>
                </a:cubicBezTo>
                <a:cubicBezTo>
                  <a:pt x="251669" y="2507216"/>
                  <a:pt x="245246" y="2509094"/>
                  <a:pt x="242953" y="2492988"/>
                </a:cubicBezTo>
                <a:cubicBezTo>
                  <a:pt x="240430" y="2475271"/>
                  <a:pt x="231714" y="2466145"/>
                  <a:pt x="215658" y="2466413"/>
                </a:cubicBezTo>
                <a:cubicBezTo>
                  <a:pt x="210383" y="2466413"/>
                  <a:pt x="204878" y="2463997"/>
                  <a:pt x="199603" y="2462655"/>
                </a:cubicBezTo>
                <a:cubicBezTo>
                  <a:pt x="203502" y="2438227"/>
                  <a:pt x="203502" y="2438227"/>
                  <a:pt x="175060" y="2426148"/>
                </a:cubicBezTo>
                <a:close/>
                <a:moveTo>
                  <a:pt x="452821" y="2452991"/>
                </a:moveTo>
                <a:cubicBezTo>
                  <a:pt x="454656" y="2468828"/>
                  <a:pt x="454198" y="2481177"/>
                  <a:pt x="457867" y="2491377"/>
                </a:cubicBezTo>
                <a:cubicBezTo>
                  <a:pt x="467960" y="2521175"/>
                  <a:pt x="463143" y="2531912"/>
                  <a:pt x="436307" y="2535938"/>
                </a:cubicBezTo>
                <a:cubicBezTo>
                  <a:pt x="431490" y="2537012"/>
                  <a:pt x="427133" y="2540770"/>
                  <a:pt x="422545" y="2542918"/>
                </a:cubicBezTo>
                <a:cubicBezTo>
                  <a:pt x="423233" y="2545065"/>
                  <a:pt x="423921" y="2546944"/>
                  <a:pt x="424610" y="2549091"/>
                </a:cubicBezTo>
                <a:cubicBezTo>
                  <a:pt x="428050" y="2548018"/>
                  <a:pt x="431261" y="2546944"/>
                  <a:pt x="434701" y="2545602"/>
                </a:cubicBezTo>
                <a:cubicBezTo>
                  <a:pt x="439060" y="2543992"/>
                  <a:pt x="445023" y="2538892"/>
                  <a:pt x="447317" y="2540770"/>
                </a:cubicBezTo>
                <a:cubicBezTo>
                  <a:pt x="461078" y="2551508"/>
                  <a:pt x="470482" y="2538622"/>
                  <a:pt x="481721" y="2534596"/>
                </a:cubicBezTo>
                <a:cubicBezTo>
                  <a:pt x="478510" y="2529227"/>
                  <a:pt x="475987" y="2524664"/>
                  <a:pt x="472317" y="2518490"/>
                </a:cubicBezTo>
                <a:cubicBezTo>
                  <a:pt x="477822" y="2517417"/>
                  <a:pt x="481492" y="2516878"/>
                  <a:pt x="485391" y="2516342"/>
                </a:cubicBezTo>
                <a:cubicBezTo>
                  <a:pt x="484244" y="2515268"/>
                  <a:pt x="483097" y="2514195"/>
                  <a:pt x="481950" y="2513390"/>
                </a:cubicBezTo>
                <a:cubicBezTo>
                  <a:pt x="487914" y="2500505"/>
                  <a:pt x="493878" y="2487619"/>
                  <a:pt x="500988" y="2471781"/>
                </a:cubicBezTo>
                <a:cubicBezTo>
                  <a:pt x="481492" y="2484399"/>
                  <a:pt x="471400" y="2461312"/>
                  <a:pt x="452821" y="2452991"/>
                </a:cubicBezTo>
                <a:close/>
                <a:moveTo>
                  <a:pt x="536539" y="2502652"/>
                </a:moveTo>
                <a:cubicBezTo>
                  <a:pt x="528971" y="2503726"/>
                  <a:pt x="520943" y="2503994"/>
                  <a:pt x="514291" y="2508021"/>
                </a:cubicBezTo>
                <a:cubicBezTo>
                  <a:pt x="505575" y="2513390"/>
                  <a:pt x="498235" y="2521443"/>
                  <a:pt x="490208" y="2528422"/>
                </a:cubicBezTo>
                <a:cubicBezTo>
                  <a:pt x="489978" y="2529496"/>
                  <a:pt x="489978" y="2530838"/>
                  <a:pt x="489749" y="2531912"/>
                </a:cubicBezTo>
                <a:cubicBezTo>
                  <a:pt x="505805" y="2526811"/>
                  <a:pt x="521860" y="2522248"/>
                  <a:pt x="537686" y="2516610"/>
                </a:cubicBezTo>
                <a:cubicBezTo>
                  <a:pt x="539292" y="2516073"/>
                  <a:pt x="540897" y="2511510"/>
                  <a:pt x="540668" y="2509094"/>
                </a:cubicBezTo>
                <a:cubicBezTo>
                  <a:pt x="540439" y="2506679"/>
                  <a:pt x="537686" y="2502384"/>
                  <a:pt x="536539" y="2502652"/>
                </a:cubicBezTo>
                <a:close/>
                <a:moveTo>
                  <a:pt x="558616" y="2529027"/>
                </a:moveTo>
                <a:cubicBezTo>
                  <a:pt x="555405" y="2529295"/>
                  <a:pt x="553169" y="2533121"/>
                  <a:pt x="548237" y="2542112"/>
                </a:cubicBezTo>
                <a:cubicBezTo>
                  <a:pt x="556035" y="2550166"/>
                  <a:pt x="562916" y="2557414"/>
                  <a:pt x="569797" y="2564393"/>
                </a:cubicBezTo>
                <a:cubicBezTo>
                  <a:pt x="562458" y="2568956"/>
                  <a:pt x="558100" y="2572983"/>
                  <a:pt x="553054" y="2574863"/>
                </a:cubicBezTo>
                <a:cubicBezTo>
                  <a:pt x="548466" y="2576741"/>
                  <a:pt x="542273" y="2578889"/>
                  <a:pt x="538374" y="2576741"/>
                </a:cubicBezTo>
                <a:cubicBezTo>
                  <a:pt x="528971" y="2571371"/>
                  <a:pt x="525989" y="2578621"/>
                  <a:pt x="525300" y="2585599"/>
                </a:cubicBezTo>
                <a:cubicBezTo>
                  <a:pt x="525071" y="2589357"/>
                  <a:pt x="530805" y="2596605"/>
                  <a:pt x="534475" y="2597411"/>
                </a:cubicBezTo>
                <a:cubicBezTo>
                  <a:pt x="544109" y="2599021"/>
                  <a:pt x="553971" y="2597948"/>
                  <a:pt x="563605" y="2597948"/>
                </a:cubicBezTo>
                <a:cubicBezTo>
                  <a:pt x="559935" y="2589895"/>
                  <a:pt x="553971" y="2582109"/>
                  <a:pt x="569797" y="2581841"/>
                </a:cubicBezTo>
                <a:cubicBezTo>
                  <a:pt x="575302" y="2581841"/>
                  <a:pt x="583100" y="2571371"/>
                  <a:pt x="585853" y="2563855"/>
                </a:cubicBezTo>
                <a:cubicBezTo>
                  <a:pt x="589982" y="2552313"/>
                  <a:pt x="587000" y="2544528"/>
                  <a:pt x="574844" y="2537281"/>
                </a:cubicBezTo>
                <a:cubicBezTo>
                  <a:pt x="566013" y="2532046"/>
                  <a:pt x="561827" y="2528757"/>
                  <a:pt x="558616" y="2529027"/>
                </a:cubicBezTo>
                <a:close/>
                <a:moveTo>
                  <a:pt x="309239" y="2458091"/>
                </a:moveTo>
                <a:cubicBezTo>
                  <a:pt x="306716" y="2469635"/>
                  <a:pt x="304652" y="2479029"/>
                  <a:pt x="302587" y="2488425"/>
                </a:cubicBezTo>
                <a:cubicBezTo>
                  <a:pt x="304193" y="2488693"/>
                  <a:pt x="306028" y="2488962"/>
                  <a:pt x="307633" y="2489230"/>
                </a:cubicBezTo>
                <a:cubicBezTo>
                  <a:pt x="319560" y="2469635"/>
                  <a:pt x="319560" y="2469635"/>
                  <a:pt x="309239" y="2458091"/>
                </a:cubicBezTo>
                <a:close/>
                <a:moveTo>
                  <a:pt x="400526" y="2466681"/>
                </a:moveTo>
                <a:cubicBezTo>
                  <a:pt x="389746" y="2470171"/>
                  <a:pt x="377819" y="2490572"/>
                  <a:pt x="359011" y="2475539"/>
                </a:cubicBezTo>
                <a:cubicBezTo>
                  <a:pt x="366810" y="2488157"/>
                  <a:pt x="374608" y="2500773"/>
                  <a:pt x="384012" y="2516342"/>
                </a:cubicBezTo>
                <a:cubicBezTo>
                  <a:pt x="389516" y="2510168"/>
                  <a:pt x="395021" y="2503457"/>
                  <a:pt x="403966" y="2493256"/>
                </a:cubicBezTo>
                <a:cubicBezTo>
                  <a:pt x="412682" y="2495403"/>
                  <a:pt x="426215" y="2499162"/>
                  <a:pt x="442500" y="2503726"/>
                </a:cubicBezTo>
                <a:cubicBezTo>
                  <a:pt x="436537" y="2494330"/>
                  <a:pt x="433096" y="2485204"/>
                  <a:pt x="427133" y="2480102"/>
                </a:cubicBezTo>
                <a:cubicBezTo>
                  <a:pt x="420251" y="2474198"/>
                  <a:pt x="411306" y="2471781"/>
                  <a:pt x="400526" y="2466681"/>
                </a:cubicBezTo>
                <a:close/>
                <a:moveTo>
                  <a:pt x="402132" y="2509362"/>
                </a:moveTo>
                <a:cubicBezTo>
                  <a:pt x="400526" y="2509900"/>
                  <a:pt x="398921" y="2510437"/>
                  <a:pt x="397315" y="2510974"/>
                </a:cubicBezTo>
                <a:cubicBezTo>
                  <a:pt x="398691" y="2516878"/>
                  <a:pt x="398921" y="2526811"/>
                  <a:pt x="401902" y="2528154"/>
                </a:cubicBezTo>
                <a:cubicBezTo>
                  <a:pt x="407178" y="2530569"/>
                  <a:pt x="414288" y="2527886"/>
                  <a:pt x="420481" y="2527348"/>
                </a:cubicBezTo>
                <a:cubicBezTo>
                  <a:pt x="420251" y="2526006"/>
                  <a:pt x="420251" y="2524396"/>
                  <a:pt x="420022" y="2523053"/>
                </a:cubicBezTo>
                <a:cubicBezTo>
                  <a:pt x="413829" y="2518758"/>
                  <a:pt x="407866" y="2514195"/>
                  <a:pt x="402132" y="2509362"/>
                </a:cubicBezTo>
                <a:close/>
                <a:moveTo>
                  <a:pt x="798474" y="2775922"/>
                </a:moveTo>
                <a:cubicBezTo>
                  <a:pt x="795722" y="2774311"/>
                  <a:pt x="790217" y="2778069"/>
                  <a:pt x="786547" y="2780754"/>
                </a:cubicBezTo>
                <a:cubicBezTo>
                  <a:pt x="781960" y="2784244"/>
                  <a:pt x="778290" y="2788807"/>
                  <a:pt x="774391" y="2792833"/>
                </a:cubicBezTo>
                <a:cubicBezTo>
                  <a:pt x="776684" y="2801424"/>
                  <a:pt x="778978" y="2809745"/>
                  <a:pt x="781501" y="2818873"/>
                </a:cubicBezTo>
                <a:cubicBezTo>
                  <a:pt x="787923" y="2812967"/>
                  <a:pt x="793199" y="2807867"/>
                  <a:pt x="798474" y="2802766"/>
                </a:cubicBezTo>
                <a:cubicBezTo>
                  <a:pt x="796868" y="2801156"/>
                  <a:pt x="795034" y="2799276"/>
                  <a:pt x="792969" y="2797129"/>
                </a:cubicBezTo>
                <a:cubicBezTo>
                  <a:pt x="797786" y="2794176"/>
                  <a:pt x="804437" y="2791760"/>
                  <a:pt x="804437" y="2789344"/>
                </a:cubicBezTo>
                <a:cubicBezTo>
                  <a:pt x="804437" y="2784780"/>
                  <a:pt x="801914" y="2777801"/>
                  <a:pt x="798474" y="2775922"/>
                </a:cubicBezTo>
                <a:close/>
                <a:moveTo>
                  <a:pt x="1043436" y="3080332"/>
                </a:moveTo>
                <a:cubicBezTo>
                  <a:pt x="1049628" y="3101538"/>
                  <a:pt x="1083115" y="3113618"/>
                  <a:pt x="1103987" y="3101001"/>
                </a:cubicBezTo>
                <a:cubicBezTo>
                  <a:pt x="1082886" y="3093753"/>
                  <a:pt x="1063390" y="3087042"/>
                  <a:pt x="1043436" y="3080332"/>
                </a:cubicBezTo>
                <a:close/>
                <a:moveTo>
                  <a:pt x="1632903" y="44561"/>
                </a:moveTo>
                <a:cubicBezTo>
                  <a:pt x="1621893" y="44561"/>
                  <a:pt x="1616618" y="53151"/>
                  <a:pt x="1618453" y="67379"/>
                </a:cubicBezTo>
                <a:cubicBezTo>
                  <a:pt x="1613866" y="67379"/>
                  <a:pt x="1608131" y="65499"/>
                  <a:pt x="1604691" y="67647"/>
                </a:cubicBezTo>
                <a:cubicBezTo>
                  <a:pt x="1593223" y="75431"/>
                  <a:pt x="1583130" y="72478"/>
                  <a:pt x="1570974" y="68452"/>
                </a:cubicBezTo>
                <a:cubicBezTo>
                  <a:pt x="1554919" y="63083"/>
                  <a:pt x="1542304" y="38655"/>
                  <a:pt x="1521432" y="56373"/>
                </a:cubicBezTo>
                <a:cubicBezTo>
                  <a:pt x="1523496" y="60131"/>
                  <a:pt x="1525789" y="64157"/>
                  <a:pt x="1527395" y="67109"/>
                </a:cubicBezTo>
                <a:cubicBezTo>
                  <a:pt x="1521890" y="74357"/>
                  <a:pt x="1517073" y="80800"/>
                  <a:pt x="1509963" y="90196"/>
                </a:cubicBezTo>
                <a:cubicBezTo>
                  <a:pt x="1527854" y="92342"/>
                  <a:pt x="1542992" y="90196"/>
                  <a:pt x="1554689" y="96370"/>
                </a:cubicBezTo>
                <a:cubicBezTo>
                  <a:pt x="1566387" y="102543"/>
                  <a:pt x="1574644" y="117308"/>
                  <a:pt x="1586342" y="130730"/>
                </a:cubicBezTo>
                <a:cubicBezTo>
                  <a:pt x="1594828" y="122945"/>
                  <a:pt x="1603773" y="114624"/>
                  <a:pt x="1612718" y="106570"/>
                </a:cubicBezTo>
                <a:cubicBezTo>
                  <a:pt x="1623040" y="97175"/>
                  <a:pt x="1633361" y="97175"/>
                  <a:pt x="1644829" y="104423"/>
                </a:cubicBezTo>
                <a:cubicBezTo>
                  <a:pt x="1640013" y="110060"/>
                  <a:pt x="1635884" y="114892"/>
                  <a:pt x="1631985" y="119455"/>
                </a:cubicBezTo>
                <a:cubicBezTo>
                  <a:pt x="1632903" y="120797"/>
                  <a:pt x="1633591" y="121872"/>
                  <a:pt x="1634508" y="123213"/>
                </a:cubicBezTo>
                <a:cubicBezTo>
                  <a:pt x="1647811" y="114892"/>
                  <a:pt x="1658591" y="97712"/>
                  <a:pt x="1676252" y="103886"/>
                </a:cubicBezTo>
                <a:cubicBezTo>
                  <a:pt x="1683363" y="106301"/>
                  <a:pt x="1690473" y="113281"/>
                  <a:pt x="1697354" y="112744"/>
                </a:cubicBezTo>
                <a:cubicBezTo>
                  <a:pt x="1710428" y="111402"/>
                  <a:pt x="1721667" y="114624"/>
                  <a:pt x="1734511" y="118650"/>
                </a:cubicBezTo>
                <a:cubicBezTo>
                  <a:pt x="1764558" y="128582"/>
                  <a:pt x="1796440" y="132878"/>
                  <a:pt x="1827633" y="137173"/>
                </a:cubicBezTo>
                <a:cubicBezTo>
                  <a:pt x="1847130" y="139856"/>
                  <a:pt x="1867313" y="137709"/>
                  <a:pt x="1887039" y="137709"/>
                </a:cubicBezTo>
                <a:cubicBezTo>
                  <a:pt x="1864102" y="124824"/>
                  <a:pt x="1837267" y="126971"/>
                  <a:pt x="1816395" y="103886"/>
                </a:cubicBezTo>
                <a:cubicBezTo>
                  <a:pt x="1791164" y="106033"/>
                  <a:pt x="1791164" y="106033"/>
                  <a:pt x="1782219" y="85363"/>
                </a:cubicBezTo>
                <a:cubicBezTo>
                  <a:pt x="1795752" y="74625"/>
                  <a:pt x="1815247" y="101738"/>
                  <a:pt x="1824422" y="73284"/>
                </a:cubicBezTo>
                <a:cubicBezTo>
                  <a:pt x="1829468" y="79995"/>
                  <a:pt x="1832679" y="83753"/>
                  <a:pt x="1836120" y="88316"/>
                </a:cubicBezTo>
                <a:cubicBezTo>
                  <a:pt x="1838643" y="83216"/>
                  <a:pt x="1840936" y="79190"/>
                  <a:pt x="1843001" y="74895"/>
                </a:cubicBezTo>
                <a:cubicBezTo>
                  <a:pt x="1829697" y="65231"/>
                  <a:pt x="1810890" y="65231"/>
                  <a:pt x="1804926" y="73552"/>
                </a:cubicBezTo>
                <a:cubicBezTo>
                  <a:pt x="1800109" y="71137"/>
                  <a:pt x="1795293" y="65767"/>
                  <a:pt x="1791164" y="66573"/>
                </a:cubicBezTo>
                <a:cubicBezTo>
                  <a:pt x="1779696" y="68989"/>
                  <a:pt x="1768686" y="74625"/>
                  <a:pt x="1757218" y="77847"/>
                </a:cubicBezTo>
                <a:cubicBezTo>
                  <a:pt x="1736346" y="83753"/>
                  <a:pt x="1715474" y="96639"/>
                  <a:pt x="1693914" y="78921"/>
                </a:cubicBezTo>
                <a:cubicBezTo>
                  <a:pt x="1697354" y="73552"/>
                  <a:pt x="1700336" y="68720"/>
                  <a:pt x="1704235" y="62815"/>
                </a:cubicBezTo>
                <a:cubicBezTo>
                  <a:pt x="1697354" y="57178"/>
                  <a:pt x="1691620" y="52615"/>
                  <a:pt x="1685198" y="46977"/>
                </a:cubicBezTo>
                <a:cubicBezTo>
                  <a:pt x="1682904" y="53151"/>
                  <a:pt x="1681299" y="57983"/>
                  <a:pt x="1680381" y="60668"/>
                </a:cubicBezTo>
                <a:cubicBezTo>
                  <a:pt x="1667078" y="64157"/>
                  <a:pt x="1655610" y="67379"/>
                  <a:pt x="1642077" y="70867"/>
                </a:cubicBezTo>
                <a:cubicBezTo>
                  <a:pt x="1645059" y="56641"/>
                  <a:pt x="1645977" y="44829"/>
                  <a:pt x="1632903" y="44561"/>
                </a:cubicBezTo>
                <a:close/>
                <a:moveTo>
                  <a:pt x="1872678" y="72906"/>
                </a:moveTo>
                <a:cubicBezTo>
                  <a:pt x="1869435" y="72311"/>
                  <a:pt x="1865822" y="73150"/>
                  <a:pt x="1861579" y="76505"/>
                </a:cubicBezTo>
                <a:cubicBezTo>
                  <a:pt x="1869378" y="92342"/>
                  <a:pt x="1881075" y="96100"/>
                  <a:pt x="1898966" y="87779"/>
                </a:cubicBezTo>
                <a:cubicBezTo>
                  <a:pt x="1888816" y="89390"/>
                  <a:pt x="1882408" y="74693"/>
                  <a:pt x="1872678" y="72906"/>
                </a:cubicBezTo>
                <a:close/>
                <a:moveTo>
                  <a:pt x="1908140" y="84558"/>
                </a:moveTo>
                <a:cubicBezTo>
                  <a:pt x="1916168" y="108986"/>
                  <a:pt x="1946674" y="124824"/>
                  <a:pt x="1960665" y="116234"/>
                </a:cubicBezTo>
                <a:cubicBezTo>
                  <a:pt x="1943004" y="105496"/>
                  <a:pt x="1925572" y="95027"/>
                  <a:pt x="1908140" y="84558"/>
                </a:cubicBezTo>
                <a:close/>
              </a:path>
            </a:pathLst>
          </a:custGeom>
          <a:noFill/>
          <a:ln>
            <a:noFill/>
          </a:ln>
        </p:spPr>
      </p:pic>
      <p:sp>
        <p:nvSpPr>
          <p:cNvPr id="4" name="标题 1"/>
          <p:cNvSpPr txBox="1"/>
          <p:nvPr/>
        </p:nvSpPr>
        <p:spPr>
          <a:xfrm>
            <a:off x="5731065" y="1911426"/>
            <a:ext cx="4891873" cy="463413"/>
          </a:xfrm>
          <a:prstGeom prst="rect">
            <a:avLst/>
          </a:prstGeom>
          <a:noFill/>
          <a:ln w="12700" cap="sq">
            <a:noFill/>
            <a:miter/>
          </a:ln>
        </p:spPr>
        <p:txBody>
          <a:bodyPr vert="horz" wrap="square" lIns="0" tIns="0" rIns="0" bIns="0" rtlCol="0" anchor="b"/>
          <a:lstStyle/>
          <a:p>
            <a:pPr algn="l">
              <a:lnSpc>
                <a:spcPct val="11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实验对象分组</a:t>
            </a:r>
            <a:endParaRPr kumimoji="1" lang="zh-CN" altLang="en-US"/>
          </a:p>
        </p:txBody>
      </p:sp>
      <p:sp>
        <p:nvSpPr>
          <p:cNvPr id="5" name="标题 1"/>
          <p:cNvSpPr txBox="1"/>
          <p:nvPr/>
        </p:nvSpPr>
        <p:spPr>
          <a:xfrm>
            <a:off x="5731065" y="2420560"/>
            <a:ext cx="4889500" cy="1015479"/>
          </a:xfrm>
          <a:prstGeom prst="rect">
            <a:avLst/>
          </a:prstGeom>
          <a:noFill/>
          <a:ln cap="sq">
            <a:noFill/>
          </a:ln>
        </p:spPr>
        <p:txBody>
          <a:bodyPr vert="horz" wrap="square" lIns="0" tIns="0" rIns="0" bIns="0" rtlCol="0" anchor="t">
            <a:spAutoFit/>
          </a:bodyPr>
          <a:lstStyle/>
          <a:p>
            <a:pPr algn="l">
              <a:lnSpc>
                <a:spcPct val="150000"/>
              </a:lnSpc>
            </a:pPr>
            <a:r>
              <a:rPr kumimoji="1" lang="en-US" altLang="zh-CN" sz="1100">
                <a:ln w="12700">
                  <a:noFill/>
                </a:ln>
                <a:solidFill>
                  <a:srgbClr val="262626">
                    <a:alpha val="100000"/>
                  </a:srgbClr>
                </a:solidFill>
                <a:latin typeface="Source Han Sans CN Normal"/>
                <a:ea typeface="Source Han Sans CN Normal"/>
                <a:cs typeface="Source Han Sans CN Normal"/>
              </a:rPr>
              <a:t>本研究选取某中学高一、高二年级物理竞赛班学生为实验对象，确保样本具备扎实的物理基础与探究潜质。为保障研究的科学性，将两个平行班分别设定为实验组与对照组。经检验，两组前测成绩无显著差异，实验组实施基于科学思维的教学策略，对照组沿用常规模式，以此保证对比分析的严谨性。</a:t>
            </a:r>
            <a:endParaRPr kumimoji="1" lang="zh-CN" altLang="en-US"/>
          </a:p>
        </p:txBody>
      </p:sp>
      <p:sp>
        <p:nvSpPr>
          <p:cNvPr id="6" name="标题 1"/>
          <p:cNvSpPr txBox="1"/>
          <p:nvPr/>
        </p:nvSpPr>
        <p:spPr>
          <a:xfrm>
            <a:off x="5997282" y="3303124"/>
            <a:ext cx="4891873" cy="463413"/>
          </a:xfrm>
          <a:prstGeom prst="rect">
            <a:avLst/>
          </a:prstGeom>
          <a:noFill/>
          <a:ln w="12700" cap="sq">
            <a:noFill/>
            <a:miter/>
          </a:ln>
        </p:spPr>
        <p:txBody>
          <a:bodyPr vert="horz" wrap="square" lIns="0" tIns="0" rIns="0" bIns="0" rtlCol="0" anchor="b"/>
          <a:lstStyle/>
          <a:p>
            <a:pPr algn="l">
              <a:lnSpc>
                <a:spcPct val="110000"/>
              </a:lnSpc>
            </a:pPr>
            <a:r>
              <a:rPr kumimoji="1" lang="en-US" altLang="zh-CN" sz="2000">
                <a:ln w="12700">
                  <a:noFill/>
                </a:ln>
                <a:solidFill>
                  <a:srgbClr val="015CB7">
                    <a:alpha val="100000"/>
                  </a:srgbClr>
                </a:solidFill>
                <a:latin typeface="Source Han Sans CN Bold Bold"/>
                <a:ea typeface="Source Han Sans CN Bold Bold"/>
                <a:cs typeface="Source Han Sans CN Bold Bold"/>
              </a:rPr>
              <a:t>测量工具使用</a:t>
            </a:r>
            <a:endParaRPr kumimoji="1" lang="zh-CN" altLang="en-US"/>
          </a:p>
        </p:txBody>
      </p:sp>
      <p:sp>
        <p:nvSpPr>
          <p:cNvPr id="7" name="标题 1"/>
          <p:cNvSpPr txBox="1"/>
          <p:nvPr/>
        </p:nvSpPr>
        <p:spPr>
          <a:xfrm>
            <a:off x="5997282" y="3812257"/>
            <a:ext cx="4889500" cy="1015479"/>
          </a:xfrm>
          <a:prstGeom prst="rect">
            <a:avLst/>
          </a:prstGeom>
          <a:noFill/>
          <a:ln cap="sq">
            <a:noFill/>
          </a:ln>
        </p:spPr>
        <p:txBody>
          <a:bodyPr vert="horz" wrap="square" lIns="0" tIns="0" rIns="0" bIns="0" rtlCol="0" anchor="t">
            <a:spAutoFit/>
          </a:bodyPr>
          <a:lstStyle/>
          <a:p>
            <a:pPr algn="l">
              <a:lnSpc>
                <a:spcPct val="150000"/>
              </a:lnSpc>
            </a:pPr>
            <a:r>
              <a:rPr kumimoji="1" lang="en-US" altLang="zh-CN" sz="1100">
                <a:ln w="12700">
                  <a:noFill/>
                </a:ln>
                <a:solidFill>
                  <a:srgbClr val="262626">
                    <a:alpha val="100000"/>
                  </a:srgbClr>
                </a:solidFill>
                <a:latin typeface="Source Han Sans CN Normal"/>
                <a:ea typeface="Source Han Sans CN Normal"/>
                <a:cs typeface="Source Han Sans CN Normal"/>
              </a:rPr>
              <a:t>本研究设计了科学思维测评卷作为核心测量工具，该测评卷严格依据物理学科核心素养与SOLO分类理论编制，重点涵盖模型建构、科学推理及论证创新等维度。通过在实验前后对被试进行施测，精准量化学生思维结构层次的具体变化，从而客观验证基于科学思维的教学策略在提升竞赛生思维品质方面的实际成效。</a:t>
            </a:r>
            <a:endParaRPr kumimoji="1" lang="zh-CN" altLang="en-US"/>
          </a:p>
        </p:txBody>
      </p:sp>
      <p:sp>
        <p:nvSpPr>
          <p:cNvPr id="8" name="标题 1"/>
          <p:cNvSpPr txBox="1"/>
          <p:nvPr/>
        </p:nvSpPr>
        <p:spPr>
          <a:xfrm>
            <a:off x="5484885" y="2143033"/>
            <a:ext cx="137160" cy="128402"/>
          </a:xfrm>
          <a:custGeom>
            <a:avLst/>
            <a:gdLst>
              <a:gd name="connsiteX0" fmla="*/ 5789852 w 7319245"/>
              <a:gd name="connsiteY0" fmla="*/ 722057 h 6851930"/>
              <a:gd name="connsiteX1" fmla="*/ 5810486 w 7319245"/>
              <a:gd name="connsiteY1" fmla="*/ 753616 h 6851930"/>
              <a:gd name="connsiteX2" fmla="*/ 5737051 w 7319245"/>
              <a:gd name="connsiteY2" fmla="*/ 783961 h 6851930"/>
              <a:gd name="connsiteX3" fmla="*/ 5876639 w 7319245"/>
              <a:gd name="connsiteY3" fmla="*/ 833120 h 6851930"/>
              <a:gd name="connsiteX4" fmla="*/ 5924584 w 7319245"/>
              <a:gd name="connsiteY4" fmla="*/ 833727 h 6851930"/>
              <a:gd name="connsiteX5" fmla="*/ 5968281 w 7319245"/>
              <a:gd name="connsiteY5" fmla="*/ 828265 h 6851930"/>
              <a:gd name="connsiteX6" fmla="*/ 5958571 w 7319245"/>
              <a:gd name="connsiteY6" fmla="*/ 868927 h 6851930"/>
              <a:gd name="connsiteX7" fmla="*/ 6044751 w 7319245"/>
              <a:gd name="connsiteY7" fmla="*/ 878637 h 6851930"/>
              <a:gd name="connsiteX8" fmla="*/ 6070848 w 7319245"/>
              <a:gd name="connsiteY8" fmla="*/ 926583 h 6851930"/>
              <a:gd name="connsiteX9" fmla="*/ 6161883 w 7319245"/>
              <a:gd name="connsiteY9" fmla="*/ 966638 h 6851930"/>
              <a:gd name="connsiteX10" fmla="*/ 6177056 w 7319245"/>
              <a:gd name="connsiteY10" fmla="*/ 969066 h 6851930"/>
              <a:gd name="connsiteX11" fmla="*/ 6210435 w 7319245"/>
              <a:gd name="connsiteY11" fmla="*/ 1018225 h 6851930"/>
              <a:gd name="connsiteX12" fmla="*/ 6229856 w 7319245"/>
              <a:gd name="connsiteY12" fmla="*/ 1029149 h 6851930"/>
              <a:gd name="connsiteX13" fmla="*/ 6265664 w 7319245"/>
              <a:gd name="connsiteY13" fmla="*/ 1047356 h 6851930"/>
              <a:gd name="connsiteX14" fmla="*/ 6303291 w 7319245"/>
              <a:gd name="connsiteY14" fmla="*/ 1074667 h 6851930"/>
              <a:gd name="connsiteX15" fmla="*/ 6294794 w 7319245"/>
              <a:gd name="connsiteY15" fmla="*/ 1086805 h 6851930"/>
              <a:gd name="connsiteX16" fmla="*/ 6260201 w 7319245"/>
              <a:gd name="connsiteY16" fmla="*/ 1064350 h 6851930"/>
              <a:gd name="connsiteX17" fmla="*/ 6255346 w 7319245"/>
              <a:gd name="connsiteY17" fmla="*/ 1097729 h 6851930"/>
              <a:gd name="connsiteX18" fmla="*/ 6357912 w 7319245"/>
              <a:gd name="connsiteY18" fmla="*/ 1104405 h 6851930"/>
              <a:gd name="connsiteX19" fmla="*/ 6358519 w 7319245"/>
              <a:gd name="connsiteY19" fmla="*/ 1114116 h 6851930"/>
              <a:gd name="connsiteX20" fmla="*/ 6295401 w 7319245"/>
              <a:gd name="connsiteY20" fmla="*/ 1126254 h 6851930"/>
              <a:gd name="connsiteX21" fmla="*/ 6397968 w 7319245"/>
              <a:gd name="connsiteY21" fmla="*/ 1165702 h 6851930"/>
              <a:gd name="connsiteX22" fmla="*/ 6296009 w 7319245"/>
              <a:gd name="connsiteY22" fmla="*/ 1203937 h 6851930"/>
              <a:gd name="connsiteX23" fmla="*/ 6336064 w 7319245"/>
              <a:gd name="connsiteY23" fmla="*/ 1229427 h 6851930"/>
              <a:gd name="connsiteX24" fmla="*/ 6380975 w 7319245"/>
              <a:gd name="connsiteY24" fmla="*/ 1234889 h 6851930"/>
              <a:gd name="connsiteX25" fmla="*/ 6434989 w 7319245"/>
              <a:gd name="connsiteY25" fmla="*/ 1250669 h 6851930"/>
              <a:gd name="connsiteX26" fmla="*/ 6453196 w 7319245"/>
              <a:gd name="connsiteY26" fmla="*/ 1319856 h 6851930"/>
              <a:gd name="connsiteX27" fmla="*/ 6485969 w 7319245"/>
              <a:gd name="connsiteY27" fmla="*/ 1384187 h 6851930"/>
              <a:gd name="connsiteX28" fmla="*/ 6505997 w 7319245"/>
              <a:gd name="connsiteY28" fmla="*/ 1408464 h 6851930"/>
              <a:gd name="connsiteX29" fmla="*/ 6575184 w 7319245"/>
              <a:gd name="connsiteY29" fmla="*/ 1470975 h 6851930"/>
              <a:gd name="connsiteX30" fmla="*/ 6612205 w 7319245"/>
              <a:gd name="connsiteY30" fmla="*/ 1508602 h 6851930"/>
              <a:gd name="connsiteX31" fmla="*/ 6637694 w 7319245"/>
              <a:gd name="connsiteY31" fmla="*/ 1531665 h 6851930"/>
              <a:gd name="connsiteX32" fmla="*/ 6692922 w 7319245"/>
              <a:gd name="connsiteY32" fmla="*/ 1550479 h 6851930"/>
              <a:gd name="connsiteX33" fmla="*/ 6648619 w 7319245"/>
              <a:gd name="connsiteY33" fmla="*/ 1569900 h 6851930"/>
              <a:gd name="connsiteX34" fmla="*/ 6683819 w 7319245"/>
              <a:gd name="connsiteY34" fmla="*/ 1577789 h 6851930"/>
              <a:gd name="connsiteX35" fmla="*/ 6647405 w 7319245"/>
              <a:gd name="connsiteY35" fmla="*/ 1609348 h 6851930"/>
              <a:gd name="connsiteX36" fmla="*/ 6703240 w 7319245"/>
              <a:gd name="connsiteY36" fmla="*/ 1619059 h 6851930"/>
              <a:gd name="connsiteX37" fmla="*/ 6633446 w 7319245"/>
              <a:gd name="connsiteY37" fmla="*/ 1658508 h 6851930"/>
              <a:gd name="connsiteX38" fmla="*/ 6683212 w 7319245"/>
              <a:gd name="connsiteY38" fmla="*/ 1718591 h 6851930"/>
              <a:gd name="connsiteX39" fmla="*/ 6736620 w 7319245"/>
              <a:gd name="connsiteY39" fmla="*/ 1675501 h 6851930"/>
              <a:gd name="connsiteX40" fmla="*/ 6761503 w 7319245"/>
              <a:gd name="connsiteY40" fmla="*/ 1674287 h 6851930"/>
              <a:gd name="connsiteX41" fmla="*/ 6765751 w 7319245"/>
              <a:gd name="connsiteY41" fmla="*/ 1687639 h 6851930"/>
              <a:gd name="connsiteX42" fmla="*/ 6746330 w 7319245"/>
              <a:gd name="connsiteY42" fmla="*/ 1704025 h 6851930"/>
              <a:gd name="connsiteX43" fmla="*/ 6719020 w 7319245"/>
              <a:gd name="connsiteY43" fmla="*/ 1706453 h 6851930"/>
              <a:gd name="connsiteX44" fmla="*/ 6762109 w 7319245"/>
              <a:gd name="connsiteY44" fmla="*/ 1748329 h 6851930"/>
              <a:gd name="connsiteX45" fmla="*/ 6743902 w 7319245"/>
              <a:gd name="connsiteY45" fmla="*/ 1765929 h 6851930"/>
              <a:gd name="connsiteX46" fmla="*/ 6702633 w 7319245"/>
              <a:gd name="connsiteY46" fmla="*/ 1742260 h 6851930"/>
              <a:gd name="connsiteX47" fmla="*/ 6703240 w 7319245"/>
              <a:gd name="connsiteY47" fmla="*/ 1776247 h 6851930"/>
              <a:gd name="connsiteX48" fmla="*/ 6798524 w 7319245"/>
              <a:gd name="connsiteY48" fmla="*/ 1801130 h 6851930"/>
              <a:gd name="connsiteX49" fmla="*/ 6872566 w 7319245"/>
              <a:gd name="connsiteY49" fmla="*/ 1893986 h 6851930"/>
              <a:gd name="connsiteX50" fmla="*/ 6826441 w 7319245"/>
              <a:gd name="connsiteY50" fmla="*/ 1910979 h 6851930"/>
              <a:gd name="connsiteX51" fmla="*/ 6836759 w 7319245"/>
              <a:gd name="connsiteY51" fmla="*/ 1943752 h 6851930"/>
              <a:gd name="connsiteX52" fmla="*/ 6892594 w 7319245"/>
              <a:gd name="connsiteY52" fmla="*/ 1996552 h 6851930"/>
              <a:gd name="connsiteX53" fmla="*/ 6922939 w 7319245"/>
              <a:gd name="connsiteY53" fmla="*/ 2032966 h 6851930"/>
              <a:gd name="connsiteX54" fmla="*/ 6986057 w 7319245"/>
              <a:gd name="connsiteY54" fmla="*/ 2062705 h 6851930"/>
              <a:gd name="connsiteX55" fmla="*/ 6953891 w 7319245"/>
              <a:gd name="connsiteY55" fmla="*/ 2097298 h 6851930"/>
              <a:gd name="connsiteX56" fmla="*/ 6981809 w 7319245"/>
              <a:gd name="connsiteY56" fmla="*/ 2105795 h 6851930"/>
              <a:gd name="connsiteX57" fmla="*/ 7042499 w 7319245"/>
              <a:gd name="connsiteY57" fmla="*/ 2212610 h 6851930"/>
              <a:gd name="connsiteX58" fmla="*/ 7008512 w 7319245"/>
              <a:gd name="connsiteY58" fmla="*/ 2286652 h 6851930"/>
              <a:gd name="connsiteX59" fmla="*/ 7023078 w 7319245"/>
              <a:gd name="connsiteY59" fmla="*/ 2318211 h 6851930"/>
              <a:gd name="connsiteX60" fmla="*/ 7037037 w 7319245"/>
              <a:gd name="connsiteY60" fmla="*/ 2394073 h 6851930"/>
              <a:gd name="connsiteX61" fmla="*/ 7160237 w 7319245"/>
              <a:gd name="connsiteY61" fmla="*/ 2430488 h 6851930"/>
              <a:gd name="connsiteX62" fmla="*/ 7166306 w 7319245"/>
              <a:gd name="connsiteY62" fmla="*/ 2445053 h 6851930"/>
              <a:gd name="connsiteX63" fmla="*/ 7129892 w 7319245"/>
              <a:gd name="connsiteY63" fmla="*/ 2457191 h 6851930"/>
              <a:gd name="connsiteX64" fmla="*/ 7187548 w 7319245"/>
              <a:gd name="connsiteY64" fmla="*/ 2489357 h 6851930"/>
              <a:gd name="connsiteX65" fmla="*/ 7098334 w 7319245"/>
              <a:gd name="connsiteY65" fmla="*/ 2528806 h 6851930"/>
              <a:gd name="connsiteX66" fmla="*/ 7188156 w 7319245"/>
              <a:gd name="connsiteY66" fmla="*/ 2590103 h 6851930"/>
              <a:gd name="connsiteX67" fmla="*/ 7184514 w 7319245"/>
              <a:gd name="connsiteY67" fmla="*/ 2601027 h 6851930"/>
              <a:gd name="connsiteX68" fmla="*/ 7121396 w 7319245"/>
              <a:gd name="connsiteY68" fmla="*/ 2610131 h 6851930"/>
              <a:gd name="connsiteX69" fmla="*/ 7070416 w 7319245"/>
              <a:gd name="connsiteY69" fmla="*/ 2630159 h 6851930"/>
              <a:gd name="connsiteX70" fmla="*/ 7114113 w 7319245"/>
              <a:gd name="connsiteY70" fmla="*/ 2664752 h 6851930"/>
              <a:gd name="connsiteX71" fmla="*/ 7101368 w 7319245"/>
              <a:gd name="connsiteY71" fmla="*/ 2687814 h 6851930"/>
              <a:gd name="connsiteX72" fmla="*/ 7137782 w 7319245"/>
              <a:gd name="connsiteY72" fmla="*/ 2696918 h 6851930"/>
              <a:gd name="connsiteX73" fmla="*/ 7138996 w 7319245"/>
              <a:gd name="connsiteY73" fmla="*/ 2706021 h 6851930"/>
              <a:gd name="connsiteX74" fmla="*/ 7086196 w 7319245"/>
              <a:gd name="connsiteY74" fmla="*/ 2719373 h 6851930"/>
              <a:gd name="connsiteX75" fmla="*/ 7083768 w 7319245"/>
              <a:gd name="connsiteY75" fmla="*/ 2732118 h 6851930"/>
              <a:gd name="connsiteX76" fmla="*/ 7156596 w 7319245"/>
              <a:gd name="connsiteY76" fmla="*/ 2751539 h 6851930"/>
              <a:gd name="connsiteX77" fmla="*/ 7214252 w 7319245"/>
              <a:gd name="connsiteY77" fmla="*/ 2808588 h 6851930"/>
              <a:gd name="connsiteX78" fmla="*/ 7233066 w 7319245"/>
              <a:gd name="connsiteY78" fmla="*/ 2908727 h 6851930"/>
              <a:gd name="connsiteX79" fmla="*/ 7267053 w 7319245"/>
              <a:gd name="connsiteY79" fmla="*/ 2959707 h 6851930"/>
              <a:gd name="connsiteX80" fmla="*/ 7262804 w 7319245"/>
              <a:gd name="connsiteY80" fmla="*/ 2978521 h 6851930"/>
              <a:gd name="connsiteX81" fmla="*/ 7227604 w 7319245"/>
              <a:gd name="connsiteY81" fmla="*/ 2971238 h 6851930"/>
              <a:gd name="connsiteX82" fmla="*/ 7214252 w 7319245"/>
              <a:gd name="connsiteY82" fmla="*/ 3011294 h 6851930"/>
              <a:gd name="connsiteX83" fmla="*/ 7292543 w 7319245"/>
              <a:gd name="connsiteY83" fmla="*/ 3037390 h 6851930"/>
              <a:gd name="connsiteX84" fmla="*/ 7250666 w 7319245"/>
              <a:gd name="connsiteY84" fmla="*/ 3090798 h 6851930"/>
              <a:gd name="connsiteX85" fmla="*/ 7298612 w 7319245"/>
              <a:gd name="connsiteY85" fmla="*/ 3138743 h 6851930"/>
              <a:gd name="connsiteX86" fmla="*/ 7225783 w 7319245"/>
              <a:gd name="connsiteY86" fmla="*/ 3178799 h 6851930"/>
              <a:gd name="connsiteX87" fmla="*/ 7253094 w 7319245"/>
              <a:gd name="connsiteY87" fmla="*/ 3237668 h 6851930"/>
              <a:gd name="connsiteX88" fmla="*/ 7258556 w 7319245"/>
              <a:gd name="connsiteY88" fmla="*/ 3303214 h 6851930"/>
              <a:gd name="connsiteX89" fmla="*/ 7260984 w 7319245"/>
              <a:gd name="connsiteY89" fmla="*/ 3397890 h 6851930"/>
              <a:gd name="connsiteX90" fmla="*/ 7288901 w 7319245"/>
              <a:gd name="connsiteY90" fmla="*/ 3469505 h 6851930"/>
              <a:gd name="connsiteX91" fmla="*/ 7322888 w 7319245"/>
              <a:gd name="connsiteY91" fmla="*/ 3516844 h 6851930"/>
              <a:gd name="connsiteX92" fmla="*/ 7286473 w 7319245"/>
              <a:gd name="connsiteY92" fmla="*/ 3579354 h 6851930"/>
              <a:gd name="connsiteX93" fmla="*/ 7309536 w 7319245"/>
              <a:gd name="connsiteY93" fmla="*/ 3641865 h 6851930"/>
              <a:gd name="connsiteX94" fmla="*/ 7263411 w 7319245"/>
              <a:gd name="connsiteY94" fmla="*/ 3691024 h 6851930"/>
              <a:gd name="connsiteX95" fmla="*/ 7288901 w 7319245"/>
              <a:gd name="connsiteY95" fmla="*/ 3757177 h 6851930"/>
              <a:gd name="connsiteX96" fmla="*/ 7312571 w 7319245"/>
              <a:gd name="connsiteY96" fmla="*/ 3845785 h 6851930"/>
              <a:gd name="connsiteX97" fmla="*/ 7305287 w 7319245"/>
              <a:gd name="connsiteY97" fmla="*/ 3868240 h 6851930"/>
              <a:gd name="connsiteX98" fmla="*/ 7270087 w 7319245"/>
              <a:gd name="connsiteY98" fmla="*/ 3931358 h 6851930"/>
              <a:gd name="connsiteX99" fmla="*/ 7224570 w 7319245"/>
              <a:gd name="connsiteY99" fmla="*/ 3941068 h 6851930"/>
              <a:gd name="connsiteX100" fmla="*/ 7248846 w 7319245"/>
              <a:gd name="connsiteY100" fmla="*/ 4024214 h 6851930"/>
              <a:gd name="connsiteX101" fmla="*/ 7210004 w 7319245"/>
              <a:gd name="connsiteY101" fmla="*/ 4119498 h 6851930"/>
              <a:gd name="connsiteX102" fmla="*/ 7231852 w 7319245"/>
              <a:gd name="connsiteY102" fmla="*/ 4173512 h 6851930"/>
              <a:gd name="connsiteX103" fmla="*/ 7168734 w 7319245"/>
              <a:gd name="connsiteY103" fmla="*/ 4227527 h 6851930"/>
              <a:gd name="connsiteX104" fmla="*/ 7105009 w 7319245"/>
              <a:gd name="connsiteY104" fmla="*/ 4323417 h 6851930"/>
              <a:gd name="connsiteX105" fmla="*/ 7121396 w 7319245"/>
              <a:gd name="connsiteY105" fmla="*/ 4363473 h 6851930"/>
              <a:gd name="connsiteX106" fmla="*/ 7123217 w 7319245"/>
              <a:gd name="connsiteY106" fmla="*/ 4375611 h 6851930"/>
              <a:gd name="connsiteX107" fmla="*/ 7089230 w 7319245"/>
              <a:gd name="connsiteY107" fmla="*/ 4426591 h 6851930"/>
              <a:gd name="connsiteX108" fmla="*/ 7116541 w 7319245"/>
              <a:gd name="connsiteY108" fmla="*/ 4446012 h 6851930"/>
              <a:gd name="connsiteX109" fmla="*/ 7118362 w 7319245"/>
              <a:gd name="connsiteY109" fmla="*/ 4471502 h 6851930"/>
              <a:gd name="connsiteX110" fmla="*/ 7090444 w 7319245"/>
              <a:gd name="connsiteY110" fmla="*/ 4515199 h 6851930"/>
              <a:gd name="connsiteX111" fmla="*/ 7043712 w 7319245"/>
              <a:gd name="connsiteY111" fmla="*/ 4566178 h 6851930"/>
              <a:gd name="connsiteX112" fmla="*/ 7052209 w 7319245"/>
              <a:gd name="connsiteY112" fmla="*/ 4570427 h 6851930"/>
              <a:gd name="connsiteX113" fmla="*/ 7009119 w 7319245"/>
              <a:gd name="connsiteY113" fmla="*/ 4628689 h 6851930"/>
              <a:gd name="connsiteX114" fmla="*/ 6959960 w 7319245"/>
              <a:gd name="connsiteY114" fmla="*/ 4685738 h 6851930"/>
              <a:gd name="connsiteX115" fmla="*/ 6984236 w 7319245"/>
              <a:gd name="connsiteY115" fmla="*/ 4705159 h 6851930"/>
              <a:gd name="connsiteX116" fmla="*/ 6979988 w 7319245"/>
              <a:gd name="connsiteY116" fmla="*/ 4713049 h 6851930"/>
              <a:gd name="connsiteX117" fmla="*/ 6942967 w 7319245"/>
              <a:gd name="connsiteY117" fmla="*/ 4708194 h 6851930"/>
              <a:gd name="connsiteX118" fmla="*/ 6874386 w 7319245"/>
              <a:gd name="connsiteY118" fmla="*/ 4827753 h 6851930"/>
              <a:gd name="connsiteX119" fmla="*/ 6909587 w 7319245"/>
              <a:gd name="connsiteY119" fmla="*/ 4827753 h 6851930"/>
              <a:gd name="connsiteX120" fmla="*/ 6860428 w 7319245"/>
              <a:gd name="connsiteY120" fmla="*/ 4863560 h 6851930"/>
              <a:gd name="connsiteX121" fmla="*/ 6842828 w 7319245"/>
              <a:gd name="connsiteY121" fmla="*/ 4916361 h 6851930"/>
              <a:gd name="connsiteX122" fmla="*/ 6810055 w 7319245"/>
              <a:gd name="connsiteY122" fmla="*/ 5006790 h 6851930"/>
              <a:gd name="connsiteX123" fmla="*/ 6808234 w 7319245"/>
              <a:gd name="connsiteY123" fmla="*/ 5070514 h 6851930"/>
              <a:gd name="connsiteX124" fmla="*/ 6760896 w 7319245"/>
              <a:gd name="connsiteY124" fmla="*/ 5117246 h 6851930"/>
              <a:gd name="connsiteX125" fmla="*/ 6683212 w 7319245"/>
              <a:gd name="connsiteY125" fmla="*/ 5144556 h 6851930"/>
              <a:gd name="connsiteX126" fmla="*/ 6722661 w 7319245"/>
              <a:gd name="connsiteY126" fmla="*/ 5169440 h 6851930"/>
              <a:gd name="connsiteX127" fmla="*/ 6632840 w 7319245"/>
              <a:gd name="connsiteY127" fmla="*/ 5339372 h 6851930"/>
              <a:gd name="connsiteX128" fmla="*/ 6501748 w 7319245"/>
              <a:gd name="connsiteY128" fmla="*/ 5424945 h 6851930"/>
              <a:gd name="connsiteX129" fmla="*/ 6546052 w 7319245"/>
              <a:gd name="connsiteY129" fmla="*/ 5454077 h 6851930"/>
              <a:gd name="connsiteX130" fmla="*/ 6442879 w 7319245"/>
              <a:gd name="connsiteY130" fmla="*/ 5512340 h 6851930"/>
              <a:gd name="connsiteX131" fmla="*/ 6401002 w 7319245"/>
              <a:gd name="connsiteY131" fmla="*/ 5554823 h 6851930"/>
              <a:gd name="connsiteX132" fmla="*/ 6374298 w 7319245"/>
              <a:gd name="connsiteY132" fmla="*/ 5574244 h 6851930"/>
              <a:gd name="connsiteX133" fmla="*/ 6309967 w 7319245"/>
              <a:gd name="connsiteY133" fmla="*/ 5662245 h 6851930"/>
              <a:gd name="connsiteX134" fmla="*/ 6255346 w 7319245"/>
              <a:gd name="connsiteY134" fmla="*/ 5707762 h 6851930"/>
              <a:gd name="connsiteX135" fmla="*/ 6235318 w 7319245"/>
              <a:gd name="connsiteY135" fmla="*/ 5737500 h 6851930"/>
              <a:gd name="connsiteX136" fmla="*/ 6095124 w 7319245"/>
              <a:gd name="connsiteY136" fmla="*/ 5830963 h 6851930"/>
              <a:gd name="connsiteX137" fmla="*/ 6070848 w 7319245"/>
              <a:gd name="connsiteY137" fmla="*/ 5823074 h 6851930"/>
              <a:gd name="connsiteX138" fmla="*/ 6063565 w 7319245"/>
              <a:gd name="connsiteY138" fmla="*/ 5869805 h 6851930"/>
              <a:gd name="connsiteX139" fmla="*/ 6024723 w 7319245"/>
              <a:gd name="connsiteY139" fmla="*/ 5815791 h 6851930"/>
              <a:gd name="connsiteX140" fmla="*/ 6018047 w 7319245"/>
              <a:gd name="connsiteY140" fmla="*/ 5848563 h 6851930"/>
              <a:gd name="connsiteX141" fmla="*/ 5970101 w 7319245"/>
              <a:gd name="connsiteY141" fmla="*/ 5909254 h 6851930"/>
              <a:gd name="connsiteX142" fmla="*/ 5886956 w 7319245"/>
              <a:gd name="connsiteY142" fmla="*/ 5955378 h 6851930"/>
              <a:gd name="connsiteX143" fmla="*/ 5911232 w 7319245"/>
              <a:gd name="connsiteY143" fmla="*/ 5977227 h 6851930"/>
              <a:gd name="connsiteX144" fmla="*/ 5655726 w 7319245"/>
              <a:gd name="connsiteY144" fmla="*/ 6093752 h 6851930"/>
              <a:gd name="connsiteX145" fmla="*/ 5642374 w 7319245"/>
              <a:gd name="connsiteY145" fmla="*/ 6166581 h 6851930"/>
              <a:gd name="connsiteX146" fmla="*/ 5525849 w 7319245"/>
              <a:gd name="connsiteY146" fmla="*/ 6238195 h 6851930"/>
              <a:gd name="connsiteX147" fmla="*/ 5386868 w 7319245"/>
              <a:gd name="connsiteY147" fmla="*/ 6300099 h 6851930"/>
              <a:gd name="connsiteX148" fmla="*/ 5267915 w 7319245"/>
              <a:gd name="connsiteY148" fmla="*/ 6374141 h 6851930"/>
              <a:gd name="connsiteX149" fmla="*/ 5264274 w 7319245"/>
              <a:gd name="connsiteY149" fmla="*/ 6340155 h 6851930"/>
              <a:gd name="connsiteX150" fmla="*/ 5188411 w 7319245"/>
              <a:gd name="connsiteY150" fmla="*/ 6382638 h 6851930"/>
              <a:gd name="connsiteX151" fmla="*/ 5188411 w 7319245"/>
              <a:gd name="connsiteY151" fmla="*/ 6434224 h 6851930"/>
              <a:gd name="connsiteX152" fmla="*/ 5112548 w 7319245"/>
              <a:gd name="connsiteY152" fmla="*/ 6420873 h 6851930"/>
              <a:gd name="connsiteX153" fmla="*/ 5096769 w 7319245"/>
              <a:gd name="connsiteY153" fmla="*/ 6426942 h 6851930"/>
              <a:gd name="connsiteX154" fmla="*/ 5118010 w 7319245"/>
              <a:gd name="connsiteY154" fmla="*/ 6457894 h 6851930"/>
              <a:gd name="connsiteX155" fmla="*/ 5044575 w 7319245"/>
              <a:gd name="connsiteY155" fmla="*/ 6435439 h 6851930"/>
              <a:gd name="connsiteX156" fmla="*/ 5015444 w 7319245"/>
              <a:gd name="connsiteY156" fmla="*/ 6457894 h 6851930"/>
              <a:gd name="connsiteX157" fmla="*/ 4977209 w 7319245"/>
              <a:gd name="connsiteY157" fmla="*/ 6445149 h 6851930"/>
              <a:gd name="connsiteX158" fmla="*/ 4946864 w 7319245"/>
              <a:gd name="connsiteY158" fmla="*/ 6485204 h 6851930"/>
              <a:gd name="connsiteX159" fmla="*/ 4904987 w 7319245"/>
              <a:gd name="connsiteY159" fmla="*/ 6500984 h 6851930"/>
              <a:gd name="connsiteX160" fmla="*/ 4861897 w 7319245"/>
              <a:gd name="connsiteY160" fmla="*/ 6515550 h 6851930"/>
              <a:gd name="connsiteX161" fmla="*/ 4794531 w 7319245"/>
              <a:gd name="connsiteY161" fmla="*/ 6538005 h 6851930"/>
              <a:gd name="connsiteX162" fmla="*/ 4788462 w 7319245"/>
              <a:gd name="connsiteY162" fmla="*/ 6501591 h 6851930"/>
              <a:gd name="connsiteX163" fmla="*/ 4779966 w 7319245"/>
              <a:gd name="connsiteY163" fmla="*/ 6499770 h 6851930"/>
              <a:gd name="connsiteX164" fmla="*/ 4769041 w 7319245"/>
              <a:gd name="connsiteY164" fmla="*/ 6530115 h 6851930"/>
              <a:gd name="connsiteX165" fmla="*/ 4738696 w 7319245"/>
              <a:gd name="connsiteY165" fmla="*/ 6496129 h 6851930"/>
              <a:gd name="connsiteX166" fmla="*/ 4736268 w 7319245"/>
              <a:gd name="connsiteY166" fmla="*/ 6517977 h 6851930"/>
              <a:gd name="connsiteX167" fmla="*/ 4672544 w 7319245"/>
              <a:gd name="connsiteY167" fmla="*/ 6539826 h 6851930"/>
              <a:gd name="connsiteX168" fmla="*/ 4661013 w 7319245"/>
              <a:gd name="connsiteY168" fmla="*/ 6598695 h 6851930"/>
              <a:gd name="connsiteX169" fmla="*/ 4573012 w 7319245"/>
              <a:gd name="connsiteY169" fmla="*/ 6571384 h 6851930"/>
              <a:gd name="connsiteX170" fmla="*/ 4560874 w 7319245"/>
              <a:gd name="connsiteY170" fmla="*/ 6611440 h 6851930"/>
              <a:gd name="connsiteX171" fmla="*/ 4472266 w 7319245"/>
              <a:gd name="connsiteY171" fmla="*/ 6611440 h 6851930"/>
              <a:gd name="connsiteX172" fmla="*/ 4472873 w 7319245"/>
              <a:gd name="connsiteY172" fmla="*/ 6614475 h 6851930"/>
              <a:gd name="connsiteX173" fmla="*/ 4419465 w 7319245"/>
              <a:gd name="connsiteY173" fmla="*/ 6622971 h 6851930"/>
              <a:gd name="connsiteX174" fmla="*/ 4402472 w 7319245"/>
              <a:gd name="connsiteY174" fmla="*/ 6628433 h 6851930"/>
              <a:gd name="connsiteX175" fmla="*/ 4353313 w 7319245"/>
              <a:gd name="connsiteY175" fmla="*/ 6643606 h 6851930"/>
              <a:gd name="connsiteX176" fmla="*/ 4284733 w 7319245"/>
              <a:gd name="connsiteY176" fmla="*/ 6656351 h 6851930"/>
              <a:gd name="connsiteX177" fmla="*/ 4233146 w 7319245"/>
              <a:gd name="connsiteY177" fmla="*/ 6633289 h 6851930"/>
              <a:gd name="connsiteX178" fmla="*/ 4248319 w 7319245"/>
              <a:gd name="connsiteY178" fmla="*/ 6670917 h 6851930"/>
              <a:gd name="connsiteX179" fmla="*/ 4023158 w 7319245"/>
              <a:gd name="connsiteY179" fmla="*/ 6740104 h 6851930"/>
              <a:gd name="connsiteX180" fmla="*/ 4018303 w 7319245"/>
              <a:gd name="connsiteY180" fmla="*/ 6761345 h 6851930"/>
              <a:gd name="connsiteX181" fmla="*/ 3958826 w 7319245"/>
              <a:gd name="connsiteY181" fmla="*/ 6766201 h 6851930"/>
              <a:gd name="connsiteX182" fmla="*/ 3871432 w 7319245"/>
              <a:gd name="connsiteY182" fmla="*/ 6753455 h 6851930"/>
              <a:gd name="connsiteX183" fmla="*/ 3838660 w 7319245"/>
              <a:gd name="connsiteY183" fmla="*/ 6752848 h 6851930"/>
              <a:gd name="connsiteX184" fmla="*/ 3641416 w 7319245"/>
              <a:gd name="connsiteY184" fmla="*/ 6793511 h 6851930"/>
              <a:gd name="connsiteX185" fmla="*/ 3603788 w 7319245"/>
              <a:gd name="connsiteY185" fmla="*/ 6815966 h 6851930"/>
              <a:gd name="connsiteX186" fmla="*/ 3540670 w 7319245"/>
              <a:gd name="connsiteY186" fmla="*/ 6819001 h 6851930"/>
              <a:gd name="connsiteX187" fmla="*/ 3512753 w 7319245"/>
              <a:gd name="connsiteY187" fmla="*/ 6854202 h 6851930"/>
              <a:gd name="connsiteX188" fmla="*/ 3413828 w 7319245"/>
              <a:gd name="connsiteY188" fmla="*/ 6831139 h 6851930"/>
              <a:gd name="connsiteX189" fmla="*/ 3419897 w 7319245"/>
              <a:gd name="connsiteY189" fmla="*/ 6798973 h 6851930"/>
              <a:gd name="connsiteX190" fmla="*/ 3368310 w 7319245"/>
              <a:gd name="connsiteY190" fmla="*/ 6783800 h 6851930"/>
              <a:gd name="connsiteX191" fmla="*/ 3371345 w 7319245"/>
              <a:gd name="connsiteY191" fmla="*/ 6810504 h 6851930"/>
              <a:gd name="connsiteX192" fmla="*/ 3178349 w 7319245"/>
              <a:gd name="connsiteY192" fmla="*/ 6795938 h 6851930"/>
              <a:gd name="connsiteX193" fmla="*/ 3062431 w 7319245"/>
              <a:gd name="connsiteY193" fmla="*/ 6768021 h 6851930"/>
              <a:gd name="connsiteX194" fmla="*/ 3002348 w 7319245"/>
              <a:gd name="connsiteY194" fmla="*/ 6748600 h 6851930"/>
              <a:gd name="connsiteX195" fmla="*/ 2966540 w 7319245"/>
              <a:gd name="connsiteY195" fmla="*/ 6741317 h 6851930"/>
              <a:gd name="connsiteX196" fmla="*/ 2870650 w 7319245"/>
              <a:gd name="connsiteY196" fmla="*/ 6710365 h 6851930"/>
              <a:gd name="connsiteX197" fmla="*/ 2860939 w 7319245"/>
              <a:gd name="connsiteY197" fmla="*/ 6704903 h 6851930"/>
              <a:gd name="connsiteX198" fmla="*/ 2777794 w 7319245"/>
              <a:gd name="connsiteY198" fmla="*/ 6659993 h 6851930"/>
              <a:gd name="connsiteX199" fmla="*/ 2769904 w 7319245"/>
              <a:gd name="connsiteY199" fmla="*/ 6624185 h 6851930"/>
              <a:gd name="connsiteX200" fmla="*/ 2741379 w 7319245"/>
              <a:gd name="connsiteY200" fmla="*/ 6624185 h 6851930"/>
              <a:gd name="connsiteX201" fmla="*/ 2697075 w 7319245"/>
              <a:gd name="connsiteY201" fmla="*/ 6614475 h 6851930"/>
              <a:gd name="connsiteX202" fmla="*/ 2568412 w 7319245"/>
              <a:gd name="connsiteY202" fmla="*/ 6521619 h 6851930"/>
              <a:gd name="connsiteX203" fmla="*/ 2398479 w 7319245"/>
              <a:gd name="connsiteY203" fmla="*/ 6386887 h 6851930"/>
              <a:gd name="connsiteX204" fmla="*/ 2308658 w 7319245"/>
              <a:gd name="connsiteY204" fmla="*/ 6340155 h 6851930"/>
              <a:gd name="connsiteX205" fmla="*/ 2224298 w 7319245"/>
              <a:gd name="connsiteY205" fmla="*/ 6261257 h 6851930"/>
              <a:gd name="connsiteX206" fmla="*/ 2099276 w 7319245"/>
              <a:gd name="connsiteY206" fmla="*/ 6199353 h 6851930"/>
              <a:gd name="connsiteX207" fmla="*/ 2073786 w 7319245"/>
              <a:gd name="connsiteY207" fmla="*/ 6193284 h 6851930"/>
              <a:gd name="connsiteX208" fmla="*/ 1973648 w 7319245"/>
              <a:gd name="connsiteY208" fmla="*/ 6155049 h 6851930"/>
              <a:gd name="connsiteX209" fmla="*/ 1923274 w 7319245"/>
              <a:gd name="connsiteY209" fmla="*/ 6083435 h 6851930"/>
              <a:gd name="connsiteX210" fmla="*/ 1877150 w 7319245"/>
              <a:gd name="connsiteY210" fmla="*/ 6005751 h 6851930"/>
              <a:gd name="connsiteX211" fmla="*/ 1746059 w 7319245"/>
              <a:gd name="connsiteY211" fmla="*/ 5927461 h 6851930"/>
              <a:gd name="connsiteX212" fmla="*/ 1728459 w 7319245"/>
              <a:gd name="connsiteY212" fmla="*/ 5912895 h 6851930"/>
              <a:gd name="connsiteX213" fmla="*/ 1652596 w 7319245"/>
              <a:gd name="connsiteY213" fmla="*/ 5808508 h 6851930"/>
              <a:gd name="connsiteX214" fmla="*/ 1645313 w 7319245"/>
              <a:gd name="connsiteY214" fmla="*/ 5794549 h 6851930"/>
              <a:gd name="connsiteX215" fmla="*/ 1638637 w 7319245"/>
              <a:gd name="connsiteY215" fmla="*/ 5734466 h 6851930"/>
              <a:gd name="connsiteX216" fmla="*/ 1483877 w 7319245"/>
              <a:gd name="connsiteY216" fmla="*/ 5685914 h 6851930"/>
              <a:gd name="connsiteX217" fmla="*/ 1486305 w 7319245"/>
              <a:gd name="connsiteY217" fmla="*/ 5711404 h 6851930"/>
              <a:gd name="connsiteX218" fmla="*/ 1170715 w 7319245"/>
              <a:gd name="connsiteY218" fmla="*/ 5602768 h 6851930"/>
              <a:gd name="connsiteX219" fmla="*/ 1201060 w 7319245"/>
              <a:gd name="connsiteY219" fmla="*/ 5579706 h 6851930"/>
              <a:gd name="connsiteX220" fmla="*/ 1089997 w 7319245"/>
              <a:gd name="connsiteY220" fmla="*/ 5514160 h 6851930"/>
              <a:gd name="connsiteX221" fmla="*/ 1075432 w 7319245"/>
              <a:gd name="connsiteY221" fmla="*/ 5502022 h 6851930"/>
              <a:gd name="connsiteX222" fmla="*/ 1008065 w 7319245"/>
              <a:gd name="connsiteY222" fmla="*/ 5466215 h 6851930"/>
              <a:gd name="connsiteX223" fmla="*/ 993500 w 7319245"/>
              <a:gd name="connsiteY223" fmla="*/ 5463787 h 6851930"/>
              <a:gd name="connsiteX224" fmla="*/ 1005031 w 7319245"/>
              <a:gd name="connsiteY224" fmla="*/ 5441939 h 6851930"/>
              <a:gd name="connsiteX225" fmla="*/ 944947 w 7319245"/>
              <a:gd name="connsiteY225" fmla="*/ 5275648 h 6851930"/>
              <a:gd name="connsiteX226" fmla="*/ 875761 w 7319245"/>
              <a:gd name="connsiteY226" fmla="*/ 5298710 h 6851930"/>
              <a:gd name="connsiteX227" fmla="*/ 856947 w 7319245"/>
              <a:gd name="connsiteY227" fmla="*/ 5240447 h 6851930"/>
              <a:gd name="connsiteX228" fmla="*/ 751345 w 7319245"/>
              <a:gd name="connsiteY228" fmla="*/ 5131205 h 6851930"/>
              <a:gd name="connsiteX229" fmla="*/ 778656 w 7319245"/>
              <a:gd name="connsiteY229" fmla="*/ 5057769 h 6851930"/>
              <a:gd name="connsiteX230" fmla="*/ 670021 w 7319245"/>
              <a:gd name="connsiteY230" fmla="*/ 5014072 h 6851930"/>
              <a:gd name="connsiteX231" fmla="*/ 723428 w 7319245"/>
              <a:gd name="connsiteY231" fmla="*/ 4965520 h 6851930"/>
              <a:gd name="connsiteX232" fmla="*/ 637248 w 7319245"/>
              <a:gd name="connsiteY232" fmla="*/ 4935175 h 6851930"/>
              <a:gd name="connsiteX233" fmla="*/ 633606 w 7319245"/>
              <a:gd name="connsiteY233" fmla="*/ 4944886 h 6851930"/>
              <a:gd name="connsiteX234" fmla="*/ 579592 w 7319245"/>
              <a:gd name="connsiteY234" fmla="*/ 4864774 h 6851930"/>
              <a:gd name="connsiteX235" fmla="*/ 599620 w 7319245"/>
              <a:gd name="connsiteY235" fmla="*/ 4790125 h 6851930"/>
              <a:gd name="connsiteX236" fmla="*/ 571702 w 7319245"/>
              <a:gd name="connsiteY236" fmla="*/ 4751891 h 6851930"/>
              <a:gd name="connsiteX237" fmla="*/ 526792 w 7319245"/>
              <a:gd name="connsiteY237" fmla="*/ 4678455 h 6851930"/>
              <a:gd name="connsiteX238" fmla="*/ 452749 w 7319245"/>
              <a:gd name="connsiteY238" fmla="*/ 4679062 h 6851930"/>
              <a:gd name="connsiteX239" fmla="*/ 396307 w 7319245"/>
              <a:gd name="connsiteY239" fmla="*/ 4651752 h 6851930"/>
              <a:gd name="connsiteX240" fmla="*/ 430901 w 7319245"/>
              <a:gd name="connsiteY240" fmla="*/ 4671172 h 6851930"/>
              <a:gd name="connsiteX241" fmla="*/ 360500 w 7319245"/>
              <a:gd name="connsiteY241" fmla="*/ 4611696 h 6851930"/>
              <a:gd name="connsiteX242" fmla="*/ 359893 w 7319245"/>
              <a:gd name="connsiteY242" fmla="*/ 4598344 h 6851930"/>
              <a:gd name="connsiteX243" fmla="*/ 415728 w 7319245"/>
              <a:gd name="connsiteY243" fmla="*/ 4549185 h 6851930"/>
              <a:gd name="connsiteX244" fmla="*/ 370818 w 7319245"/>
              <a:gd name="connsiteY244" fmla="*/ 4520054 h 6851930"/>
              <a:gd name="connsiteX245" fmla="*/ 413301 w 7319245"/>
              <a:gd name="connsiteY245" fmla="*/ 4467860 h 6851930"/>
              <a:gd name="connsiteX246" fmla="*/ 350183 w 7319245"/>
              <a:gd name="connsiteY246" fmla="*/ 4452687 h 6851930"/>
              <a:gd name="connsiteX247" fmla="*/ 354431 w 7319245"/>
              <a:gd name="connsiteY247" fmla="*/ 4426591 h 6851930"/>
              <a:gd name="connsiteX248" fmla="*/ 322265 w 7319245"/>
              <a:gd name="connsiteY248" fmla="*/ 4422342 h 6851930"/>
              <a:gd name="connsiteX249" fmla="*/ 320445 w 7319245"/>
              <a:gd name="connsiteY249" fmla="*/ 4413239 h 6851930"/>
              <a:gd name="connsiteX250" fmla="*/ 412694 w 7319245"/>
              <a:gd name="connsiteY250" fmla="*/ 4377432 h 6851930"/>
              <a:gd name="connsiteX251" fmla="*/ 329548 w 7319245"/>
              <a:gd name="connsiteY251" fmla="*/ 4347693 h 6851930"/>
              <a:gd name="connsiteX252" fmla="*/ 350790 w 7319245"/>
              <a:gd name="connsiteY252" fmla="*/ 4332521 h 6851930"/>
              <a:gd name="connsiteX253" fmla="*/ 305272 w 7319245"/>
              <a:gd name="connsiteY253" fmla="*/ 4292465 h 6851930"/>
              <a:gd name="connsiteX254" fmla="*/ 430294 w 7319245"/>
              <a:gd name="connsiteY254" fmla="*/ 4275472 h 6851930"/>
              <a:gd name="connsiteX255" fmla="*/ 284030 w 7319245"/>
              <a:gd name="connsiteY255" fmla="*/ 4217209 h 6851930"/>
              <a:gd name="connsiteX256" fmla="*/ 235478 w 7319245"/>
              <a:gd name="connsiteY256" fmla="*/ 4171085 h 6851930"/>
              <a:gd name="connsiteX257" fmla="*/ 243975 w 7319245"/>
              <a:gd name="connsiteY257" fmla="*/ 4125567 h 6851930"/>
              <a:gd name="connsiteX258" fmla="*/ 195423 w 7319245"/>
              <a:gd name="connsiteY258" fmla="*/ 4112215 h 6851930"/>
              <a:gd name="connsiteX259" fmla="*/ 191781 w 7319245"/>
              <a:gd name="connsiteY259" fmla="*/ 4055773 h 6851930"/>
              <a:gd name="connsiteX260" fmla="*/ 181464 w 7319245"/>
              <a:gd name="connsiteY260" fmla="*/ 4055166 h 6851930"/>
              <a:gd name="connsiteX261" fmla="*/ 200885 w 7319245"/>
              <a:gd name="connsiteY261" fmla="*/ 4028462 h 6851930"/>
              <a:gd name="connsiteX262" fmla="*/ 159009 w 7319245"/>
              <a:gd name="connsiteY262" fmla="*/ 4013897 h 6851930"/>
              <a:gd name="connsiteX263" fmla="*/ 197850 w 7319245"/>
              <a:gd name="connsiteY263" fmla="*/ 3982945 h 6851930"/>
              <a:gd name="connsiteX264" fmla="*/ 152939 w 7319245"/>
              <a:gd name="connsiteY264" fmla="*/ 3922254 h 6851930"/>
              <a:gd name="connsiteX265" fmla="*/ 175395 w 7319245"/>
              <a:gd name="connsiteY265" fmla="*/ 3895551 h 6851930"/>
              <a:gd name="connsiteX266" fmla="*/ 135946 w 7319245"/>
              <a:gd name="connsiteY266" fmla="*/ 3902227 h 6851930"/>
              <a:gd name="connsiteX267" fmla="*/ 133519 w 7319245"/>
              <a:gd name="connsiteY267" fmla="*/ 3896158 h 6851930"/>
              <a:gd name="connsiteX268" fmla="*/ 196636 w 7319245"/>
              <a:gd name="connsiteY268" fmla="*/ 3862778 h 6851930"/>
              <a:gd name="connsiteX269" fmla="*/ 135339 w 7319245"/>
              <a:gd name="connsiteY269" fmla="*/ 3856709 h 6851930"/>
              <a:gd name="connsiteX270" fmla="*/ 182678 w 7319245"/>
              <a:gd name="connsiteY270" fmla="*/ 3804515 h 6851930"/>
              <a:gd name="connsiteX271" fmla="*/ 152333 w 7319245"/>
              <a:gd name="connsiteY271" fmla="*/ 3801481 h 6851930"/>
              <a:gd name="connsiteX272" fmla="*/ 151726 w 7319245"/>
              <a:gd name="connsiteY272" fmla="*/ 3794805 h 6851930"/>
              <a:gd name="connsiteX273" fmla="*/ 188747 w 7319245"/>
              <a:gd name="connsiteY273" fmla="*/ 3783274 h 6851930"/>
              <a:gd name="connsiteX274" fmla="*/ 143229 w 7319245"/>
              <a:gd name="connsiteY274" fmla="*/ 3728652 h 6851930"/>
              <a:gd name="connsiteX275" fmla="*/ 119560 w 7319245"/>
              <a:gd name="connsiteY275" fmla="*/ 3696487 h 6851930"/>
              <a:gd name="connsiteX276" fmla="*/ 109242 w 7319245"/>
              <a:gd name="connsiteY276" fmla="*/ 3675852 h 6851930"/>
              <a:gd name="connsiteX277" fmla="*/ 128056 w 7319245"/>
              <a:gd name="connsiteY277" fmla="*/ 3660679 h 6851930"/>
              <a:gd name="connsiteX278" fmla="*/ 182678 w 7319245"/>
              <a:gd name="connsiteY278" fmla="*/ 3647934 h 6851930"/>
              <a:gd name="connsiteX279" fmla="*/ 61297 w 7319245"/>
              <a:gd name="connsiteY279" fmla="*/ 3640651 h 6851930"/>
              <a:gd name="connsiteX280" fmla="*/ 101353 w 7319245"/>
              <a:gd name="connsiteY280" fmla="*/ 3604237 h 6851930"/>
              <a:gd name="connsiteX281" fmla="*/ 67366 w 7319245"/>
              <a:gd name="connsiteY281" fmla="*/ 3581175 h 6851930"/>
              <a:gd name="connsiteX282" fmla="*/ 110456 w 7319245"/>
              <a:gd name="connsiteY282" fmla="*/ 3546582 h 6851930"/>
              <a:gd name="connsiteX283" fmla="*/ 98318 w 7319245"/>
              <a:gd name="connsiteY283" fmla="*/ 3494995 h 6851930"/>
              <a:gd name="connsiteX284" fmla="*/ 66152 w 7319245"/>
              <a:gd name="connsiteY284" fmla="*/ 3511988 h 6851930"/>
              <a:gd name="connsiteX285" fmla="*/ 61904 w 7319245"/>
              <a:gd name="connsiteY285" fmla="*/ 3445229 h 6851930"/>
              <a:gd name="connsiteX286" fmla="*/ 87394 w 7319245"/>
              <a:gd name="connsiteY286" fmla="*/ 3431270 h 6851930"/>
              <a:gd name="connsiteX287" fmla="*/ 72828 w 7319245"/>
              <a:gd name="connsiteY287" fmla="*/ 3403353 h 6851930"/>
              <a:gd name="connsiteX288" fmla="*/ 133519 w 7319245"/>
              <a:gd name="connsiteY288" fmla="*/ 3394856 h 6851930"/>
              <a:gd name="connsiteX289" fmla="*/ 99532 w 7319245"/>
              <a:gd name="connsiteY289" fmla="*/ 3292290 h 6851930"/>
              <a:gd name="connsiteX290" fmla="*/ 135339 w 7319245"/>
              <a:gd name="connsiteY290" fmla="*/ 3312924 h 6851930"/>
              <a:gd name="connsiteX291" fmla="*/ 148084 w 7319245"/>
              <a:gd name="connsiteY291" fmla="*/ 3302000 h 6851930"/>
              <a:gd name="connsiteX292" fmla="*/ 165684 w 7319245"/>
              <a:gd name="connsiteY292" fmla="*/ 3294110 h 6851930"/>
              <a:gd name="connsiteX293" fmla="*/ 96498 w 7319245"/>
              <a:gd name="connsiteY293" fmla="*/ 3255268 h 6851930"/>
              <a:gd name="connsiteX294" fmla="*/ 127450 w 7319245"/>
              <a:gd name="connsiteY294" fmla="*/ 3238882 h 6851930"/>
              <a:gd name="connsiteX295" fmla="*/ 42483 w 7319245"/>
              <a:gd name="connsiteY295" fmla="*/ 3182440 h 6851930"/>
              <a:gd name="connsiteX296" fmla="*/ 13959 w 7319245"/>
              <a:gd name="connsiteY296" fmla="*/ 3156950 h 6851930"/>
              <a:gd name="connsiteX297" fmla="*/ 56442 w 7319245"/>
              <a:gd name="connsiteY297" fmla="*/ 3161198 h 6851930"/>
              <a:gd name="connsiteX298" fmla="*/ 52194 w 7319245"/>
              <a:gd name="connsiteY298" fmla="*/ 3064701 h 6851930"/>
              <a:gd name="connsiteX299" fmla="*/ 61904 w 7319245"/>
              <a:gd name="connsiteY299" fmla="*/ 3019790 h 6851930"/>
              <a:gd name="connsiteX300" fmla="*/ 3641 w 7319245"/>
              <a:gd name="connsiteY300" fmla="*/ 3019790 h 6851930"/>
              <a:gd name="connsiteX301" fmla="*/ 0 w 7319245"/>
              <a:gd name="connsiteY301" fmla="*/ 3011294 h 6851930"/>
              <a:gd name="connsiteX302" fmla="*/ 30952 w 7319245"/>
              <a:gd name="connsiteY302" fmla="*/ 2988231 h 6851930"/>
              <a:gd name="connsiteX303" fmla="*/ 72828 w 7319245"/>
              <a:gd name="connsiteY303" fmla="*/ 2876561 h 6851930"/>
              <a:gd name="connsiteX304" fmla="*/ 10317 w 7319245"/>
              <a:gd name="connsiteY304" fmla="*/ 2752146 h 6851930"/>
              <a:gd name="connsiteX305" fmla="*/ 18814 w 7319245"/>
              <a:gd name="connsiteY305" fmla="*/ 2742436 h 6851930"/>
              <a:gd name="connsiteX306" fmla="*/ 54621 w 7319245"/>
              <a:gd name="connsiteY306" fmla="*/ 2755787 h 6851930"/>
              <a:gd name="connsiteX307" fmla="*/ 117739 w 7319245"/>
              <a:gd name="connsiteY307" fmla="*/ 2741222 h 6851930"/>
              <a:gd name="connsiteX308" fmla="*/ 172967 w 7319245"/>
              <a:gd name="connsiteY308" fmla="*/ 2744256 h 6851930"/>
              <a:gd name="connsiteX309" fmla="*/ 148084 w 7319245"/>
              <a:gd name="connsiteY309" fmla="*/ 2638655 h 6851930"/>
              <a:gd name="connsiteX310" fmla="*/ 208168 w 7319245"/>
              <a:gd name="connsiteY310" fmla="*/ 2591924 h 6851930"/>
              <a:gd name="connsiteX311" fmla="*/ 146264 w 7319245"/>
              <a:gd name="connsiteY311" fmla="*/ 2501495 h 6851930"/>
              <a:gd name="connsiteX312" fmla="*/ 172967 w 7319245"/>
              <a:gd name="connsiteY312" fmla="*/ 2430488 h 6851930"/>
              <a:gd name="connsiteX313" fmla="*/ 146870 w 7319245"/>
              <a:gd name="connsiteY313" fmla="*/ 2423812 h 6851930"/>
              <a:gd name="connsiteX314" fmla="*/ 123808 w 7319245"/>
              <a:gd name="connsiteY314" fmla="*/ 2386184 h 6851930"/>
              <a:gd name="connsiteX315" fmla="*/ 131091 w 7319245"/>
              <a:gd name="connsiteY315" fmla="*/ 2323673 h 6851930"/>
              <a:gd name="connsiteX316" fmla="*/ 188747 w 7319245"/>
              <a:gd name="connsiteY316" fmla="*/ 2232031 h 6851930"/>
              <a:gd name="connsiteX317" fmla="*/ 222733 w 7319245"/>
              <a:gd name="connsiteY317" fmla="*/ 2196223 h 6851930"/>
              <a:gd name="connsiteX318" fmla="*/ 189354 w 7319245"/>
              <a:gd name="connsiteY318" fmla="*/ 2167092 h 6851930"/>
              <a:gd name="connsiteX319" fmla="*/ 296775 w 7319245"/>
              <a:gd name="connsiteY319" fmla="*/ 2134926 h 6851930"/>
              <a:gd name="connsiteX320" fmla="*/ 299810 w 7319245"/>
              <a:gd name="connsiteY320" fmla="*/ 2122181 h 6851930"/>
              <a:gd name="connsiteX321" fmla="*/ 267037 w 7319245"/>
              <a:gd name="connsiteY321" fmla="*/ 2098512 h 6851930"/>
              <a:gd name="connsiteX322" fmla="*/ 251258 w 7319245"/>
              <a:gd name="connsiteY322" fmla="*/ 2045711 h 6851930"/>
              <a:gd name="connsiteX323" fmla="*/ 332583 w 7319245"/>
              <a:gd name="connsiteY323" fmla="*/ 2009904 h 6851930"/>
              <a:gd name="connsiteX324" fmla="*/ 386597 w 7319245"/>
              <a:gd name="connsiteY324" fmla="*/ 2000801 h 6851930"/>
              <a:gd name="connsiteX325" fmla="*/ 384776 w 7319245"/>
              <a:gd name="connsiteY325" fmla="*/ 1986842 h 6851930"/>
              <a:gd name="connsiteX326" fmla="*/ 337438 w 7319245"/>
              <a:gd name="connsiteY326" fmla="*/ 1979559 h 6851930"/>
              <a:gd name="connsiteX327" fmla="*/ 379314 w 7319245"/>
              <a:gd name="connsiteY327" fmla="*/ 1934648 h 6851930"/>
              <a:gd name="connsiteX328" fmla="*/ 400556 w 7319245"/>
              <a:gd name="connsiteY328" fmla="*/ 1917048 h 6851930"/>
              <a:gd name="connsiteX329" fmla="*/ 463067 w 7319245"/>
              <a:gd name="connsiteY329" fmla="*/ 1894593 h 6851930"/>
              <a:gd name="connsiteX330" fmla="*/ 460639 w 7319245"/>
              <a:gd name="connsiteY330" fmla="*/ 1884882 h 6851930"/>
              <a:gd name="connsiteX331" fmla="*/ 418156 w 7319245"/>
              <a:gd name="connsiteY331" fmla="*/ 1880634 h 6851930"/>
              <a:gd name="connsiteX332" fmla="*/ 443646 w 7319245"/>
              <a:gd name="connsiteY332" fmla="*/ 1856965 h 6851930"/>
              <a:gd name="connsiteX333" fmla="*/ 429080 w 7319245"/>
              <a:gd name="connsiteY333" fmla="*/ 1830261 h 6851930"/>
              <a:gd name="connsiteX334" fmla="*/ 479453 w 7319245"/>
              <a:gd name="connsiteY334" fmla="*/ 1788992 h 6851930"/>
              <a:gd name="connsiteX335" fmla="*/ 493412 w 7319245"/>
              <a:gd name="connsiteY335" fmla="*/ 1796274 h 6851930"/>
              <a:gd name="connsiteX336" fmla="*/ 493412 w 7319245"/>
              <a:gd name="connsiteY336" fmla="*/ 1762895 h 6851930"/>
              <a:gd name="connsiteX337" fmla="*/ 524971 w 7319245"/>
              <a:gd name="connsiteY337" fmla="*/ 1755612 h 6851930"/>
              <a:gd name="connsiteX338" fmla="*/ 524971 w 7319245"/>
              <a:gd name="connsiteY338" fmla="*/ 1747115 h 6851930"/>
              <a:gd name="connsiteX339" fmla="*/ 495233 w 7319245"/>
              <a:gd name="connsiteY339" fmla="*/ 1742867 h 6851930"/>
              <a:gd name="connsiteX340" fmla="*/ 588089 w 7319245"/>
              <a:gd name="connsiteY340" fmla="*/ 1651225 h 6851930"/>
              <a:gd name="connsiteX341" fmla="*/ 523150 w 7319245"/>
              <a:gd name="connsiteY341" fmla="*/ 1582038 h 6851930"/>
              <a:gd name="connsiteX342" fmla="*/ 590516 w 7319245"/>
              <a:gd name="connsiteY342" fmla="*/ 1586286 h 6851930"/>
              <a:gd name="connsiteX343" fmla="*/ 560778 w 7319245"/>
              <a:gd name="connsiteY343" fmla="*/ 1549872 h 6851930"/>
              <a:gd name="connsiteX344" fmla="*/ 565026 w 7319245"/>
              <a:gd name="connsiteY344" fmla="*/ 1543196 h 6851930"/>
              <a:gd name="connsiteX345" fmla="*/ 614792 w 7319245"/>
              <a:gd name="connsiteY345" fmla="*/ 1575969 h 6851930"/>
              <a:gd name="connsiteX346" fmla="*/ 643924 w 7319245"/>
              <a:gd name="connsiteY346" fmla="*/ 1551693 h 6851930"/>
              <a:gd name="connsiteX347" fmla="*/ 583840 w 7319245"/>
              <a:gd name="connsiteY347" fmla="*/ 1504961 h 6851930"/>
              <a:gd name="connsiteX348" fmla="*/ 518902 w 7319245"/>
              <a:gd name="connsiteY348" fmla="*/ 1492823 h 6851930"/>
              <a:gd name="connsiteX349" fmla="*/ 518295 w 7319245"/>
              <a:gd name="connsiteY349" fmla="*/ 1484326 h 6851930"/>
              <a:gd name="connsiteX350" fmla="*/ 571095 w 7319245"/>
              <a:gd name="connsiteY350" fmla="*/ 1476437 h 6851930"/>
              <a:gd name="connsiteX351" fmla="*/ 577771 w 7319245"/>
              <a:gd name="connsiteY351" fmla="*/ 1453981 h 6851930"/>
              <a:gd name="connsiteX352" fmla="*/ 660310 w 7319245"/>
              <a:gd name="connsiteY352" fmla="*/ 1449126 h 6851930"/>
              <a:gd name="connsiteX353" fmla="*/ 665165 w 7319245"/>
              <a:gd name="connsiteY353" fmla="*/ 1438202 h 6851930"/>
              <a:gd name="connsiteX354" fmla="*/ 632999 w 7319245"/>
              <a:gd name="connsiteY354" fmla="*/ 1413319 h 6851930"/>
              <a:gd name="connsiteX355" fmla="*/ 725856 w 7319245"/>
              <a:gd name="connsiteY355" fmla="*/ 1372656 h 6851930"/>
              <a:gd name="connsiteX356" fmla="*/ 762270 w 7319245"/>
              <a:gd name="connsiteY356" fmla="*/ 1359911 h 6851930"/>
              <a:gd name="connsiteX357" fmla="*/ 804146 w 7319245"/>
              <a:gd name="connsiteY357" fmla="*/ 1366587 h 6851930"/>
              <a:gd name="connsiteX358" fmla="*/ 808394 w 7319245"/>
              <a:gd name="connsiteY358" fmla="*/ 1353842 h 6851930"/>
              <a:gd name="connsiteX359" fmla="*/ 744063 w 7319245"/>
              <a:gd name="connsiteY359" fmla="*/ 1313180 h 6851930"/>
              <a:gd name="connsiteX360" fmla="*/ 744063 w 7319245"/>
              <a:gd name="connsiteY360" fmla="*/ 1347773 h 6851930"/>
              <a:gd name="connsiteX361" fmla="*/ 713718 w 7319245"/>
              <a:gd name="connsiteY361" fmla="*/ 1327745 h 6851930"/>
              <a:gd name="connsiteX362" fmla="*/ 761056 w 7319245"/>
              <a:gd name="connsiteY362" fmla="*/ 1273124 h 6851930"/>
              <a:gd name="connsiteX363" fmla="*/ 851484 w 7319245"/>
              <a:gd name="connsiteY363" fmla="*/ 1274945 h 6851930"/>
              <a:gd name="connsiteX364" fmla="*/ 831457 w 7319245"/>
              <a:gd name="connsiteY364" fmla="*/ 1247027 h 6851930"/>
              <a:gd name="connsiteX365" fmla="*/ 872119 w 7319245"/>
              <a:gd name="connsiteY365" fmla="*/ 1245207 h 6851930"/>
              <a:gd name="connsiteX366" fmla="*/ 874547 w 7319245"/>
              <a:gd name="connsiteY366" fmla="*/ 1267055 h 6851930"/>
              <a:gd name="connsiteX367" fmla="*/ 866657 w 7319245"/>
              <a:gd name="connsiteY367" fmla="*/ 1316214 h 6851930"/>
              <a:gd name="connsiteX368" fmla="*/ 881830 w 7319245"/>
              <a:gd name="connsiteY368" fmla="*/ 1299828 h 6851930"/>
              <a:gd name="connsiteX369" fmla="*/ 907926 w 7319245"/>
              <a:gd name="connsiteY369" fmla="*/ 1268876 h 6851930"/>
              <a:gd name="connsiteX370" fmla="*/ 929775 w 7319245"/>
              <a:gd name="connsiteY370" fmla="*/ 1222751 h 6851930"/>
              <a:gd name="connsiteX371" fmla="*/ 930382 w 7319245"/>
              <a:gd name="connsiteY371" fmla="*/ 1165702 h 6851930"/>
              <a:gd name="connsiteX372" fmla="*/ 964975 w 7319245"/>
              <a:gd name="connsiteY372" fmla="*/ 1165702 h 6851930"/>
              <a:gd name="connsiteX373" fmla="*/ 946768 w 7319245"/>
              <a:gd name="connsiteY373" fmla="*/ 1138999 h 6851930"/>
              <a:gd name="connsiteX374" fmla="*/ 994713 w 7319245"/>
              <a:gd name="connsiteY374" fmla="*/ 1120185 h 6851930"/>
              <a:gd name="connsiteX375" fmla="*/ 943127 w 7319245"/>
              <a:gd name="connsiteY375" fmla="*/ 1103798 h 6851930"/>
              <a:gd name="connsiteX376" fmla="*/ 946768 w 7319245"/>
              <a:gd name="connsiteY376" fmla="*/ 1058888 h 6851930"/>
              <a:gd name="connsiteX377" fmla="*/ 938878 w 7319245"/>
              <a:gd name="connsiteY377" fmla="*/ 1049784 h 6851930"/>
              <a:gd name="connsiteX378" fmla="*/ 1061473 w 7319245"/>
              <a:gd name="connsiteY378" fmla="*/ 1013370 h 6851930"/>
              <a:gd name="connsiteX379" fmla="*/ 1045086 w 7319245"/>
              <a:gd name="connsiteY379" fmla="*/ 1002446 h 6851930"/>
              <a:gd name="connsiteX380" fmla="*/ 1048121 w 7319245"/>
              <a:gd name="connsiteY380" fmla="*/ 990308 h 6851930"/>
              <a:gd name="connsiteX381" fmla="*/ 1106991 w 7319245"/>
              <a:gd name="connsiteY381" fmla="*/ 1004873 h 6851930"/>
              <a:gd name="connsiteX382" fmla="*/ 1121556 w 7319245"/>
              <a:gd name="connsiteY382" fmla="*/ 958142 h 6851930"/>
              <a:gd name="connsiteX383" fmla="*/ 1225337 w 7319245"/>
              <a:gd name="connsiteY383" fmla="*/ 924155 h 6851930"/>
              <a:gd name="connsiteX384" fmla="*/ 1232012 w 7319245"/>
              <a:gd name="connsiteY384" fmla="*/ 874996 h 6851930"/>
              <a:gd name="connsiteX385" fmla="*/ 1302413 w 7319245"/>
              <a:gd name="connsiteY385" fmla="*/ 825230 h 6851930"/>
              <a:gd name="connsiteX386" fmla="*/ 1401945 w 7319245"/>
              <a:gd name="connsiteY386" fmla="*/ 764540 h 6851930"/>
              <a:gd name="connsiteX387" fmla="*/ 1373421 w 7319245"/>
              <a:gd name="connsiteY387" fmla="*/ 690498 h 6851930"/>
              <a:gd name="connsiteX388" fmla="*/ 1493587 w 7319245"/>
              <a:gd name="connsiteY388" fmla="*/ 629200 h 6851930"/>
              <a:gd name="connsiteX389" fmla="*/ 1573699 w 7319245"/>
              <a:gd name="connsiteY389" fmla="*/ 579434 h 6851930"/>
              <a:gd name="connsiteX390" fmla="*/ 1583409 w 7319245"/>
              <a:gd name="connsiteY390" fmla="*/ 575186 h 6851930"/>
              <a:gd name="connsiteX391" fmla="*/ 1709038 w 7319245"/>
              <a:gd name="connsiteY391" fmla="*/ 504179 h 6851930"/>
              <a:gd name="connsiteX392" fmla="*/ 1680513 w 7319245"/>
              <a:gd name="connsiteY392" fmla="*/ 478082 h 6851930"/>
              <a:gd name="connsiteX393" fmla="*/ 1716928 w 7319245"/>
              <a:gd name="connsiteY393" fmla="*/ 462302 h 6851930"/>
              <a:gd name="connsiteX394" fmla="*/ 1789149 w 7319245"/>
              <a:gd name="connsiteY394" fmla="*/ 430743 h 6851930"/>
              <a:gd name="connsiteX395" fmla="*/ 1817067 w 7319245"/>
              <a:gd name="connsiteY395" fmla="*/ 414357 h 6851930"/>
              <a:gd name="connsiteX396" fmla="*/ 1892323 w 7319245"/>
              <a:gd name="connsiteY396" fmla="*/ 363377 h 6851930"/>
              <a:gd name="connsiteX397" fmla="*/ 1946337 w 7319245"/>
              <a:gd name="connsiteY397" fmla="*/ 353060 h 6851930"/>
              <a:gd name="connsiteX398" fmla="*/ 2127194 w 7319245"/>
              <a:gd name="connsiteY398" fmla="*/ 320287 h 6851930"/>
              <a:gd name="connsiteX399" fmla="*/ 2127194 w 7319245"/>
              <a:gd name="connsiteY399" fmla="*/ 288728 h 6851930"/>
              <a:gd name="connsiteX400" fmla="*/ 2169070 w 7319245"/>
              <a:gd name="connsiteY400" fmla="*/ 293583 h 6851930"/>
              <a:gd name="connsiteX401" fmla="*/ 2256464 w 7319245"/>
              <a:gd name="connsiteY401" fmla="*/ 266880 h 6851930"/>
              <a:gd name="connsiteX402" fmla="*/ 2305623 w 7319245"/>
              <a:gd name="connsiteY402" fmla="*/ 184948 h 6851930"/>
              <a:gd name="connsiteX403" fmla="*/ 2395445 w 7319245"/>
              <a:gd name="connsiteY403" fmla="*/ 204976 h 6851930"/>
              <a:gd name="connsiteX404" fmla="*/ 2397872 w 7319245"/>
              <a:gd name="connsiteY404" fmla="*/ 169775 h 6851930"/>
              <a:gd name="connsiteX405" fmla="*/ 2481625 w 7319245"/>
              <a:gd name="connsiteY405" fmla="*/ 130933 h 6851930"/>
              <a:gd name="connsiteX406" fmla="*/ 2542922 w 7319245"/>
              <a:gd name="connsiteY406" fmla="*/ 138216 h 6851930"/>
              <a:gd name="connsiteX407" fmla="*/ 2659448 w 7319245"/>
              <a:gd name="connsiteY407" fmla="*/ 143678 h 6851930"/>
              <a:gd name="connsiteX408" fmla="*/ 2728634 w 7319245"/>
              <a:gd name="connsiteY408" fmla="*/ 103623 h 6851930"/>
              <a:gd name="connsiteX409" fmla="*/ 2752304 w 7319245"/>
              <a:gd name="connsiteY409" fmla="*/ 106050 h 6851930"/>
              <a:gd name="connsiteX410" fmla="*/ 2845160 w 7319245"/>
              <a:gd name="connsiteY410" fmla="*/ 93912 h 6851930"/>
              <a:gd name="connsiteX411" fmla="*/ 2969575 w 7319245"/>
              <a:gd name="connsiteY411" fmla="*/ 45967 h 6851930"/>
              <a:gd name="connsiteX412" fmla="*/ 2978678 w 7319245"/>
              <a:gd name="connsiteY412" fmla="*/ 95126 h 6851930"/>
              <a:gd name="connsiteX413" fmla="*/ 3024803 w 7319245"/>
              <a:gd name="connsiteY413" fmla="*/ 53250 h 6851930"/>
              <a:gd name="connsiteX414" fmla="*/ 3071534 w 7319245"/>
              <a:gd name="connsiteY414" fmla="*/ 24119 h 6851930"/>
              <a:gd name="connsiteX415" fmla="*/ 3150432 w 7319245"/>
              <a:gd name="connsiteY415" fmla="*/ 8339 h 6851930"/>
              <a:gd name="connsiteX416" fmla="*/ 3322185 w 7319245"/>
              <a:gd name="connsiteY416" fmla="*/ 29581 h 6851930"/>
              <a:gd name="connsiteX417" fmla="*/ 3317937 w 7319245"/>
              <a:gd name="connsiteY417" fmla="*/ 64781 h 6851930"/>
              <a:gd name="connsiteX418" fmla="*/ 3423538 w 7319245"/>
              <a:gd name="connsiteY418" fmla="*/ 449 h 6851930"/>
              <a:gd name="connsiteX419" fmla="*/ 3449028 w 7319245"/>
              <a:gd name="connsiteY419" fmla="*/ 12587 h 6851930"/>
              <a:gd name="connsiteX420" fmla="*/ 3529746 w 7319245"/>
              <a:gd name="connsiteY420" fmla="*/ 33222 h 6851930"/>
              <a:gd name="connsiteX421" fmla="*/ 3562519 w 7319245"/>
              <a:gd name="connsiteY421" fmla="*/ 26546 h 6851930"/>
              <a:gd name="connsiteX422" fmla="*/ 3535208 w 7319245"/>
              <a:gd name="connsiteY422" fmla="*/ 52036 h 6851930"/>
              <a:gd name="connsiteX423" fmla="*/ 3601968 w 7319245"/>
              <a:gd name="connsiteY423" fmla="*/ 18656 h 6851930"/>
              <a:gd name="connsiteX424" fmla="*/ 3712423 w 7319245"/>
              <a:gd name="connsiteY424" fmla="*/ 24725 h 6851930"/>
              <a:gd name="connsiteX425" fmla="*/ 3711817 w 7319245"/>
              <a:gd name="connsiteY425" fmla="*/ 16229 h 6851930"/>
              <a:gd name="connsiteX426" fmla="*/ 3793142 w 7319245"/>
              <a:gd name="connsiteY426" fmla="*/ 54464 h 6851930"/>
              <a:gd name="connsiteX427" fmla="*/ 3800424 w 7319245"/>
              <a:gd name="connsiteY427" fmla="*/ 46574 h 6851930"/>
              <a:gd name="connsiteX428" fmla="*/ 3792535 w 7319245"/>
              <a:gd name="connsiteY428" fmla="*/ 32008 h 6851930"/>
              <a:gd name="connsiteX429" fmla="*/ 4013447 w 7319245"/>
              <a:gd name="connsiteY429" fmla="*/ 58712 h 6851930"/>
              <a:gd name="connsiteX430" fmla="*/ 4004344 w 7319245"/>
              <a:gd name="connsiteY430" fmla="*/ 65995 h 6851930"/>
              <a:gd name="connsiteX431" fmla="*/ 4306581 w 7319245"/>
              <a:gd name="connsiteY431" fmla="*/ 78133 h 6851930"/>
              <a:gd name="connsiteX432" fmla="*/ 4277450 w 7319245"/>
              <a:gd name="connsiteY432" fmla="*/ 102409 h 6851930"/>
              <a:gd name="connsiteX433" fmla="*/ 4342996 w 7319245"/>
              <a:gd name="connsiteY433" fmla="*/ 160672 h 6851930"/>
              <a:gd name="connsiteX434" fmla="*/ 4372734 w 7319245"/>
              <a:gd name="connsiteY434" fmla="*/ 134575 h 6851930"/>
              <a:gd name="connsiteX435" fmla="*/ 4339961 w 7319245"/>
              <a:gd name="connsiteY435" fmla="*/ 110906 h 6851930"/>
              <a:gd name="connsiteX436" fmla="*/ 4430997 w 7319245"/>
              <a:gd name="connsiteY436" fmla="*/ 156423 h 6851930"/>
              <a:gd name="connsiteX437" fmla="*/ 4429783 w 7319245"/>
              <a:gd name="connsiteY437" fmla="*/ 155210 h 6851930"/>
              <a:gd name="connsiteX438" fmla="*/ 4434031 w 7319245"/>
              <a:gd name="connsiteY438" fmla="*/ 204369 h 6851930"/>
              <a:gd name="connsiteX439" fmla="*/ 4512322 w 7319245"/>
              <a:gd name="connsiteY439" fmla="*/ 174630 h 6851930"/>
              <a:gd name="connsiteX440" fmla="*/ 4578474 w 7319245"/>
              <a:gd name="connsiteY440" fmla="*/ 173417 h 6851930"/>
              <a:gd name="connsiteX441" fmla="*/ 4693785 w 7319245"/>
              <a:gd name="connsiteY441" fmla="*/ 193444 h 6851930"/>
              <a:gd name="connsiteX442" fmla="*/ 4691358 w 7319245"/>
              <a:gd name="connsiteY442" fmla="*/ 173417 h 6851930"/>
              <a:gd name="connsiteX443" fmla="*/ 4800600 w 7319245"/>
              <a:gd name="connsiteY443" fmla="*/ 199513 h 6851930"/>
              <a:gd name="connsiteX444" fmla="*/ 4745979 w 7319245"/>
              <a:gd name="connsiteY444" fmla="*/ 179486 h 6851930"/>
              <a:gd name="connsiteX445" fmla="*/ 4744765 w 7319245"/>
              <a:gd name="connsiteY445" fmla="*/ 212258 h 6851930"/>
              <a:gd name="connsiteX446" fmla="*/ 4622778 w 7319245"/>
              <a:gd name="connsiteY446" fmla="*/ 288121 h 6851930"/>
              <a:gd name="connsiteX447" fmla="*/ 4730807 w 7319245"/>
              <a:gd name="connsiteY447" fmla="*/ 279625 h 6851930"/>
              <a:gd name="connsiteX448" fmla="*/ 4713813 w 7319245"/>
              <a:gd name="connsiteY448" fmla="*/ 254135 h 6851930"/>
              <a:gd name="connsiteX449" fmla="*/ 4775717 w 7319245"/>
              <a:gd name="connsiteY449" fmla="*/ 233500 h 6851930"/>
              <a:gd name="connsiteX450" fmla="*/ 4715634 w 7319245"/>
              <a:gd name="connsiteY450" fmla="*/ 332425 h 6851930"/>
              <a:gd name="connsiteX451" fmla="*/ 4798779 w 7319245"/>
              <a:gd name="connsiteY451" fmla="*/ 332425 h 6851930"/>
              <a:gd name="connsiteX452" fmla="*/ 4788462 w 7319245"/>
              <a:gd name="connsiteY452" fmla="*/ 362163 h 6851930"/>
              <a:gd name="connsiteX453" fmla="*/ 4853401 w 7319245"/>
              <a:gd name="connsiteY453" fmla="*/ 382191 h 6851930"/>
              <a:gd name="connsiteX454" fmla="*/ 4880711 w 7319245"/>
              <a:gd name="connsiteY454" fmla="*/ 348205 h 6851930"/>
              <a:gd name="connsiteX455" fmla="*/ 4892849 w 7319245"/>
              <a:gd name="connsiteY455" fmla="*/ 333639 h 6851930"/>
              <a:gd name="connsiteX456" fmla="*/ 4936546 w 7319245"/>
              <a:gd name="connsiteY456" fmla="*/ 301473 h 6851930"/>
              <a:gd name="connsiteX457" fmla="*/ 5007554 w 7319245"/>
              <a:gd name="connsiteY457" fmla="*/ 311790 h 6851930"/>
              <a:gd name="connsiteX458" fmla="*/ 4996023 w 7319245"/>
              <a:gd name="connsiteY458" fmla="*/ 375515 h 6851930"/>
              <a:gd name="connsiteX459" fmla="*/ 4888601 w 7319245"/>
              <a:gd name="connsiteY459" fmla="*/ 399184 h 6851930"/>
              <a:gd name="connsiteX460" fmla="*/ 4889815 w 7319245"/>
              <a:gd name="connsiteY460" fmla="*/ 407074 h 6851930"/>
              <a:gd name="connsiteX461" fmla="*/ 4951719 w 7319245"/>
              <a:gd name="connsiteY461" fmla="*/ 405860 h 6851930"/>
              <a:gd name="connsiteX462" fmla="*/ 5023333 w 7319245"/>
              <a:gd name="connsiteY462" fmla="*/ 422854 h 6851930"/>
              <a:gd name="connsiteX463" fmla="*/ 5102231 w 7319245"/>
              <a:gd name="connsiteY463" fmla="*/ 411929 h 6851930"/>
              <a:gd name="connsiteX464" fmla="*/ 5111334 w 7319245"/>
              <a:gd name="connsiteY464" fmla="*/ 401612 h 6851930"/>
              <a:gd name="connsiteX465" fmla="*/ 5184163 w 7319245"/>
              <a:gd name="connsiteY465" fmla="*/ 412536 h 6851930"/>
              <a:gd name="connsiteX466" fmla="*/ 5105872 w 7319245"/>
              <a:gd name="connsiteY466" fmla="*/ 475654 h 6851930"/>
              <a:gd name="connsiteX467" fmla="*/ 5209046 w 7319245"/>
              <a:gd name="connsiteY467" fmla="*/ 489006 h 6851930"/>
              <a:gd name="connsiteX468" fmla="*/ 5252743 w 7319245"/>
              <a:gd name="connsiteY468" fmla="*/ 504179 h 6851930"/>
              <a:gd name="connsiteX469" fmla="*/ 5250922 w 7319245"/>
              <a:gd name="connsiteY469" fmla="*/ 515710 h 6851930"/>
              <a:gd name="connsiteX470" fmla="*/ 5277626 w 7319245"/>
              <a:gd name="connsiteY470" fmla="*/ 499930 h 6851930"/>
              <a:gd name="connsiteX471" fmla="*/ 5281874 w 7319245"/>
              <a:gd name="connsiteY471" fmla="*/ 512068 h 6851930"/>
              <a:gd name="connsiteX472" fmla="*/ 5306150 w 7319245"/>
              <a:gd name="connsiteY472" fmla="*/ 535737 h 6851930"/>
              <a:gd name="connsiteX473" fmla="*/ 5381406 w 7319245"/>
              <a:gd name="connsiteY473" fmla="*/ 540593 h 6851930"/>
              <a:gd name="connsiteX474" fmla="*/ 5355916 w 7319245"/>
              <a:gd name="connsiteY474" fmla="*/ 578828 h 6851930"/>
              <a:gd name="connsiteX475" fmla="*/ 5453627 w 7319245"/>
              <a:gd name="connsiteY475" fmla="*/ 579434 h 6851930"/>
              <a:gd name="connsiteX476" fmla="*/ 5511283 w 7319245"/>
              <a:gd name="connsiteY476" fmla="*/ 575186 h 6851930"/>
              <a:gd name="connsiteX477" fmla="*/ 5550732 w 7319245"/>
              <a:gd name="connsiteY477" fmla="*/ 579434 h 6851930"/>
              <a:gd name="connsiteX478" fmla="*/ 5587146 w 7319245"/>
              <a:gd name="connsiteY478" fmla="*/ 593393 h 6851930"/>
              <a:gd name="connsiteX479" fmla="*/ 5622346 w 7319245"/>
              <a:gd name="connsiteY479" fmla="*/ 611600 h 6851930"/>
              <a:gd name="connsiteX480" fmla="*/ 5615063 w 7319245"/>
              <a:gd name="connsiteY480" fmla="*/ 641945 h 6851930"/>
              <a:gd name="connsiteX481" fmla="*/ 5795314 w 7319245"/>
              <a:gd name="connsiteY481" fmla="*/ 662580 h 6851930"/>
              <a:gd name="connsiteX482" fmla="*/ 5868142 w 7319245"/>
              <a:gd name="connsiteY482" fmla="*/ 704456 h 6851930"/>
              <a:gd name="connsiteX483" fmla="*/ 5865715 w 7319245"/>
              <a:gd name="connsiteY483" fmla="*/ 715988 h 6851930"/>
              <a:gd name="connsiteX484" fmla="*/ 5791065 w 7319245"/>
              <a:gd name="connsiteY484" fmla="*/ 725091 h 6851930"/>
              <a:gd name="connsiteX485" fmla="*/ 5709133 w 7319245"/>
              <a:gd name="connsiteY485" fmla="*/ 712953 h 6851930"/>
              <a:gd name="connsiteX486" fmla="*/ 5737658 w 7319245"/>
              <a:gd name="connsiteY486" fmla="*/ 736622 h 6851930"/>
              <a:gd name="connsiteX487" fmla="*/ 5789852 w 7319245"/>
              <a:gd name="connsiteY487" fmla="*/ 722057 h 6851930"/>
              <a:gd name="connsiteX488" fmla="*/ 6053247 w 7319245"/>
              <a:gd name="connsiteY488" fmla="*/ 964818 h 6851930"/>
              <a:gd name="connsiteX489" fmla="*/ 6018654 w 7319245"/>
              <a:gd name="connsiteY489" fmla="*/ 912017 h 6851930"/>
              <a:gd name="connsiteX490" fmla="*/ 6001054 w 7319245"/>
              <a:gd name="connsiteY490" fmla="*/ 919907 h 6851930"/>
              <a:gd name="connsiteX491" fmla="*/ 6009550 w 7319245"/>
              <a:gd name="connsiteY491" fmla="*/ 941148 h 6851930"/>
              <a:gd name="connsiteX492" fmla="*/ 6053247 w 7319245"/>
              <a:gd name="connsiteY492" fmla="*/ 964818 h 6851930"/>
              <a:gd name="connsiteX493" fmla="*/ 2041014 w 7319245"/>
              <a:gd name="connsiteY493" fmla="*/ 6022138 h 6851930"/>
              <a:gd name="connsiteX494" fmla="*/ 1972434 w 7319245"/>
              <a:gd name="connsiteY494" fmla="*/ 5997255 h 6851930"/>
              <a:gd name="connsiteX495" fmla="*/ 2041014 w 7319245"/>
              <a:gd name="connsiteY495" fmla="*/ 6022138 h 6851930"/>
              <a:gd name="connsiteX496" fmla="*/ 5010589 w 7319245"/>
              <a:gd name="connsiteY496" fmla="*/ 434992 h 6851930"/>
              <a:gd name="connsiteX497" fmla="*/ 5070065 w 7319245"/>
              <a:gd name="connsiteY497" fmla="*/ 481723 h 6851930"/>
              <a:gd name="connsiteX498" fmla="*/ 5010589 w 7319245"/>
              <a:gd name="connsiteY498" fmla="*/ 434992 h 6851930"/>
            </a:gdLst>
            <a:ahLst/>
            <a:cxnLst/>
            <a:rect l="l" t="t" r="r" b="b"/>
            <a:pathLst>
              <a:path w="7319245" h="6851930">
                <a:moveTo>
                  <a:pt x="5789852" y="722057"/>
                </a:moveTo>
                <a:cubicBezTo>
                  <a:pt x="5797134" y="733588"/>
                  <a:pt x="5805024" y="745119"/>
                  <a:pt x="5810486" y="753616"/>
                </a:cubicBezTo>
                <a:cubicBezTo>
                  <a:pt x="5792279" y="760898"/>
                  <a:pt x="5764362" y="772430"/>
                  <a:pt x="5737051" y="783961"/>
                </a:cubicBezTo>
                <a:cubicBezTo>
                  <a:pt x="5783783" y="800954"/>
                  <a:pt x="5829907" y="818554"/>
                  <a:pt x="5876639" y="833120"/>
                </a:cubicBezTo>
                <a:cubicBezTo>
                  <a:pt x="5891204" y="837975"/>
                  <a:pt x="5908198" y="834334"/>
                  <a:pt x="5924584" y="833727"/>
                </a:cubicBezTo>
                <a:cubicBezTo>
                  <a:pt x="5937936" y="833120"/>
                  <a:pt x="5950681" y="830692"/>
                  <a:pt x="5968281" y="828265"/>
                </a:cubicBezTo>
                <a:cubicBezTo>
                  <a:pt x="5964032" y="845258"/>
                  <a:pt x="5961605" y="856182"/>
                  <a:pt x="5958571" y="868927"/>
                </a:cubicBezTo>
                <a:cubicBezTo>
                  <a:pt x="5989522" y="871962"/>
                  <a:pt x="6019261" y="868927"/>
                  <a:pt x="6044751" y="878637"/>
                </a:cubicBezTo>
                <a:cubicBezTo>
                  <a:pt x="6057496" y="883493"/>
                  <a:pt x="6062351" y="910196"/>
                  <a:pt x="6070848" y="926583"/>
                </a:cubicBezTo>
                <a:cubicBezTo>
                  <a:pt x="6098158" y="980597"/>
                  <a:pt x="6098158" y="980597"/>
                  <a:pt x="6161883" y="966638"/>
                </a:cubicBezTo>
                <a:cubicBezTo>
                  <a:pt x="6166738" y="965425"/>
                  <a:pt x="6171593" y="967852"/>
                  <a:pt x="6177056" y="969066"/>
                </a:cubicBezTo>
                <a:cubicBezTo>
                  <a:pt x="6161883" y="1011549"/>
                  <a:pt x="6161883" y="1010942"/>
                  <a:pt x="6210435" y="1018225"/>
                </a:cubicBezTo>
                <a:cubicBezTo>
                  <a:pt x="6217111" y="1019439"/>
                  <a:pt x="6223180" y="1025508"/>
                  <a:pt x="6229856" y="1029149"/>
                </a:cubicBezTo>
                <a:cubicBezTo>
                  <a:pt x="6241994" y="1035218"/>
                  <a:pt x="6254739" y="1040074"/>
                  <a:pt x="6265664" y="1047356"/>
                </a:cubicBezTo>
                <a:cubicBezTo>
                  <a:pt x="6279015" y="1055246"/>
                  <a:pt x="6291153" y="1065564"/>
                  <a:pt x="6303291" y="1074667"/>
                </a:cubicBezTo>
                <a:cubicBezTo>
                  <a:pt x="6300257" y="1078915"/>
                  <a:pt x="6297829" y="1082557"/>
                  <a:pt x="6294794" y="1086805"/>
                </a:cubicBezTo>
                <a:cubicBezTo>
                  <a:pt x="6283871" y="1079522"/>
                  <a:pt x="6272946" y="1072240"/>
                  <a:pt x="6260201" y="1064350"/>
                </a:cubicBezTo>
                <a:cubicBezTo>
                  <a:pt x="6258987" y="1073453"/>
                  <a:pt x="6257167" y="1084378"/>
                  <a:pt x="6255346" y="1097729"/>
                </a:cubicBezTo>
                <a:cubicBezTo>
                  <a:pt x="6289332" y="1100157"/>
                  <a:pt x="6323926" y="1101978"/>
                  <a:pt x="6357912" y="1104405"/>
                </a:cubicBezTo>
                <a:cubicBezTo>
                  <a:pt x="6357912" y="1107440"/>
                  <a:pt x="6358519" y="1110474"/>
                  <a:pt x="6358519" y="1114116"/>
                </a:cubicBezTo>
                <a:cubicBezTo>
                  <a:pt x="6340919" y="1117757"/>
                  <a:pt x="6323319" y="1120792"/>
                  <a:pt x="6295401" y="1126254"/>
                </a:cubicBezTo>
                <a:cubicBezTo>
                  <a:pt x="6331815" y="1154171"/>
                  <a:pt x="6379154" y="1127468"/>
                  <a:pt x="6397968" y="1165702"/>
                </a:cubicBezTo>
                <a:cubicBezTo>
                  <a:pt x="6360947" y="1179661"/>
                  <a:pt x="6325746" y="1193013"/>
                  <a:pt x="6296009" y="1203937"/>
                </a:cubicBezTo>
                <a:cubicBezTo>
                  <a:pt x="6308753" y="1212434"/>
                  <a:pt x="6321498" y="1223358"/>
                  <a:pt x="6336064" y="1229427"/>
                </a:cubicBezTo>
                <a:cubicBezTo>
                  <a:pt x="6350022" y="1234889"/>
                  <a:pt x="6370050" y="1240352"/>
                  <a:pt x="6380975" y="1234889"/>
                </a:cubicBezTo>
                <a:cubicBezTo>
                  <a:pt x="6407071" y="1220931"/>
                  <a:pt x="6425885" y="1236103"/>
                  <a:pt x="6434989" y="1250669"/>
                </a:cubicBezTo>
                <a:cubicBezTo>
                  <a:pt x="6446520" y="1269483"/>
                  <a:pt x="6468368" y="1286476"/>
                  <a:pt x="6453196" y="1319856"/>
                </a:cubicBezTo>
                <a:cubicBezTo>
                  <a:pt x="6447127" y="1333208"/>
                  <a:pt x="6473224" y="1362339"/>
                  <a:pt x="6485969" y="1384187"/>
                </a:cubicBezTo>
                <a:cubicBezTo>
                  <a:pt x="6491431" y="1393291"/>
                  <a:pt x="6499928" y="1399967"/>
                  <a:pt x="6505997" y="1408464"/>
                </a:cubicBezTo>
                <a:cubicBezTo>
                  <a:pt x="6523597" y="1435167"/>
                  <a:pt x="6537555" y="1463085"/>
                  <a:pt x="6575184" y="1470975"/>
                </a:cubicBezTo>
                <a:cubicBezTo>
                  <a:pt x="6589749" y="1474009"/>
                  <a:pt x="6600067" y="1495857"/>
                  <a:pt x="6612205" y="1508602"/>
                </a:cubicBezTo>
                <a:cubicBezTo>
                  <a:pt x="6620094" y="1517099"/>
                  <a:pt x="6627984" y="1526810"/>
                  <a:pt x="6637694" y="1531665"/>
                </a:cubicBezTo>
                <a:cubicBezTo>
                  <a:pt x="6651653" y="1538948"/>
                  <a:pt x="6668040" y="1542589"/>
                  <a:pt x="6692922" y="1550479"/>
                </a:cubicBezTo>
                <a:cubicBezTo>
                  <a:pt x="6672895" y="1558975"/>
                  <a:pt x="6662577" y="1563831"/>
                  <a:pt x="6648619" y="1569900"/>
                </a:cubicBezTo>
                <a:cubicBezTo>
                  <a:pt x="6661364" y="1572934"/>
                  <a:pt x="6670467" y="1574755"/>
                  <a:pt x="6683819" y="1577789"/>
                </a:cubicBezTo>
                <a:cubicBezTo>
                  <a:pt x="6672288" y="1588107"/>
                  <a:pt x="6663185" y="1595389"/>
                  <a:pt x="6647405" y="1609348"/>
                </a:cubicBezTo>
                <a:cubicBezTo>
                  <a:pt x="6669254" y="1612990"/>
                  <a:pt x="6683212" y="1615417"/>
                  <a:pt x="6703240" y="1619059"/>
                </a:cubicBezTo>
                <a:cubicBezTo>
                  <a:pt x="6688674" y="1656080"/>
                  <a:pt x="6648619" y="1645156"/>
                  <a:pt x="6633446" y="1658508"/>
                </a:cubicBezTo>
                <a:cubicBezTo>
                  <a:pt x="6650439" y="1679142"/>
                  <a:pt x="6667433" y="1699170"/>
                  <a:pt x="6683212" y="1718591"/>
                </a:cubicBezTo>
                <a:cubicBezTo>
                  <a:pt x="6697778" y="1706453"/>
                  <a:pt x="6715985" y="1690066"/>
                  <a:pt x="6736620" y="1675501"/>
                </a:cubicBezTo>
                <a:cubicBezTo>
                  <a:pt x="6742689" y="1671252"/>
                  <a:pt x="6753006" y="1673073"/>
                  <a:pt x="6761503" y="1674287"/>
                </a:cubicBezTo>
                <a:cubicBezTo>
                  <a:pt x="6763930" y="1674894"/>
                  <a:pt x="6767572" y="1685211"/>
                  <a:pt x="6765751" y="1687639"/>
                </a:cubicBezTo>
                <a:cubicBezTo>
                  <a:pt x="6760896" y="1694315"/>
                  <a:pt x="6753613" y="1700991"/>
                  <a:pt x="6746330" y="1704025"/>
                </a:cubicBezTo>
                <a:cubicBezTo>
                  <a:pt x="6737833" y="1707060"/>
                  <a:pt x="6727516" y="1705846"/>
                  <a:pt x="6719020" y="1706453"/>
                </a:cubicBezTo>
                <a:cubicBezTo>
                  <a:pt x="6734799" y="1721625"/>
                  <a:pt x="6748151" y="1734977"/>
                  <a:pt x="6762109" y="1748329"/>
                </a:cubicBezTo>
                <a:cubicBezTo>
                  <a:pt x="6756040" y="1754398"/>
                  <a:pt x="6747544" y="1767143"/>
                  <a:pt x="6743902" y="1765929"/>
                </a:cubicBezTo>
                <a:cubicBezTo>
                  <a:pt x="6731158" y="1761681"/>
                  <a:pt x="6720233" y="1752577"/>
                  <a:pt x="6702633" y="1742260"/>
                </a:cubicBezTo>
                <a:cubicBezTo>
                  <a:pt x="6702633" y="1753184"/>
                  <a:pt x="6697778" y="1768357"/>
                  <a:pt x="6703240" y="1776247"/>
                </a:cubicBezTo>
                <a:cubicBezTo>
                  <a:pt x="6728730" y="1812054"/>
                  <a:pt x="6766965" y="1802343"/>
                  <a:pt x="6798524" y="1801130"/>
                </a:cubicBezTo>
                <a:cubicBezTo>
                  <a:pt x="6824014" y="1833295"/>
                  <a:pt x="6848290" y="1863034"/>
                  <a:pt x="6872566" y="1893986"/>
                </a:cubicBezTo>
                <a:cubicBezTo>
                  <a:pt x="6851931" y="1900662"/>
                  <a:pt x="6836152" y="1902482"/>
                  <a:pt x="6826441" y="1910979"/>
                </a:cubicBezTo>
                <a:cubicBezTo>
                  <a:pt x="6822800" y="1914013"/>
                  <a:pt x="6828869" y="1935862"/>
                  <a:pt x="6836759" y="1943752"/>
                </a:cubicBezTo>
                <a:cubicBezTo>
                  <a:pt x="6853752" y="1962566"/>
                  <a:pt x="6878028" y="1975918"/>
                  <a:pt x="6892594" y="1996552"/>
                </a:cubicBezTo>
                <a:cubicBezTo>
                  <a:pt x="6901697" y="2009904"/>
                  <a:pt x="6941752" y="1998373"/>
                  <a:pt x="6922939" y="2032966"/>
                </a:cubicBezTo>
                <a:cubicBezTo>
                  <a:pt x="6942360" y="2042070"/>
                  <a:pt x="6961781" y="2051173"/>
                  <a:pt x="6986057" y="2062705"/>
                </a:cubicBezTo>
                <a:cubicBezTo>
                  <a:pt x="6979381" y="2069987"/>
                  <a:pt x="6967850" y="2082125"/>
                  <a:pt x="6953891" y="2097298"/>
                </a:cubicBezTo>
                <a:cubicBezTo>
                  <a:pt x="6965422" y="2100940"/>
                  <a:pt x="6973312" y="2102760"/>
                  <a:pt x="6981809" y="2105795"/>
                </a:cubicBezTo>
                <a:cubicBezTo>
                  <a:pt x="6952070" y="2163450"/>
                  <a:pt x="6988484" y="2189547"/>
                  <a:pt x="7042499" y="2212610"/>
                </a:cubicBezTo>
                <a:cubicBezTo>
                  <a:pt x="6995767" y="2228389"/>
                  <a:pt x="6988484" y="2249631"/>
                  <a:pt x="7008512" y="2286652"/>
                </a:cubicBezTo>
                <a:cubicBezTo>
                  <a:pt x="7012154" y="2293935"/>
                  <a:pt x="7020043" y="2307286"/>
                  <a:pt x="7023078" y="2318211"/>
                </a:cubicBezTo>
                <a:cubicBezTo>
                  <a:pt x="7029753" y="2341273"/>
                  <a:pt x="7032181" y="2365549"/>
                  <a:pt x="7037037" y="2394073"/>
                </a:cubicBezTo>
                <a:cubicBezTo>
                  <a:pt x="7071023" y="2404391"/>
                  <a:pt x="7115934" y="2417136"/>
                  <a:pt x="7160237" y="2430488"/>
                </a:cubicBezTo>
                <a:cubicBezTo>
                  <a:pt x="7162058" y="2435343"/>
                  <a:pt x="7163879" y="2440198"/>
                  <a:pt x="7166306" y="2445053"/>
                </a:cubicBezTo>
                <a:cubicBezTo>
                  <a:pt x="7155383" y="2448695"/>
                  <a:pt x="7145065" y="2452336"/>
                  <a:pt x="7129892" y="2457191"/>
                </a:cubicBezTo>
                <a:cubicBezTo>
                  <a:pt x="7155383" y="2471757"/>
                  <a:pt x="7171162" y="2480254"/>
                  <a:pt x="7187548" y="2489357"/>
                </a:cubicBezTo>
                <a:cubicBezTo>
                  <a:pt x="7159024" y="2502102"/>
                  <a:pt x="7131713" y="2514240"/>
                  <a:pt x="7098334" y="2528806"/>
                </a:cubicBezTo>
                <a:cubicBezTo>
                  <a:pt x="7132320" y="2551868"/>
                  <a:pt x="7160237" y="2571289"/>
                  <a:pt x="7188156" y="2590103"/>
                </a:cubicBezTo>
                <a:cubicBezTo>
                  <a:pt x="7186941" y="2593744"/>
                  <a:pt x="7185728" y="2597386"/>
                  <a:pt x="7184514" y="2601027"/>
                </a:cubicBezTo>
                <a:cubicBezTo>
                  <a:pt x="7163272" y="2604062"/>
                  <a:pt x="7142030" y="2605276"/>
                  <a:pt x="7121396" y="2610131"/>
                </a:cubicBezTo>
                <a:cubicBezTo>
                  <a:pt x="7103796" y="2614379"/>
                  <a:pt x="7087409" y="2623483"/>
                  <a:pt x="7070416" y="2630159"/>
                </a:cubicBezTo>
                <a:cubicBezTo>
                  <a:pt x="7083768" y="2641083"/>
                  <a:pt x="7097120" y="2651400"/>
                  <a:pt x="7114113" y="2664752"/>
                </a:cubicBezTo>
                <a:cubicBezTo>
                  <a:pt x="7112293" y="2667787"/>
                  <a:pt x="7107437" y="2676890"/>
                  <a:pt x="7101368" y="2687814"/>
                </a:cubicBezTo>
                <a:cubicBezTo>
                  <a:pt x="7114720" y="2691456"/>
                  <a:pt x="7126251" y="2693883"/>
                  <a:pt x="7137782" y="2696918"/>
                </a:cubicBezTo>
                <a:cubicBezTo>
                  <a:pt x="7138389" y="2699952"/>
                  <a:pt x="7138389" y="2702987"/>
                  <a:pt x="7138996" y="2706021"/>
                </a:cubicBezTo>
                <a:cubicBezTo>
                  <a:pt x="7121396" y="2710270"/>
                  <a:pt x="7103796" y="2714518"/>
                  <a:pt x="7086196" y="2719373"/>
                </a:cubicBezTo>
                <a:cubicBezTo>
                  <a:pt x="7085589" y="2723622"/>
                  <a:pt x="7084982" y="2727870"/>
                  <a:pt x="7083768" y="2732118"/>
                </a:cubicBezTo>
                <a:cubicBezTo>
                  <a:pt x="7106830" y="2738187"/>
                  <a:pt x="7129892" y="2744256"/>
                  <a:pt x="7156596" y="2751539"/>
                </a:cubicBezTo>
                <a:cubicBezTo>
                  <a:pt x="7149314" y="2785526"/>
                  <a:pt x="7183907" y="2794022"/>
                  <a:pt x="7214252" y="2808588"/>
                </a:cubicBezTo>
                <a:cubicBezTo>
                  <a:pt x="7195438" y="2846823"/>
                  <a:pt x="7203935" y="2877168"/>
                  <a:pt x="7233066" y="2908727"/>
                </a:cubicBezTo>
                <a:cubicBezTo>
                  <a:pt x="7245811" y="2922079"/>
                  <a:pt x="7246418" y="2948176"/>
                  <a:pt x="7267053" y="2959707"/>
                </a:cubicBezTo>
                <a:cubicBezTo>
                  <a:pt x="7268873" y="2960921"/>
                  <a:pt x="7263411" y="2978521"/>
                  <a:pt x="7262804" y="2978521"/>
                </a:cubicBezTo>
                <a:cubicBezTo>
                  <a:pt x="7251273" y="2977307"/>
                  <a:pt x="7239742" y="2974272"/>
                  <a:pt x="7227604" y="2971238"/>
                </a:cubicBezTo>
                <a:cubicBezTo>
                  <a:pt x="7225783" y="2977307"/>
                  <a:pt x="7220928" y="2991873"/>
                  <a:pt x="7214252" y="3011294"/>
                </a:cubicBezTo>
                <a:cubicBezTo>
                  <a:pt x="7237921" y="3019183"/>
                  <a:pt x="7260984" y="3027073"/>
                  <a:pt x="7292543" y="3037390"/>
                </a:cubicBezTo>
                <a:cubicBezTo>
                  <a:pt x="7280404" y="3052563"/>
                  <a:pt x="7269480" y="3067128"/>
                  <a:pt x="7250666" y="3090798"/>
                </a:cubicBezTo>
                <a:cubicBezTo>
                  <a:pt x="7260376" y="3100508"/>
                  <a:pt x="7279191" y="3119322"/>
                  <a:pt x="7298612" y="3138743"/>
                </a:cubicBezTo>
                <a:cubicBezTo>
                  <a:pt x="7274942" y="3152095"/>
                  <a:pt x="7254915" y="3163019"/>
                  <a:pt x="7225783" y="3178799"/>
                </a:cubicBezTo>
                <a:cubicBezTo>
                  <a:pt x="7266445" y="3193364"/>
                  <a:pt x="7277370" y="3206109"/>
                  <a:pt x="7253094" y="3237668"/>
                </a:cubicBezTo>
                <a:cubicBezTo>
                  <a:pt x="7242777" y="3250413"/>
                  <a:pt x="7250059" y="3283793"/>
                  <a:pt x="7258556" y="3303214"/>
                </a:cubicBezTo>
                <a:cubicBezTo>
                  <a:pt x="7274335" y="3340842"/>
                  <a:pt x="7274335" y="3374828"/>
                  <a:pt x="7260984" y="3397890"/>
                </a:cubicBezTo>
                <a:cubicBezTo>
                  <a:pt x="7272514" y="3427629"/>
                  <a:pt x="7278583" y="3449477"/>
                  <a:pt x="7288901" y="3469505"/>
                </a:cubicBezTo>
                <a:cubicBezTo>
                  <a:pt x="7298005" y="3486498"/>
                  <a:pt x="7311356" y="3501671"/>
                  <a:pt x="7322888" y="3516844"/>
                </a:cubicBezTo>
                <a:cubicBezTo>
                  <a:pt x="7322888" y="3544761"/>
                  <a:pt x="7270087" y="3539906"/>
                  <a:pt x="7286473" y="3579354"/>
                </a:cubicBezTo>
                <a:cubicBezTo>
                  <a:pt x="7294970" y="3599382"/>
                  <a:pt x="7259163" y="3630334"/>
                  <a:pt x="7309536" y="3641865"/>
                </a:cubicBezTo>
                <a:cubicBezTo>
                  <a:pt x="7291329" y="3661286"/>
                  <a:pt x="7277370" y="3675852"/>
                  <a:pt x="7263411" y="3691024"/>
                </a:cubicBezTo>
                <a:cubicBezTo>
                  <a:pt x="7273122" y="3713480"/>
                  <a:pt x="7321067" y="3720763"/>
                  <a:pt x="7288901" y="3757177"/>
                </a:cubicBezTo>
                <a:cubicBezTo>
                  <a:pt x="7337453" y="3775384"/>
                  <a:pt x="7280404" y="3822116"/>
                  <a:pt x="7312571" y="3845785"/>
                </a:cubicBezTo>
                <a:cubicBezTo>
                  <a:pt x="7314998" y="3847606"/>
                  <a:pt x="7308929" y="3860957"/>
                  <a:pt x="7305287" y="3868240"/>
                </a:cubicBezTo>
                <a:cubicBezTo>
                  <a:pt x="7294364" y="3889482"/>
                  <a:pt x="7285260" y="3913151"/>
                  <a:pt x="7270087" y="3931358"/>
                </a:cubicBezTo>
                <a:cubicBezTo>
                  <a:pt x="7262804" y="3939854"/>
                  <a:pt x="7243384" y="3937427"/>
                  <a:pt x="7224570" y="3941068"/>
                </a:cubicBezTo>
                <a:cubicBezTo>
                  <a:pt x="7205755" y="3971413"/>
                  <a:pt x="7199686" y="4004186"/>
                  <a:pt x="7248846" y="4024214"/>
                </a:cubicBezTo>
                <a:cubicBezTo>
                  <a:pt x="7234887" y="4056987"/>
                  <a:pt x="7217893" y="4087332"/>
                  <a:pt x="7210004" y="4119498"/>
                </a:cubicBezTo>
                <a:cubicBezTo>
                  <a:pt x="7206969" y="4132850"/>
                  <a:pt x="7222142" y="4151057"/>
                  <a:pt x="7231852" y="4173512"/>
                </a:cubicBezTo>
                <a:cubicBezTo>
                  <a:pt x="7213645" y="4189292"/>
                  <a:pt x="7191190" y="4208106"/>
                  <a:pt x="7168734" y="4227527"/>
                </a:cubicBezTo>
                <a:cubicBezTo>
                  <a:pt x="7191190" y="4258478"/>
                  <a:pt x="7186335" y="4266368"/>
                  <a:pt x="7105009" y="4323417"/>
                </a:cubicBezTo>
                <a:cubicBezTo>
                  <a:pt x="7120182" y="4332521"/>
                  <a:pt x="7149314" y="4336769"/>
                  <a:pt x="7121396" y="4363473"/>
                </a:cubicBezTo>
                <a:cubicBezTo>
                  <a:pt x="7119575" y="4365294"/>
                  <a:pt x="7121396" y="4371969"/>
                  <a:pt x="7123217" y="4375611"/>
                </a:cubicBezTo>
                <a:cubicBezTo>
                  <a:pt x="7138389" y="4405349"/>
                  <a:pt x="7128072" y="4421129"/>
                  <a:pt x="7089230" y="4426591"/>
                </a:cubicBezTo>
                <a:cubicBezTo>
                  <a:pt x="7101975" y="4435087"/>
                  <a:pt x="7112293" y="4438729"/>
                  <a:pt x="7116541" y="4446012"/>
                </a:cubicBezTo>
                <a:cubicBezTo>
                  <a:pt x="7120789" y="4452687"/>
                  <a:pt x="7121396" y="4464825"/>
                  <a:pt x="7118362" y="4471502"/>
                </a:cubicBezTo>
                <a:cubicBezTo>
                  <a:pt x="7110472" y="4486674"/>
                  <a:pt x="7094692" y="4499419"/>
                  <a:pt x="7090444" y="4515199"/>
                </a:cubicBezTo>
                <a:cubicBezTo>
                  <a:pt x="7080733" y="4549792"/>
                  <a:pt x="7078306" y="4555861"/>
                  <a:pt x="7043712" y="4566178"/>
                </a:cubicBezTo>
                <a:cubicBezTo>
                  <a:pt x="7049781" y="4569213"/>
                  <a:pt x="7055850" y="4572247"/>
                  <a:pt x="7052209" y="4570427"/>
                </a:cubicBezTo>
                <a:cubicBezTo>
                  <a:pt x="7037037" y="4591061"/>
                  <a:pt x="7024292" y="4610482"/>
                  <a:pt x="7009119" y="4628689"/>
                </a:cubicBezTo>
                <a:cubicBezTo>
                  <a:pt x="6993339" y="4648110"/>
                  <a:pt x="6975740" y="4666924"/>
                  <a:pt x="6959960" y="4685738"/>
                </a:cubicBezTo>
                <a:cubicBezTo>
                  <a:pt x="6969671" y="4693628"/>
                  <a:pt x="6976953" y="4699090"/>
                  <a:pt x="6984236" y="4705159"/>
                </a:cubicBezTo>
                <a:cubicBezTo>
                  <a:pt x="6983022" y="4707586"/>
                  <a:pt x="6981201" y="4710621"/>
                  <a:pt x="6979988" y="4713049"/>
                </a:cubicBezTo>
                <a:cubicBezTo>
                  <a:pt x="6968456" y="4711835"/>
                  <a:pt x="6956925" y="4710014"/>
                  <a:pt x="6942967" y="4708194"/>
                </a:cubicBezTo>
                <a:cubicBezTo>
                  <a:pt x="6981809" y="4784056"/>
                  <a:pt x="6903518" y="4789518"/>
                  <a:pt x="6874386" y="4827753"/>
                </a:cubicBezTo>
                <a:cubicBezTo>
                  <a:pt x="6886524" y="4827753"/>
                  <a:pt x="6897449" y="4827753"/>
                  <a:pt x="6909587" y="4827753"/>
                </a:cubicBezTo>
                <a:cubicBezTo>
                  <a:pt x="6902911" y="4854457"/>
                  <a:pt x="6902911" y="4854457"/>
                  <a:pt x="6860428" y="4863560"/>
                </a:cubicBezTo>
                <a:cubicBezTo>
                  <a:pt x="6853145" y="4883588"/>
                  <a:pt x="6837972" y="4903616"/>
                  <a:pt x="6842828" y="4916361"/>
                </a:cubicBezTo>
                <a:cubicBezTo>
                  <a:pt x="6859821" y="4959451"/>
                  <a:pt x="6824621" y="4978265"/>
                  <a:pt x="6810055" y="5006790"/>
                </a:cubicBezTo>
                <a:cubicBezTo>
                  <a:pt x="6801558" y="5023783"/>
                  <a:pt x="6808234" y="5048059"/>
                  <a:pt x="6808234" y="5070514"/>
                </a:cubicBezTo>
                <a:cubicBezTo>
                  <a:pt x="6779103" y="5075370"/>
                  <a:pt x="6743902" y="5072942"/>
                  <a:pt x="6760896" y="5117246"/>
                </a:cubicBezTo>
                <a:cubicBezTo>
                  <a:pt x="6734192" y="5128170"/>
                  <a:pt x="6695350" y="5097825"/>
                  <a:pt x="6683212" y="5144556"/>
                </a:cubicBezTo>
                <a:cubicBezTo>
                  <a:pt x="6697171" y="5153660"/>
                  <a:pt x="6709916" y="5161550"/>
                  <a:pt x="6722661" y="5169440"/>
                </a:cubicBezTo>
                <a:cubicBezTo>
                  <a:pt x="6701419" y="5232557"/>
                  <a:pt x="6622522" y="5263509"/>
                  <a:pt x="6632840" y="5339372"/>
                </a:cubicBezTo>
                <a:cubicBezTo>
                  <a:pt x="6589142" y="5365469"/>
                  <a:pt x="6533307" y="5373359"/>
                  <a:pt x="6501748" y="5424945"/>
                </a:cubicBezTo>
                <a:cubicBezTo>
                  <a:pt x="6513279" y="5432835"/>
                  <a:pt x="6524811" y="5440118"/>
                  <a:pt x="6546052" y="5454077"/>
                </a:cubicBezTo>
                <a:cubicBezTo>
                  <a:pt x="6509031" y="5474712"/>
                  <a:pt x="6478686" y="5492312"/>
                  <a:pt x="6442879" y="5512340"/>
                </a:cubicBezTo>
                <a:cubicBezTo>
                  <a:pt x="6451376" y="5535402"/>
                  <a:pt x="6440451" y="5554216"/>
                  <a:pt x="6401002" y="5554823"/>
                </a:cubicBezTo>
                <a:cubicBezTo>
                  <a:pt x="6391899" y="5554823"/>
                  <a:pt x="6379761" y="5565140"/>
                  <a:pt x="6374298" y="5574244"/>
                </a:cubicBezTo>
                <a:cubicBezTo>
                  <a:pt x="6356091" y="5604589"/>
                  <a:pt x="6300863" y="5606409"/>
                  <a:pt x="6309967" y="5662245"/>
                </a:cubicBezTo>
                <a:cubicBezTo>
                  <a:pt x="6311788" y="5673776"/>
                  <a:pt x="6274160" y="5691983"/>
                  <a:pt x="6255346" y="5707762"/>
                </a:cubicBezTo>
                <a:cubicBezTo>
                  <a:pt x="6246242" y="5715652"/>
                  <a:pt x="6238960" y="5725362"/>
                  <a:pt x="6235318" y="5737500"/>
                </a:cubicBezTo>
                <a:cubicBezTo>
                  <a:pt x="6191014" y="5767239"/>
                  <a:pt x="6146710" y="5796977"/>
                  <a:pt x="6095124" y="5830963"/>
                </a:cubicBezTo>
                <a:cubicBezTo>
                  <a:pt x="6095124" y="5830963"/>
                  <a:pt x="6084199" y="5827322"/>
                  <a:pt x="6070848" y="5823074"/>
                </a:cubicBezTo>
                <a:cubicBezTo>
                  <a:pt x="6069027" y="5835819"/>
                  <a:pt x="6067206" y="5846743"/>
                  <a:pt x="6063565" y="5869805"/>
                </a:cubicBezTo>
                <a:cubicBezTo>
                  <a:pt x="6048392" y="5849171"/>
                  <a:pt x="6039895" y="5836425"/>
                  <a:pt x="6024723" y="5815791"/>
                </a:cubicBezTo>
                <a:cubicBezTo>
                  <a:pt x="6021081" y="5832177"/>
                  <a:pt x="6017440" y="5840674"/>
                  <a:pt x="6018047" y="5848563"/>
                </a:cubicBezTo>
                <a:cubicBezTo>
                  <a:pt x="6021688" y="5898937"/>
                  <a:pt x="6019868" y="5896509"/>
                  <a:pt x="5970101" y="5909254"/>
                </a:cubicBezTo>
                <a:cubicBezTo>
                  <a:pt x="5941577" y="5916537"/>
                  <a:pt x="5916694" y="5938385"/>
                  <a:pt x="5886956" y="5955378"/>
                </a:cubicBezTo>
                <a:cubicBezTo>
                  <a:pt x="5895453" y="5963268"/>
                  <a:pt x="5902735" y="5969944"/>
                  <a:pt x="5911232" y="5977227"/>
                </a:cubicBezTo>
                <a:cubicBezTo>
                  <a:pt x="5825052" y="6016069"/>
                  <a:pt x="5740692" y="6054910"/>
                  <a:pt x="5655726" y="6093752"/>
                </a:cubicBezTo>
                <a:cubicBezTo>
                  <a:pt x="5683644" y="6120456"/>
                  <a:pt x="5659974" y="6153836"/>
                  <a:pt x="5642374" y="6166581"/>
                </a:cubicBezTo>
                <a:cubicBezTo>
                  <a:pt x="5605353" y="6192677"/>
                  <a:pt x="5582898" y="6249119"/>
                  <a:pt x="5525849" y="6238195"/>
                </a:cubicBezTo>
                <a:cubicBezTo>
                  <a:pt x="5482152" y="6275823"/>
                  <a:pt x="5434207" y="6300099"/>
                  <a:pt x="5386868" y="6300099"/>
                </a:cubicBezTo>
                <a:cubicBezTo>
                  <a:pt x="5342564" y="6328017"/>
                  <a:pt x="5305543" y="6350472"/>
                  <a:pt x="5267915" y="6374141"/>
                </a:cubicBezTo>
                <a:cubicBezTo>
                  <a:pt x="5267308" y="6368679"/>
                  <a:pt x="5265488" y="6354720"/>
                  <a:pt x="5264274" y="6340155"/>
                </a:cubicBezTo>
                <a:cubicBezTo>
                  <a:pt x="5255777" y="6381424"/>
                  <a:pt x="5232715" y="6399025"/>
                  <a:pt x="5188411" y="6382638"/>
                </a:cubicBezTo>
                <a:cubicBezTo>
                  <a:pt x="5188411" y="6400238"/>
                  <a:pt x="5188411" y="6414197"/>
                  <a:pt x="5188411" y="6434224"/>
                </a:cubicBezTo>
                <a:cubicBezTo>
                  <a:pt x="5162314" y="6429370"/>
                  <a:pt x="5137431" y="6424514"/>
                  <a:pt x="5112548" y="6420873"/>
                </a:cubicBezTo>
                <a:cubicBezTo>
                  <a:pt x="5107693" y="6420266"/>
                  <a:pt x="5101624" y="6424514"/>
                  <a:pt x="5096769" y="6426942"/>
                </a:cubicBezTo>
                <a:cubicBezTo>
                  <a:pt x="5101017" y="6433618"/>
                  <a:pt x="5105872" y="6439687"/>
                  <a:pt x="5118010" y="6457894"/>
                </a:cubicBezTo>
                <a:cubicBezTo>
                  <a:pt x="5088272" y="6448790"/>
                  <a:pt x="5067030" y="6442114"/>
                  <a:pt x="5044575" y="6435439"/>
                </a:cubicBezTo>
                <a:cubicBezTo>
                  <a:pt x="5039720" y="6439080"/>
                  <a:pt x="5029402" y="6452432"/>
                  <a:pt x="5015444" y="6457894"/>
                </a:cubicBezTo>
                <a:cubicBezTo>
                  <a:pt x="5006947" y="6460928"/>
                  <a:pt x="4994202" y="6451218"/>
                  <a:pt x="4977209" y="6445149"/>
                </a:cubicBezTo>
                <a:cubicBezTo>
                  <a:pt x="4969926" y="6455466"/>
                  <a:pt x="4960822" y="6473066"/>
                  <a:pt x="4946864" y="6485204"/>
                </a:cubicBezTo>
                <a:cubicBezTo>
                  <a:pt x="4936546" y="6494308"/>
                  <a:pt x="4919553" y="6496129"/>
                  <a:pt x="4904987" y="6500984"/>
                </a:cubicBezTo>
                <a:cubicBezTo>
                  <a:pt x="4890422" y="6505839"/>
                  <a:pt x="4875856" y="6510694"/>
                  <a:pt x="4861897" y="6515550"/>
                </a:cubicBezTo>
                <a:cubicBezTo>
                  <a:pt x="4840656" y="6522832"/>
                  <a:pt x="4818807" y="6530115"/>
                  <a:pt x="4794531" y="6538005"/>
                </a:cubicBezTo>
                <a:cubicBezTo>
                  <a:pt x="4792104" y="6521619"/>
                  <a:pt x="4790283" y="6511908"/>
                  <a:pt x="4788462" y="6501591"/>
                </a:cubicBezTo>
                <a:cubicBezTo>
                  <a:pt x="4785428" y="6500984"/>
                  <a:pt x="4783000" y="6500377"/>
                  <a:pt x="4779966" y="6499770"/>
                </a:cubicBezTo>
                <a:cubicBezTo>
                  <a:pt x="4776324" y="6510087"/>
                  <a:pt x="4772683" y="6519798"/>
                  <a:pt x="4769041" y="6530115"/>
                </a:cubicBezTo>
                <a:cubicBezTo>
                  <a:pt x="4760545" y="6521012"/>
                  <a:pt x="4752655" y="6511908"/>
                  <a:pt x="4738696" y="6496129"/>
                </a:cubicBezTo>
                <a:cubicBezTo>
                  <a:pt x="4736876" y="6513729"/>
                  <a:pt x="4736268" y="6521619"/>
                  <a:pt x="4736268" y="6517977"/>
                </a:cubicBezTo>
                <a:cubicBezTo>
                  <a:pt x="4709565" y="6526474"/>
                  <a:pt x="4685289" y="6527081"/>
                  <a:pt x="4672544" y="6539826"/>
                </a:cubicBezTo>
                <a:cubicBezTo>
                  <a:pt x="4661620" y="6550750"/>
                  <a:pt x="4664654" y="6575026"/>
                  <a:pt x="4661013" y="6598695"/>
                </a:cubicBezTo>
                <a:cubicBezTo>
                  <a:pt x="4637343" y="6592019"/>
                  <a:pt x="4599715" y="6610833"/>
                  <a:pt x="4573012" y="6571384"/>
                </a:cubicBezTo>
                <a:cubicBezTo>
                  <a:pt x="4568763" y="6585950"/>
                  <a:pt x="4565122" y="6597481"/>
                  <a:pt x="4560874" y="6611440"/>
                </a:cubicBezTo>
                <a:cubicBezTo>
                  <a:pt x="4531135" y="6611440"/>
                  <a:pt x="4502004" y="6611440"/>
                  <a:pt x="4472266" y="6611440"/>
                </a:cubicBezTo>
                <a:cubicBezTo>
                  <a:pt x="4472266" y="6612654"/>
                  <a:pt x="4472266" y="6613261"/>
                  <a:pt x="4472873" y="6614475"/>
                </a:cubicBezTo>
                <a:cubicBezTo>
                  <a:pt x="4455273" y="6617510"/>
                  <a:pt x="4437672" y="6619937"/>
                  <a:pt x="4419465" y="6622971"/>
                </a:cubicBezTo>
                <a:cubicBezTo>
                  <a:pt x="4413396" y="6624185"/>
                  <a:pt x="4407934" y="6626613"/>
                  <a:pt x="4402472" y="6628433"/>
                </a:cubicBezTo>
                <a:cubicBezTo>
                  <a:pt x="4386086" y="6633896"/>
                  <a:pt x="4369699" y="6639358"/>
                  <a:pt x="4353313" y="6643606"/>
                </a:cubicBezTo>
                <a:cubicBezTo>
                  <a:pt x="4330858" y="6649068"/>
                  <a:pt x="4307188" y="6657565"/>
                  <a:pt x="4284733" y="6656351"/>
                </a:cubicBezTo>
                <a:cubicBezTo>
                  <a:pt x="4267133" y="6655137"/>
                  <a:pt x="4250746" y="6641786"/>
                  <a:pt x="4233146" y="6633289"/>
                </a:cubicBezTo>
                <a:cubicBezTo>
                  <a:pt x="4236788" y="6641786"/>
                  <a:pt x="4240429" y="6651496"/>
                  <a:pt x="4248319" y="6670917"/>
                </a:cubicBezTo>
                <a:cubicBezTo>
                  <a:pt x="4173063" y="6693979"/>
                  <a:pt x="4100234" y="6716434"/>
                  <a:pt x="4023158" y="6740104"/>
                </a:cubicBezTo>
                <a:cubicBezTo>
                  <a:pt x="4021944" y="6743745"/>
                  <a:pt x="4020123" y="6753455"/>
                  <a:pt x="4018303" y="6761345"/>
                </a:cubicBezTo>
                <a:cubicBezTo>
                  <a:pt x="3997061" y="6763166"/>
                  <a:pt x="3977640" y="6763166"/>
                  <a:pt x="3958826" y="6766201"/>
                </a:cubicBezTo>
                <a:cubicBezTo>
                  <a:pt x="3928481" y="6771055"/>
                  <a:pt x="3898136" y="6783800"/>
                  <a:pt x="3871432" y="6753455"/>
                </a:cubicBezTo>
                <a:cubicBezTo>
                  <a:pt x="3866577" y="6747994"/>
                  <a:pt x="3846549" y="6747994"/>
                  <a:pt x="3838660" y="6752848"/>
                </a:cubicBezTo>
                <a:cubicBezTo>
                  <a:pt x="3777362" y="6791084"/>
                  <a:pt x="3712423" y="6804435"/>
                  <a:pt x="3641416" y="6793511"/>
                </a:cubicBezTo>
                <a:cubicBezTo>
                  <a:pt x="3629885" y="6791690"/>
                  <a:pt x="3612892" y="6805042"/>
                  <a:pt x="3603788" y="6815966"/>
                </a:cubicBezTo>
                <a:cubicBezTo>
                  <a:pt x="3583760" y="6840242"/>
                  <a:pt x="3565553" y="6853594"/>
                  <a:pt x="3540670" y="6819001"/>
                </a:cubicBezTo>
                <a:cubicBezTo>
                  <a:pt x="3528532" y="6834173"/>
                  <a:pt x="3520036" y="6845098"/>
                  <a:pt x="3512753" y="6854202"/>
                </a:cubicBezTo>
                <a:cubicBezTo>
                  <a:pt x="3479373" y="6846312"/>
                  <a:pt x="3447814" y="6839029"/>
                  <a:pt x="3413828" y="6831139"/>
                </a:cubicBezTo>
                <a:cubicBezTo>
                  <a:pt x="3416255" y="6819001"/>
                  <a:pt x="3418076" y="6809291"/>
                  <a:pt x="3419897" y="6798973"/>
                </a:cubicBezTo>
                <a:cubicBezTo>
                  <a:pt x="3403510" y="6794118"/>
                  <a:pt x="3387731" y="6789263"/>
                  <a:pt x="3368310" y="6783800"/>
                </a:cubicBezTo>
                <a:cubicBezTo>
                  <a:pt x="3368917" y="6792297"/>
                  <a:pt x="3370131" y="6800187"/>
                  <a:pt x="3371345" y="6810504"/>
                </a:cubicBezTo>
                <a:cubicBezTo>
                  <a:pt x="3305799" y="6818394"/>
                  <a:pt x="3240253" y="6837815"/>
                  <a:pt x="3178349" y="6795938"/>
                </a:cubicBezTo>
                <a:cubicBezTo>
                  <a:pt x="3143149" y="6771662"/>
                  <a:pt x="3106128" y="6763166"/>
                  <a:pt x="3062431" y="6768021"/>
                </a:cubicBezTo>
                <a:cubicBezTo>
                  <a:pt x="3043617" y="6770449"/>
                  <a:pt x="3022375" y="6754669"/>
                  <a:pt x="3002348" y="6748600"/>
                </a:cubicBezTo>
                <a:cubicBezTo>
                  <a:pt x="2990816" y="6744959"/>
                  <a:pt x="2978678" y="6742531"/>
                  <a:pt x="2966540" y="6741317"/>
                </a:cubicBezTo>
                <a:cubicBezTo>
                  <a:pt x="2932554" y="6737069"/>
                  <a:pt x="2890678" y="6758917"/>
                  <a:pt x="2870650" y="6710365"/>
                </a:cubicBezTo>
                <a:cubicBezTo>
                  <a:pt x="2869436" y="6707331"/>
                  <a:pt x="2863367" y="6704296"/>
                  <a:pt x="2860939" y="6704903"/>
                </a:cubicBezTo>
                <a:cubicBezTo>
                  <a:pt x="2816028" y="6722503"/>
                  <a:pt x="2804497" y="6676986"/>
                  <a:pt x="2777794" y="6659993"/>
                </a:cubicBezTo>
                <a:cubicBezTo>
                  <a:pt x="2771725" y="6655744"/>
                  <a:pt x="2772938" y="6639965"/>
                  <a:pt x="2769904" y="6624185"/>
                </a:cubicBezTo>
                <a:cubicBezTo>
                  <a:pt x="2766262" y="6624185"/>
                  <a:pt x="2753517" y="6625399"/>
                  <a:pt x="2741379" y="6624185"/>
                </a:cubicBezTo>
                <a:cubicBezTo>
                  <a:pt x="2726207" y="6622364"/>
                  <a:pt x="2703751" y="6623579"/>
                  <a:pt x="2697075" y="6614475"/>
                </a:cubicBezTo>
                <a:cubicBezTo>
                  <a:pt x="2664303" y="6569564"/>
                  <a:pt x="2604826" y="6568350"/>
                  <a:pt x="2568412" y="6521619"/>
                </a:cubicBezTo>
                <a:cubicBezTo>
                  <a:pt x="2525322" y="6465784"/>
                  <a:pt x="2459777" y="6425121"/>
                  <a:pt x="2398479" y="6386887"/>
                </a:cubicBezTo>
                <a:cubicBezTo>
                  <a:pt x="2370562" y="6369286"/>
                  <a:pt x="2338396" y="6357148"/>
                  <a:pt x="2308658" y="6340155"/>
                </a:cubicBezTo>
                <a:cubicBezTo>
                  <a:pt x="2271030" y="6318913"/>
                  <a:pt x="2256464" y="6281285"/>
                  <a:pt x="2224298" y="6261257"/>
                </a:cubicBezTo>
                <a:cubicBezTo>
                  <a:pt x="2184850" y="6236981"/>
                  <a:pt x="2141760" y="6219381"/>
                  <a:pt x="2099276" y="6199353"/>
                </a:cubicBezTo>
                <a:cubicBezTo>
                  <a:pt x="2091387" y="6195712"/>
                  <a:pt x="2076821" y="6198140"/>
                  <a:pt x="2073786" y="6193284"/>
                </a:cubicBezTo>
                <a:cubicBezTo>
                  <a:pt x="2051331" y="6152622"/>
                  <a:pt x="2010062" y="6165367"/>
                  <a:pt x="1973648" y="6155049"/>
                </a:cubicBezTo>
                <a:cubicBezTo>
                  <a:pt x="1982144" y="6114387"/>
                  <a:pt x="1957261" y="6096787"/>
                  <a:pt x="1923274" y="6083435"/>
                </a:cubicBezTo>
                <a:cubicBezTo>
                  <a:pt x="1895357" y="6072511"/>
                  <a:pt x="1872295" y="6031241"/>
                  <a:pt x="1877150" y="6005751"/>
                </a:cubicBezTo>
                <a:cubicBezTo>
                  <a:pt x="1826777" y="5991186"/>
                  <a:pt x="1777011" y="5974799"/>
                  <a:pt x="1746059" y="5927461"/>
                </a:cubicBezTo>
                <a:cubicBezTo>
                  <a:pt x="1741811" y="5921392"/>
                  <a:pt x="1735135" y="5915323"/>
                  <a:pt x="1728459" y="5912895"/>
                </a:cubicBezTo>
                <a:cubicBezTo>
                  <a:pt x="1679907" y="5894688"/>
                  <a:pt x="1664127" y="5853419"/>
                  <a:pt x="1652596" y="5808508"/>
                </a:cubicBezTo>
                <a:cubicBezTo>
                  <a:pt x="1651382" y="5803653"/>
                  <a:pt x="1648348" y="5798798"/>
                  <a:pt x="1645313" y="5794549"/>
                </a:cubicBezTo>
                <a:cubicBezTo>
                  <a:pt x="1623465" y="5765418"/>
                  <a:pt x="1623465" y="5765418"/>
                  <a:pt x="1638637" y="5734466"/>
                </a:cubicBezTo>
                <a:cubicBezTo>
                  <a:pt x="1587657" y="5718686"/>
                  <a:pt x="1536678" y="5702300"/>
                  <a:pt x="1483877" y="5685914"/>
                </a:cubicBezTo>
                <a:cubicBezTo>
                  <a:pt x="1484484" y="5688948"/>
                  <a:pt x="1485091" y="5695624"/>
                  <a:pt x="1486305" y="5711404"/>
                </a:cubicBezTo>
                <a:cubicBezTo>
                  <a:pt x="1395269" y="5631292"/>
                  <a:pt x="1283599" y="5627651"/>
                  <a:pt x="1170715" y="5602768"/>
                </a:cubicBezTo>
                <a:cubicBezTo>
                  <a:pt x="1185281" y="5591844"/>
                  <a:pt x="1195598" y="5583954"/>
                  <a:pt x="1201060" y="5579706"/>
                </a:cubicBezTo>
                <a:cubicBezTo>
                  <a:pt x="1165253" y="5558464"/>
                  <a:pt x="1127625" y="5536616"/>
                  <a:pt x="1089997" y="5514160"/>
                </a:cubicBezTo>
                <a:cubicBezTo>
                  <a:pt x="1084535" y="5511126"/>
                  <a:pt x="1075432" y="5506271"/>
                  <a:pt x="1075432" y="5502022"/>
                </a:cubicBezTo>
                <a:cubicBezTo>
                  <a:pt x="1077252" y="5443760"/>
                  <a:pt x="1039624" y="5461967"/>
                  <a:pt x="1008065" y="5466215"/>
                </a:cubicBezTo>
                <a:cubicBezTo>
                  <a:pt x="1004424" y="5466822"/>
                  <a:pt x="1000783" y="5465001"/>
                  <a:pt x="993500" y="5463787"/>
                </a:cubicBezTo>
                <a:cubicBezTo>
                  <a:pt x="998355" y="5454077"/>
                  <a:pt x="1003210" y="5446187"/>
                  <a:pt x="1005031" y="5441939"/>
                </a:cubicBezTo>
                <a:cubicBezTo>
                  <a:pt x="974686" y="5389745"/>
                  <a:pt x="915816" y="5355152"/>
                  <a:pt x="944947" y="5275648"/>
                </a:cubicBezTo>
                <a:cubicBezTo>
                  <a:pt x="920671" y="5283537"/>
                  <a:pt x="904892" y="5288999"/>
                  <a:pt x="875761" y="5298710"/>
                </a:cubicBezTo>
                <a:cubicBezTo>
                  <a:pt x="929775" y="5245909"/>
                  <a:pt x="889719" y="5244089"/>
                  <a:pt x="856947" y="5240447"/>
                </a:cubicBezTo>
                <a:cubicBezTo>
                  <a:pt x="873333" y="5212529"/>
                  <a:pt x="811429" y="5147591"/>
                  <a:pt x="751345" y="5131205"/>
                </a:cubicBezTo>
                <a:cubicBezTo>
                  <a:pt x="760449" y="5106929"/>
                  <a:pt x="769553" y="5083259"/>
                  <a:pt x="778656" y="5057769"/>
                </a:cubicBezTo>
                <a:cubicBezTo>
                  <a:pt x="745276" y="5044417"/>
                  <a:pt x="708255" y="5029245"/>
                  <a:pt x="670021" y="5014072"/>
                </a:cubicBezTo>
                <a:cubicBezTo>
                  <a:pt x="687014" y="4998900"/>
                  <a:pt x="702793" y="4983727"/>
                  <a:pt x="723428" y="4965520"/>
                </a:cubicBezTo>
                <a:cubicBezTo>
                  <a:pt x="691262" y="4953989"/>
                  <a:pt x="663952" y="4944278"/>
                  <a:pt x="637248" y="4935175"/>
                </a:cubicBezTo>
                <a:cubicBezTo>
                  <a:pt x="636034" y="4938209"/>
                  <a:pt x="634820" y="4941851"/>
                  <a:pt x="633606" y="4944886"/>
                </a:cubicBezTo>
                <a:cubicBezTo>
                  <a:pt x="614792" y="4917575"/>
                  <a:pt x="596585" y="4889657"/>
                  <a:pt x="579592" y="4864774"/>
                </a:cubicBezTo>
                <a:cubicBezTo>
                  <a:pt x="587482" y="4838678"/>
                  <a:pt x="598406" y="4815008"/>
                  <a:pt x="599620" y="4790125"/>
                </a:cubicBezTo>
                <a:cubicBezTo>
                  <a:pt x="600227" y="4777380"/>
                  <a:pt x="584447" y="4760387"/>
                  <a:pt x="571702" y="4751891"/>
                </a:cubicBezTo>
                <a:cubicBezTo>
                  <a:pt x="545606" y="4734290"/>
                  <a:pt x="515867" y="4721545"/>
                  <a:pt x="526792" y="4678455"/>
                </a:cubicBezTo>
                <a:cubicBezTo>
                  <a:pt x="498267" y="4687559"/>
                  <a:pt x="472777" y="4731863"/>
                  <a:pt x="452749" y="4679062"/>
                </a:cubicBezTo>
                <a:cubicBezTo>
                  <a:pt x="406018" y="4693021"/>
                  <a:pt x="396307" y="4688166"/>
                  <a:pt x="396307" y="4651752"/>
                </a:cubicBezTo>
                <a:cubicBezTo>
                  <a:pt x="407839" y="4657821"/>
                  <a:pt x="419370" y="4664496"/>
                  <a:pt x="430901" y="4671172"/>
                </a:cubicBezTo>
                <a:cubicBezTo>
                  <a:pt x="413908" y="4642041"/>
                  <a:pt x="428473" y="4579530"/>
                  <a:pt x="360500" y="4611696"/>
                </a:cubicBezTo>
                <a:cubicBezTo>
                  <a:pt x="360500" y="4607447"/>
                  <a:pt x="359893" y="4603199"/>
                  <a:pt x="359893" y="4598344"/>
                </a:cubicBezTo>
                <a:cubicBezTo>
                  <a:pt x="377493" y="4583171"/>
                  <a:pt x="395094" y="4567392"/>
                  <a:pt x="415728" y="4549185"/>
                </a:cubicBezTo>
                <a:cubicBezTo>
                  <a:pt x="402983" y="4540688"/>
                  <a:pt x="387811" y="4530978"/>
                  <a:pt x="370818" y="4520054"/>
                </a:cubicBezTo>
                <a:cubicBezTo>
                  <a:pt x="386597" y="4501240"/>
                  <a:pt x="401163" y="4482426"/>
                  <a:pt x="413301" y="4467860"/>
                </a:cubicBezTo>
                <a:cubicBezTo>
                  <a:pt x="391452" y="4463005"/>
                  <a:pt x="370818" y="4458756"/>
                  <a:pt x="350183" y="4452687"/>
                </a:cubicBezTo>
                <a:cubicBezTo>
                  <a:pt x="348969" y="4452081"/>
                  <a:pt x="352610" y="4436301"/>
                  <a:pt x="354431" y="4426591"/>
                </a:cubicBezTo>
                <a:cubicBezTo>
                  <a:pt x="345328" y="4425377"/>
                  <a:pt x="333796" y="4423556"/>
                  <a:pt x="322265" y="4422342"/>
                </a:cubicBezTo>
                <a:cubicBezTo>
                  <a:pt x="321658" y="4419308"/>
                  <a:pt x="321052" y="4416273"/>
                  <a:pt x="320445" y="4413239"/>
                </a:cubicBezTo>
                <a:cubicBezTo>
                  <a:pt x="351397" y="4401101"/>
                  <a:pt x="382349" y="4389570"/>
                  <a:pt x="412694" y="4377432"/>
                </a:cubicBezTo>
                <a:cubicBezTo>
                  <a:pt x="382349" y="4368328"/>
                  <a:pt x="349576" y="4386535"/>
                  <a:pt x="329548" y="4347693"/>
                </a:cubicBezTo>
                <a:cubicBezTo>
                  <a:pt x="338652" y="4341624"/>
                  <a:pt x="346541" y="4335555"/>
                  <a:pt x="350790" y="4332521"/>
                </a:cubicBezTo>
                <a:cubicBezTo>
                  <a:pt x="336831" y="4319776"/>
                  <a:pt x="322872" y="4307638"/>
                  <a:pt x="305272" y="4292465"/>
                </a:cubicBezTo>
                <a:cubicBezTo>
                  <a:pt x="347148" y="4287003"/>
                  <a:pt x="383562" y="4281541"/>
                  <a:pt x="430294" y="4275472"/>
                </a:cubicBezTo>
                <a:cubicBezTo>
                  <a:pt x="374459" y="4253623"/>
                  <a:pt x="327727" y="4238451"/>
                  <a:pt x="284030" y="4217209"/>
                </a:cubicBezTo>
                <a:cubicBezTo>
                  <a:pt x="264610" y="4208106"/>
                  <a:pt x="247616" y="4189898"/>
                  <a:pt x="235478" y="4171085"/>
                </a:cubicBezTo>
                <a:cubicBezTo>
                  <a:pt x="230016" y="4163195"/>
                  <a:pt x="239727" y="4144988"/>
                  <a:pt x="243975" y="4125567"/>
                </a:cubicBezTo>
                <a:cubicBezTo>
                  <a:pt x="228195" y="4121318"/>
                  <a:pt x="209988" y="4116463"/>
                  <a:pt x="195423" y="4112215"/>
                </a:cubicBezTo>
                <a:cubicBezTo>
                  <a:pt x="194209" y="4092794"/>
                  <a:pt x="192995" y="4074587"/>
                  <a:pt x="191781" y="4055773"/>
                </a:cubicBezTo>
                <a:cubicBezTo>
                  <a:pt x="188140" y="4055773"/>
                  <a:pt x="184498" y="4055166"/>
                  <a:pt x="181464" y="4055166"/>
                </a:cubicBezTo>
                <a:cubicBezTo>
                  <a:pt x="186926" y="4047276"/>
                  <a:pt x="192995" y="4039387"/>
                  <a:pt x="200885" y="4028462"/>
                </a:cubicBezTo>
                <a:cubicBezTo>
                  <a:pt x="186319" y="4023607"/>
                  <a:pt x="174788" y="4019359"/>
                  <a:pt x="159009" y="4013897"/>
                </a:cubicBezTo>
                <a:cubicBezTo>
                  <a:pt x="171753" y="4003579"/>
                  <a:pt x="182678" y="3995083"/>
                  <a:pt x="197850" y="3982945"/>
                </a:cubicBezTo>
                <a:cubicBezTo>
                  <a:pt x="183285" y="3962917"/>
                  <a:pt x="168719" y="3944103"/>
                  <a:pt x="152939" y="3922254"/>
                </a:cubicBezTo>
                <a:cubicBezTo>
                  <a:pt x="156581" y="3917399"/>
                  <a:pt x="163864" y="3909509"/>
                  <a:pt x="175395" y="3895551"/>
                </a:cubicBezTo>
                <a:cubicBezTo>
                  <a:pt x="158402" y="3898585"/>
                  <a:pt x="147477" y="3900406"/>
                  <a:pt x="135946" y="3902227"/>
                </a:cubicBezTo>
                <a:cubicBezTo>
                  <a:pt x="135339" y="3900406"/>
                  <a:pt x="134732" y="3897978"/>
                  <a:pt x="133519" y="3896158"/>
                </a:cubicBezTo>
                <a:cubicBezTo>
                  <a:pt x="153546" y="3885840"/>
                  <a:pt x="173574" y="3874916"/>
                  <a:pt x="196636" y="3862778"/>
                </a:cubicBezTo>
                <a:cubicBezTo>
                  <a:pt x="178429" y="3860957"/>
                  <a:pt x="162650" y="3859744"/>
                  <a:pt x="135339" y="3856709"/>
                </a:cubicBezTo>
                <a:cubicBezTo>
                  <a:pt x="154760" y="3834860"/>
                  <a:pt x="168112" y="3820295"/>
                  <a:pt x="182678" y="3804515"/>
                </a:cubicBezTo>
                <a:cubicBezTo>
                  <a:pt x="171753" y="3803301"/>
                  <a:pt x="162043" y="3802695"/>
                  <a:pt x="152333" y="3801481"/>
                </a:cubicBezTo>
                <a:cubicBezTo>
                  <a:pt x="152333" y="3799053"/>
                  <a:pt x="151726" y="3797232"/>
                  <a:pt x="151726" y="3794805"/>
                </a:cubicBezTo>
                <a:cubicBezTo>
                  <a:pt x="163864" y="3791163"/>
                  <a:pt x="176002" y="3786915"/>
                  <a:pt x="188747" y="3783274"/>
                </a:cubicBezTo>
                <a:cubicBezTo>
                  <a:pt x="151119" y="3780846"/>
                  <a:pt x="145050" y="3758391"/>
                  <a:pt x="143229" y="3728652"/>
                </a:cubicBezTo>
                <a:cubicBezTo>
                  <a:pt x="142622" y="3717728"/>
                  <a:pt x="127450" y="3707411"/>
                  <a:pt x="119560" y="3696487"/>
                </a:cubicBezTo>
                <a:cubicBezTo>
                  <a:pt x="114705" y="3689811"/>
                  <a:pt x="107422" y="3681314"/>
                  <a:pt x="109242" y="3675852"/>
                </a:cubicBezTo>
                <a:cubicBezTo>
                  <a:pt x="111063" y="3669783"/>
                  <a:pt x="120774" y="3662500"/>
                  <a:pt x="128056" y="3660679"/>
                </a:cubicBezTo>
                <a:cubicBezTo>
                  <a:pt x="145657" y="3657038"/>
                  <a:pt x="163864" y="3657038"/>
                  <a:pt x="182678" y="3647934"/>
                </a:cubicBezTo>
                <a:cubicBezTo>
                  <a:pt x="143836" y="3645507"/>
                  <a:pt x="104387" y="3643079"/>
                  <a:pt x="61297" y="3640651"/>
                </a:cubicBezTo>
                <a:cubicBezTo>
                  <a:pt x="74042" y="3629121"/>
                  <a:pt x="86180" y="3617589"/>
                  <a:pt x="101353" y="3604237"/>
                </a:cubicBezTo>
                <a:cubicBezTo>
                  <a:pt x="89822" y="3596348"/>
                  <a:pt x="80111" y="3590279"/>
                  <a:pt x="67366" y="3581175"/>
                </a:cubicBezTo>
                <a:cubicBezTo>
                  <a:pt x="81325" y="3569644"/>
                  <a:pt x="94677" y="3559327"/>
                  <a:pt x="110456" y="3546582"/>
                </a:cubicBezTo>
                <a:cubicBezTo>
                  <a:pt x="107422" y="3532623"/>
                  <a:pt x="103173" y="3515630"/>
                  <a:pt x="98318" y="3494995"/>
                </a:cubicBezTo>
                <a:cubicBezTo>
                  <a:pt x="87394" y="3501064"/>
                  <a:pt x="77077" y="3506526"/>
                  <a:pt x="66152" y="3511988"/>
                </a:cubicBezTo>
                <a:cubicBezTo>
                  <a:pt x="64939" y="3490140"/>
                  <a:pt x="63725" y="3470719"/>
                  <a:pt x="61904" y="3445229"/>
                </a:cubicBezTo>
                <a:cubicBezTo>
                  <a:pt x="65545" y="3443408"/>
                  <a:pt x="75256" y="3437946"/>
                  <a:pt x="87394" y="3431270"/>
                </a:cubicBezTo>
                <a:cubicBezTo>
                  <a:pt x="81932" y="3420953"/>
                  <a:pt x="77684" y="3412456"/>
                  <a:pt x="72828" y="3403353"/>
                </a:cubicBezTo>
                <a:cubicBezTo>
                  <a:pt x="93463" y="3400318"/>
                  <a:pt x="112884" y="3397890"/>
                  <a:pt x="133519" y="3394856"/>
                </a:cubicBezTo>
                <a:cubicBezTo>
                  <a:pt x="122594" y="3362083"/>
                  <a:pt x="112884" y="3332952"/>
                  <a:pt x="99532" y="3292290"/>
                </a:cubicBezTo>
                <a:cubicBezTo>
                  <a:pt x="114705" y="3300786"/>
                  <a:pt x="123201" y="3305641"/>
                  <a:pt x="135339" y="3312924"/>
                </a:cubicBezTo>
                <a:cubicBezTo>
                  <a:pt x="136553" y="3311710"/>
                  <a:pt x="141408" y="3306248"/>
                  <a:pt x="148084" y="3302000"/>
                </a:cubicBezTo>
                <a:cubicBezTo>
                  <a:pt x="152939" y="3298965"/>
                  <a:pt x="158402" y="3297145"/>
                  <a:pt x="165684" y="3294110"/>
                </a:cubicBezTo>
                <a:cubicBezTo>
                  <a:pt x="146264" y="3269227"/>
                  <a:pt x="100139" y="3305034"/>
                  <a:pt x="96498" y="3255268"/>
                </a:cubicBezTo>
                <a:cubicBezTo>
                  <a:pt x="106208" y="3249806"/>
                  <a:pt x="117739" y="3243737"/>
                  <a:pt x="127450" y="3238882"/>
                </a:cubicBezTo>
                <a:cubicBezTo>
                  <a:pt x="111063" y="3202468"/>
                  <a:pt x="93463" y="3167267"/>
                  <a:pt x="42483" y="3182440"/>
                </a:cubicBezTo>
                <a:cubicBezTo>
                  <a:pt x="37628" y="3183654"/>
                  <a:pt x="28524" y="3170302"/>
                  <a:pt x="13959" y="3156950"/>
                </a:cubicBezTo>
                <a:cubicBezTo>
                  <a:pt x="35200" y="3159378"/>
                  <a:pt x="46125" y="3159985"/>
                  <a:pt x="56442" y="3161198"/>
                </a:cubicBezTo>
                <a:cubicBezTo>
                  <a:pt x="67973" y="3127212"/>
                  <a:pt x="84359" y="3096260"/>
                  <a:pt x="52194" y="3064701"/>
                </a:cubicBezTo>
                <a:cubicBezTo>
                  <a:pt x="46732" y="3059239"/>
                  <a:pt x="57656" y="3037997"/>
                  <a:pt x="61904" y="3019790"/>
                </a:cubicBezTo>
                <a:cubicBezTo>
                  <a:pt x="40056" y="3019790"/>
                  <a:pt x="21848" y="3019790"/>
                  <a:pt x="3641" y="3019790"/>
                </a:cubicBezTo>
                <a:cubicBezTo>
                  <a:pt x="2428" y="3016756"/>
                  <a:pt x="1214" y="3013721"/>
                  <a:pt x="0" y="3011294"/>
                </a:cubicBezTo>
                <a:cubicBezTo>
                  <a:pt x="10317" y="3003404"/>
                  <a:pt x="20635" y="2996121"/>
                  <a:pt x="30952" y="2988231"/>
                </a:cubicBezTo>
                <a:cubicBezTo>
                  <a:pt x="20635" y="2941500"/>
                  <a:pt x="32166" y="2902051"/>
                  <a:pt x="72828" y="2876561"/>
                </a:cubicBezTo>
                <a:cubicBezTo>
                  <a:pt x="51587" y="2834078"/>
                  <a:pt x="30952" y="2792809"/>
                  <a:pt x="10317" y="2752146"/>
                </a:cubicBezTo>
                <a:cubicBezTo>
                  <a:pt x="13352" y="2749112"/>
                  <a:pt x="15779" y="2746077"/>
                  <a:pt x="18814" y="2742436"/>
                </a:cubicBezTo>
                <a:cubicBezTo>
                  <a:pt x="30952" y="2746684"/>
                  <a:pt x="44911" y="2748505"/>
                  <a:pt x="54621" y="2755787"/>
                </a:cubicBezTo>
                <a:cubicBezTo>
                  <a:pt x="82539" y="2777029"/>
                  <a:pt x="108636" y="2760643"/>
                  <a:pt x="117739" y="2741222"/>
                </a:cubicBezTo>
                <a:cubicBezTo>
                  <a:pt x="135339" y="2704201"/>
                  <a:pt x="148084" y="2721801"/>
                  <a:pt x="172967" y="2744256"/>
                </a:cubicBezTo>
                <a:cubicBezTo>
                  <a:pt x="163257" y="2703594"/>
                  <a:pt x="155974" y="2672035"/>
                  <a:pt x="148084" y="2638655"/>
                </a:cubicBezTo>
                <a:cubicBezTo>
                  <a:pt x="164471" y="2625910"/>
                  <a:pt x="186319" y="2608917"/>
                  <a:pt x="208168" y="2591924"/>
                </a:cubicBezTo>
                <a:cubicBezTo>
                  <a:pt x="143836" y="2585855"/>
                  <a:pt x="176002" y="2522737"/>
                  <a:pt x="146264" y="2501495"/>
                </a:cubicBezTo>
                <a:cubicBezTo>
                  <a:pt x="155367" y="2477826"/>
                  <a:pt x="163864" y="2455371"/>
                  <a:pt x="172967" y="2430488"/>
                </a:cubicBezTo>
                <a:cubicBezTo>
                  <a:pt x="168112" y="2429274"/>
                  <a:pt x="154153" y="2430488"/>
                  <a:pt x="146870" y="2423812"/>
                </a:cubicBezTo>
                <a:cubicBezTo>
                  <a:pt x="135946" y="2414101"/>
                  <a:pt x="125022" y="2399536"/>
                  <a:pt x="123808" y="2386184"/>
                </a:cubicBezTo>
                <a:cubicBezTo>
                  <a:pt x="121987" y="2365549"/>
                  <a:pt x="126843" y="2344308"/>
                  <a:pt x="131091" y="2323673"/>
                </a:cubicBezTo>
                <a:cubicBezTo>
                  <a:pt x="138374" y="2286045"/>
                  <a:pt x="142015" y="2247203"/>
                  <a:pt x="188747" y="2232031"/>
                </a:cubicBezTo>
                <a:cubicBezTo>
                  <a:pt x="202705" y="2227175"/>
                  <a:pt x="212416" y="2207754"/>
                  <a:pt x="222733" y="2196223"/>
                </a:cubicBezTo>
                <a:cubicBezTo>
                  <a:pt x="213630" y="2188334"/>
                  <a:pt x="201492" y="2177409"/>
                  <a:pt x="189354" y="2167092"/>
                </a:cubicBezTo>
                <a:cubicBezTo>
                  <a:pt x="213023" y="2119147"/>
                  <a:pt x="251865" y="2119147"/>
                  <a:pt x="296775" y="2134926"/>
                </a:cubicBezTo>
                <a:cubicBezTo>
                  <a:pt x="297989" y="2130678"/>
                  <a:pt x="298596" y="2126429"/>
                  <a:pt x="299810" y="2122181"/>
                </a:cubicBezTo>
                <a:cubicBezTo>
                  <a:pt x="288886" y="2114291"/>
                  <a:pt x="278568" y="2105188"/>
                  <a:pt x="267037" y="2098512"/>
                </a:cubicBezTo>
                <a:cubicBezTo>
                  <a:pt x="243368" y="2085767"/>
                  <a:pt x="234871" y="2070594"/>
                  <a:pt x="251258" y="2045711"/>
                </a:cubicBezTo>
                <a:cubicBezTo>
                  <a:pt x="270679" y="2016580"/>
                  <a:pt x="290706" y="1994125"/>
                  <a:pt x="332583" y="2009904"/>
                </a:cubicBezTo>
                <a:cubicBezTo>
                  <a:pt x="347148" y="2015366"/>
                  <a:pt x="368390" y="2004442"/>
                  <a:pt x="386597" y="2000801"/>
                </a:cubicBezTo>
                <a:cubicBezTo>
                  <a:pt x="385990" y="1995945"/>
                  <a:pt x="385383" y="1991697"/>
                  <a:pt x="384776" y="1986842"/>
                </a:cubicBezTo>
                <a:cubicBezTo>
                  <a:pt x="368997" y="1984414"/>
                  <a:pt x="353217" y="1981987"/>
                  <a:pt x="337438" y="1979559"/>
                </a:cubicBezTo>
                <a:cubicBezTo>
                  <a:pt x="361107" y="1973490"/>
                  <a:pt x="386597" y="1970455"/>
                  <a:pt x="379314" y="1934648"/>
                </a:cubicBezTo>
                <a:cubicBezTo>
                  <a:pt x="378707" y="1930400"/>
                  <a:pt x="392059" y="1920689"/>
                  <a:pt x="400556" y="1917048"/>
                </a:cubicBezTo>
                <a:cubicBezTo>
                  <a:pt x="420584" y="1908551"/>
                  <a:pt x="441825" y="1901875"/>
                  <a:pt x="463067" y="1894593"/>
                </a:cubicBezTo>
                <a:cubicBezTo>
                  <a:pt x="462460" y="1891558"/>
                  <a:pt x="461853" y="1887917"/>
                  <a:pt x="460639" y="1884882"/>
                </a:cubicBezTo>
                <a:cubicBezTo>
                  <a:pt x="449108" y="1883668"/>
                  <a:pt x="436970" y="1882455"/>
                  <a:pt x="418156" y="1880634"/>
                </a:cubicBezTo>
                <a:cubicBezTo>
                  <a:pt x="428473" y="1870923"/>
                  <a:pt x="435149" y="1864854"/>
                  <a:pt x="443646" y="1856965"/>
                </a:cubicBezTo>
                <a:cubicBezTo>
                  <a:pt x="438791" y="1848468"/>
                  <a:pt x="433329" y="1838757"/>
                  <a:pt x="429080" y="1830261"/>
                </a:cubicBezTo>
                <a:cubicBezTo>
                  <a:pt x="445467" y="1816909"/>
                  <a:pt x="460639" y="1804164"/>
                  <a:pt x="479453" y="1788992"/>
                </a:cubicBezTo>
                <a:cubicBezTo>
                  <a:pt x="479453" y="1788992"/>
                  <a:pt x="485522" y="1792026"/>
                  <a:pt x="493412" y="1796274"/>
                </a:cubicBezTo>
                <a:cubicBezTo>
                  <a:pt x="493412" y="1784743"/>
                  <a:pt x="493412" y="1775033"/>
                  <a:pt x="493412" y="1762895"/>
                </a:cubicBezTo>
                <a:cubicBezTo>
                  <a:pt x="503729" y="1760467"/>
                  <a:pt x="514047" y="1758040"/>
                  <a:pt x="524971" y="1755612"/>
                </a:cubicBezTo>
                <a:cubicBezTo>
                  <a:pt x="524971" y="1752577"/>
                  <a:pt x="524971" y="1750150"/>
                  <a:pt x="524971" y="1747115"/>
                </a:cubicBezTo>
                <a:cubicBezTo>
                  <a:pt x="515260" y="1745901"/>
                  <a:pt x="505550" y="1744081"/>
                  <a:pt x="495233" y="1742867"/>
                </a:cubicBezTo>
                <a:cubicBezTo>
                  <a:pt x="489770" y="1682784"/>
                  <a:pt x="527398" y="1639087"/>
                  <a:pt x="588089" y="1651225"/>
                </a:cubicBezTo>
                <a:cubicBezTo>
                  <a:pt x="561992" y="1623914"/>
                  <a:pt x="541964" y="1602065"/>
                  <a:pt x="523150" y="1582038"/>
                </a:cubicBezTo>
                <a:cubicBezTo>
                  <a:pt x="540750" y="1583251"/>
                  <a:pt x="562599" y="1584465"/>
                  <a:pt x="590516" y="1586286"/>
                </a:cubicBezTo>
                <a:cubicBezTo>
                  <a:pt x="578985" y="1571720"/>
                  <a:pt x="569882" y="1560796"/>
                  <a:pt x="560778" y="1549872"/>
                </a:cubicBezTo>
                <a:cubicBezTo>
                  <a:pt x="561992" y="1547444"/>
                  <a:pt x="563813" y="1545017"/>
                  <a:pt x="565026" y="1543196"/>
                </a:cubicBezTo>
                <a:cubicBezTo>
                  <a:pt x="581413" y="1554120"/>
                  <a:pt x="597799" y="1565044"/>
                  <a:pt x="614792" y="1575969"/>
                </a:cubicBezTo>
                <a:cubicBezTo>
                  <a:pt x="622075" y="1569900"/>
                  <a:pt x="631786" y="1562010"/>
                  <a:pt x="643924" y="1551693"/>
                </a:cubicBezTo>
                <a:cubicBezTo>
                  <a:pt x="619041" y="1540768"/>
                  <a:pt x="579592" y="1551086"/>
                  <a:pt x="583840" y="1504961"/>
                </a:cubicBezTo>
                <a:cubicBezTo>
                  <a:pt x="563206" y="1501320"/>
                  <a:pt x="541357" y="1497071"/>
                  <a:pt x="518902" y="1492823"/>
                </a:cubicBezTo>
                <a:cubicBezTo>
                  <a:pt x="518902" y="1489788"/>
                  <a:pt x="518295" y="1487361"/>
                  <a:pt x="518295" y="1484326"/>
                </a:cubicBezTo>
                <a:cubicBezTo>
                  <a:pt x="538323" y="1481292"/>
                  <a:pt x="558350" y="1478257"/>
                  <a:pt x="571095" y="1476437"/>
                </a:cubicBezTo>
                <a:cubicBezTo>
                  <a:pt x="573523" y="1467333"/>
                  <a:pt x="574737" y="1453981"/>
                  <a:pt x="577771" y="1453981"/>
                </a:cubicBezTo>
                <a:cubicBezTo>
                  <a:pt x="605082" y="1450947"/>
                  <a:pt x="632999" y="1450340"/>
                  <a:pt x="660310" y="1449126"/>
                </a:cubicBezTo>
                <a:cubicBezTo>
                  <a:pt x="662131" y="1445485"/>
                  <a:pt x="663345" y="1441843"/>
                  <a:pt x="665165" y="1438202"/>
                </a:cubicBezTo>
                <a:cubicBezTo>
                  <a:pt x="654848" y="1430312"/>
                  <a:pt x="644531" y="1421815"/>
                  <a:pt x="632999" y="1413319"/>
                </a:cubicBezTo>
                <a:cubicBezTo>
                  <a:pt x="654241" y="1386008"/>
                  <a:pt x="680945" y="1362339"/>
                  <a:pt x="725856" y="1372656"/>
                </a:cubicBezTo>
                <a:cubicBezTo>
                  <a:pt x="735566" y="1375084"/>
                  <a:pt x="748311" y="1365373"/>
                  <a:pt x="762270" y="1359911"/>
                </a:cubicBezTo>
                <a:cubicBezTo>
                  <a:pt x="773194" y="1361732"/>
                  <a:pt x="788367" y="1364160"/>
                  <a:pt x="804146" y="1366587"/>
                </a:cubicBezTo>
                <a:cubicBezTo>
                  <a:pt x="805360" y="1362339"/>
                  <a:pt x="807181" y="1358091"/>
                  <a:pt x="808394" y="1353842"/>
                </a:cubicBezTo>
                <a:cubicBezTo>
                  <a:pt x="788367" y="1341097"/>
                  <a:pt x="768946" y="1328352"/>
                  <a:pt x="744063" y="1313180"/>
                </a:cubicBezTo>
                <a:cubicBezTo>
                  <a:pt x="744063" y="1328352"/>
                  <a:pt x="744063" y="1335028"/>
                  <a:pt x="744063" y="1347773"/>
                </a:cubicBezTo>
                <a:cubicBezTo>
                  <a:pt x="731925" y="1339884"/>
                  <a:pt x="723428" y="1334421"/>
                  <a:pt x="713718" y="1327745"/>
                </a:cubicBezTo>
                <a:cubicBezTo>
                  <a:pt x="730104" y="1308932"/>
                  <a:pt x="742849" y="1293759"/>
                  <a:pt x="761056" y="1273124"/>
                </a:cubicBezTo>
                <a:cubicBezTo>
                  <a:pt x="784725" y="1284655"/>
                  <a:pt x="815677" y="1325318"/>
                  <a:pt x="851484" y="1274945"/>
                </a:cubicBezTo>
                <a:cubicBezTo>
                  <a:pt x="846629" y="1267662"/>
                  <a:pt x="840560" y="1259772"/>
                  <a:pt x="831457" y="1247027"/>
                </a:cubicBezTo>
                <a:cubicBezTo>
                  <a:pt x="847843" y="1245814"/>
                  <a:pt x="860588" y="1243993"/>
                  <a:pt x="872119" y="1245207"/>
                </a:cubicBezTo>
                <a:cubicBezTo>
                  <a:pt x="873940" y="1245207"/>
                  <a:pt x="876367" y="1260379"/>
                  <a:pt x="874547" y="1267055"/>
                </a:cubicBezTo>
                <a:cubicBezTo>
                  <a:pt x="870905" y="1282228"/>
                  <a:pt x="864836" y="1296793"/>
                  <a:pt x="866657" y="1316214"/>
                </a:cubicBezTo>
                <a:cubicBezTo>
                  <a:pt x="871512" y="1310752"/>
                  <a:pt x="876974" y="1305290"/>
                  <a:pt x="881830" y="1299828"/>
                </a:cubicBezTo>
                <a:cubicBezTo>
                  <a:pt x="890933" y="1289511"/>
                  <a:pt x="900644" y="1280407"/>
                  <a:pt x="907926" y="1268876"/>
                </a:cubicBezTo>
                <a:cubicBezTo>
                  <a:pt x="917030" y="1254310"/>
                  <a:pt x="926133" y="1239138"/>
                  <a:pt x="929775" y="1222751"/>
                </a:cubicBezTo>
                <a:cubicBezTo>
                  <a:pt x="933416" y="1206365"/>
                  <a:pt x="930382" y="1188158"/>
                  <a:pt x="930382" y="1165702"/>
                </a:cubicBezTo>
                <a:cubicBezTo>
                  <a:pt x="933416" y="1165702"/>
                  <a:pt x="946161" y="1165702"/>
                  <a:pt x="964975" y="1165702"/>
                </a:cubicBezTo>
                <a:cubicBezTo>
                  <a:pt x="957086" y="1154778"/>
                  <a:pt x="952230" y="1146888"/>
                  <a:pt x="946768" y="1138999"/>
                </a:cubicBezTo>
                <a:cubicBezTo>
                  <a:pt x="958906" y="1134144"/>
                  <a:pt x="971044" y="1129895"/>
                  <a:pt x="994713" y="1120185"/>
                </a:cubicBezTo>
                <a:cubicBezTo>
                  <a:pt x="970437" y="1112295"/>
                  <a:pt x="956479" y="1108047"/>
                  <a:pt x="943127" y="1103798"/>
                </a:cubicBezTo>
                <a:cubicBezTo>
                  <a:pt x="944341" y="1089233"/>
                  <a:pt x="945554" y="1074060"/>
                  <a:pt x="946768" y="1058888"/>
                </a:cubicBezTo>
                <a:cubicBezTo>
                  <a:pt x="944341" y="1055853"/>
                  <a:pt x="941913" y="1052819"/>
                  <a:pt x="938878" y="1049784"/>
                </a:cubicBezTo>
                <a:cubicBezTo>
                  <a:pt x="979541" y="1037646"/>
                  <a:pt x="1020203" y="1025508"/>
                  <a:pt x="1061473" y="1013370"/>
                </a:cubicBezTo>
                <a:cubicBezTo>
                  <a:pt x="1059045" y="1011549"/>
                  <a:pt x="1051762" y="1006694"/>
                  <a:pt x="1045086" y="1002446"/>
                </a:cubicBezTo>
                <a:cubicBezTo>
                  <a:pt x="1046300" y="998197"/>
                  <a:pt x="1046907" y="994556"/>
                  <a:pt x="1048121" y="990308"/>
                </a:cubicBezTo>
                <a:cubicBezTo>
                  <a:pt x="1066328" y="994556"/>
                  <a:pt x="1083928" y="998804"/>
                  <a:pt x="1106991" y="1004873"/>
                </a:cubicBezTo>
                <a:cubicBezTo>
                  <a:pt x="1110632" y="993342"/>
                  <a:pt x="1116701" y="974528"/>
                  <a:pt x="1121556" y="958142"/>
                </a:cubicBezTo>
                <a:cubicBezTo>
                  <a:pt x="1153115" y="947824"/>
                  <a:pt x="1185888" y="936900"/>
                  <a:pt x="1225337" y="924155"/>
                </a:cubicBezTo>
                <a:cubicBezTo>
                  <a:pt x="1193171" y="891989"/>
                  <a:pt x="1189529" y="881065"/>
                  <a:pt x="1232012" y="874996"/>
                </a:cubicBezTo>
                <a:cubicBezTo>
                  <a:pt x="1258109" y="871355"/>
                  <a:pt x="1289061" y="848292"/>
                  <a:pt x="1302413" y="825230"/>
                </a:cubicBezTo>
                <a:cubicBezTo>
                  <a:pt x="1328510" y="781533"/>
                  <a:pt x="1364317" y="766360"/>
                  <a:pt x="1401945" y="764540"/>
                </a:cubicBezTo>
                <a:cubicBezTo>
                  <a:pt x="1394055" y="743905"/>
                  <a:pt x="1385559" y="722664"/>
                  <a:pt x="1373421" y="690498"/>
                </a:cubicBezTo>
                <a:cubicBezTo>
                  <a:pt x="1454746" y="734802"/>
                  <a:pt x="1458387" y="654083"/>
                  <a:pt x="1493587" y="629200"/>
                </a:cubicBezTo>
                <a:cubicBezTo>
                  <a:pt x="1519684" y="610993"/>
                  <a:pt x="1533036" y="575186"/>
                  <a:pt x="1573699" y="579434"/>
                </a:cubicBezTo>
                <a:cubicBezTo>
                  <a:pt x="1576733" y="580041"/>
                  <a:pt x="1582802" y="577614"/>
                  <a:pt x="1583409" y="575186"/>
                </a:cubicBezTo>
                <a:cubicBezTo>
                  <a:pt x="1603437" y="516317"/>
                  <a:pt x="1664127" y="528455"/>
                  <a:pt x="1709038" y="504179"/>
                </a:cubicBezTo>
                <a:cubicBezTo>
                  <a:pt x="1699327" y="495682"/>
                  <a:pt x="1692045" y="489006"/>
                  <a:pt x="1680513" y="478082"/>
                </a:cubicBezTo>
                <a:cubicBezTo>
                  <a:pt x="1695079" y="471406"/>
                  <a:pt x="1709038" y="459268"/>
                  <a:pt x="1716928" y="462302"/>
                </a:cubicBezTo>
                <a:cubicBezTo>
                  <a:pt x="1753342" y="476868"/>
                  <a:pt x="1769121" y="451378"/>
                  <a:pt x="1789149" y="430743"/>
                </a:cubicBezTo>
                <a:cubicBezTo>
                  <a:pt x="1796432" y="423460"/>
                  <a:pt x="1807356" y="417998"/>
                  <a:pt x="1817067" y="414357"/>
                </a:cubicBezTo>
                <a:cubicBezTo>
                  <a:pt x="1846198" y="403433"/>
                  <a:pt x="1878971" y="402219"/>
                  <a:pt x="1892323" y="363377"/>
                </a:cubicBezTo>
                <a:cubicBezTo>
                  <a:pt x="1895964" y="353060"/>
                  <a:pt x="1926916" y="353060"/>
                  <a:pt x="1946337" y="353060"/>
                </a:cubicBezTo>
                <a:cubicBezTo>
                  <a:pt x="2000958" y="317859"/>
                  <a:pt x="2053759" y="275376"/>
                  <a:pt x="2127194" y="320287"/>
                </a:cubicBezTo>
                <a:cubicBezTo>
                  <a:pt x="2127194" y="306328"/>
                  <a:pt x="2127194" y="299045"/>
                  <a:pt x="2127194" y="288728"/>
                </a:cubicBezTo>
                <a:cubicBezTo>
                  <a:pt x="2141760" y="289942"/>
                  <a:pt x="2159360" y="286907"/>
                  <a:pt x="2169070" y="293583"/>
                </a:cubicBezTo>
                <a:cubicBezTo>
                  <a:pt x="2211553" y="325142"/>
                  <a:pt x="2234616" y="288121"/>
                  <a:pt x="2256464" y="266880"/>
                </a:cubicBezTo>
                <a:cubicBezTo>
                  <a:pt x="2277706" y="245638"/>
                  <a:pt x="2288630" y="214079"/>
                  <a:pt x="2305623" y="184948"/>
                </a:cubicBezTo>
                <a:cubicBezTo>
                  <a:pt x="2334148" y="191624"/>
                  <a:pt x="2364493" y="198300"/>
                  <a:pt x="2395445" y="204976"/>
                </a:cubicBezTo>
                <a:cubicBezTo>
                  <a:pt x="2396659" y="189803"/>
                  <a:pt x="2397872" y="177058"/>
                  <a:pt x="2397872" y="169775"/>
                </a:cubicBezTo>
                <a:cubicBezTo>
                  <a:pt x="2428218" y="155210"/>
                  <a:pt x="2453708" y="138216"/>
                  <a:pt x="2481625" y="130933"/>
                </a:cubicBezTo>
                <a:cubicBezTo>
                  <a:pt x="2500439" y="126078"/>
                  <a:pt x="2527750" y="127899"/>
                  <a:pt x="2542922" y="138216"/>
                </a:cubicBezTo>
                <a:cubicBezTo>
                  <a:pt x="2593295" y="174023"/>
                  <a:pt x="2606647" y="174630"/>
                  <a:pt x="2659448" y="143678"/>
                </a:cubicBezTo>
                <a:cubicBezTo>
                  <a:pt x="2682510" y="130326"/>
                  <a:pt x="2713462" y="132147"/>
                  <a:pt x="2728634" y="103623"/>
                </a:cubicBezTo>
                <a:cubicBezTo>
                  <a:pt x="2729848" y="101195"/>
                  <a:pt x="2744414" y="106657"/>
                  <a:pt x="2752304" y="106050"/>
                </a:cubicBezTo>
                <a:cubicBezTo>
                  <a:pt x="2783256" y="103016"/>
                  <a:pt x="2816028" y="103016"/>
                  <a:pt x="2845160" y="93912"/>
                </a:cubicBezTo>
                <a:cubicBezTo>
                  <a:pt x="2887036" y="81774"/>
                  <a:pt x="2927092" y="62353"/>
                  <a:pt x="2969575" y="45967"/>
                </a:cubicBezTo>
                <a:cubicBezTo>
                  <a:pt x="2972002" y="59926"/>
                  <a:pt x="2973823" y="70850"/>
                  <a:pt x="2978678" y="95126"/>
                </a:cubicBezTo>
                <a:cubicBezTo>
                  <a:pt x="2998099" y="76919"/>
                  <a:pt x="3010844" y="64174"/>
                  <a:pt x="3024803" y="53250"/>
                </a:cubicBezTo>
                <a:cubicBezTo>
                  <a:pt x="3039369" y="42326"/>
                  <a:pt x="3054541" y="29581"/>
                  <a:pt x="3071534" y="24119"/>
                </a:cubicBezTo>
                <a:cubicBezTo>
                  <a:pt x="3096417" y="16229"/>
                  <a:pt x="3123728" y="13194"/>
                  <a:pt x="3150432" y="8339"/>
                </a:cubicBezTo>
                <a:cubicBezTo>
                  <a:pt x="3197163" y="59926"/>
                  <a:pt x="3262709" y="19263"/>
                  <a:pt x="3322185" y="29581"/>
                </a:cubicBezTo>
                <a:cubicBezTo>
                  <a:pt x="3320971" y="41112"/>
                  <a:pt x="3319758" y="52643"/>
                  <a:pt x="3317937" y="64781"/>
                </a:cubicBezTo>
                <a:cubicBezTo>
                  <a:pt x="3333716" y="10160"/>
                  <a:pt x="3387731" y="19870"/>
                  <a:pt x="3423538" y="449"/>
                </a:cubicBezTo>
                <a:cubicBezTo>
                  <a:pt x="3428393" y="-1978"/>
                  <a:pt x="3445386" y="5911"/>
                  <a:pt x="3449028" y="12587"/>
                </a:cubicBezTo>
                <a:cubicBezTo>
                  <a:pt x="3468449" y="52643"/>
                  <a:pt x="3495152" y="55677"/>
                  <a:pt x="3529746" y="33222"/>
                </a:cubicBezTo>
                <a:cubicBezTo>
                  <a:pt x="3535815" y="28974"/>
                  <a:pt x="3545525" y="29581"/>
                  <a:pt x="3562519" y="26546"/>
                </a:cubicBezTo>
                <a:cubicBezTo>
                  <a:pt x="3547953" y="38077"/>
                  <a:pt x="3541884" y="44146"/>
                  <a:pt x="3535208" y="52036"/>
                </a:cubicBezTo>
                <a:cubicBezTo>
                  <a:pt x="3579512" y="65388"/>
                  <a:pt x="3603181" y="51429"/>
                  <a:pt x="3601968" y="18656"/>
                </a:cubicBezTo>
                <a:cubicBezTo>
                  <a:pt x="3638382" y="20477"/>
                  <a:pt x="3675403" y="22905"/>
                  <a:pt x="3712423" y="24725"/>
                </a:cubicBezTo>
                <a:cubicBezTo>
                  <a:pt x="3712423" y="21691"/>
                  <a:pt x="3711817" y="19263"/>
                  <a:pt x="3711817" y="16229"/>
                </a:cubicBezTo>
                <a:cubicBezTo>
                  <a:pt x="3739127" y="28974"/>
                  <a:pt x="3765831" y="41719"/>
                  <a:pt x="3793142" y="54464"/>
                </a:cubicBezTo>
                <a:cubicBezTo>
                  <a:pt x="3795569" y="52036"/>
                  <a:pt x="3797997" y="49002"/>
                  <a:pt x="3800424" y="46574"/>
                </a:cubicBezTo>
                <a:cubicBezTo>
                  <a:pt x="3796176" y="39291"/>
                  <a:pt x="3792535" y="32008"/>
                  <a:pt x="3792535" y="32008"/>
                </a:cubicBezTo>
                <a:cubicBezTo>
                  <a:pt x="3861722" y="40505"/>
                  <a:pt x="3937585" y="49608"/>
                  <a:pt x="4013447" y="58712"/>
                </a:cubicBezTo>
                <a:cubicBezTo>
                  <a:pt x="4010413" y="61140"/>
                  <a:pt x="4004951" y="65388"/>
                  <a:pt x="4004344" y="65995"/>
                </a:cubicBezTo>
                <a:cubicBezTo>
                  <a:pt x="4098414" y="69636"/>
                  <a:pt x="4197339" y="73885"/>
                  <a:pt x="4306581" y="78133"/>
                </a:cubicBezTo>
                <a:cubicBezTo>
                  <a:pt x="4289588" y="92092"/>
                  <a:pt x="4283519" y="97554"/>
                  <a:pt x="4277450" y="102409"/>
                </a:cubicBezTo>
                <a:cubicBezTo>
                  <a:pt x="4302940" y="122437"/>
                  <a:pt x="4299299" y="169775"/>
                  <a:pt x="4342996" y="160672"/>
                </a:cubicBezTo>
                <a:cubicBezTo>
                  <a:pt x="4353313" y="158244"/>
                  <a:pt x="4361203" y="144892"/>
                  <a:pt x="4372734" y="134575"/>
                </a:cubicBezTo>
                <a:cubicBezTo>
                  <a:pt x="4361203" y="126078"/>
                  <a:pt x="4351492" y="118795"/>
                  <a:pt x="4339961" y="110906"/>
                </a:cubicBezTo>
                <a:cubicBezTo>
                  <a:pt x="4376982" y="96947"/>
                  <a:pt x="4376982" y="96947"/>
                  <a:pt x="4430997" y="156423"/>
                </a:cubicBezTo>
                <a:lnTo>
                  <a:pt x="4429783" y="155210"/>
                </a:lnTo>
                <a:cubicBezTo>
                  <a:pt x="4430997" y="168561"/>
                  <a:pt x="4432210" y="181913"/>
                  <a:pt x="4434031" y="204369"/>
                </a:cubicBezTo>
                <a:cubicBezTo>
                  <a:pt x="4460735" y="193444"/>
                  <a:pt x="4485618" y="180699"/>
                  <a:pt x="4512322" y="174630"/>
                </a:cubicBezTo>
                <a:cubicBezTo>
                  <a:pt x="4532956" y="169775"/>
                  <a:pt x="4550556" y="158244"/>
                  <a:pt x="4578474" y="173417"/>
                </a:cubicBezTo>
                <a:cubicBezTo>
                  <a:pt x="4610033" y="191017"/>
                  <a:pt x="4653123" y="187375"/>
                  <a:pt x="4693785" y="193444"/>
                </a:cubicBezTo>
                <a:cubicBezTo>
                  <a:pt x="4693179" y="187375"/>
                  <a:pt x="4691965" y="180699"/>
                  <a:pt x="4691358" y="173417"/>
                </a:cubicBezTo>
                <a:cubicBezTo>
                  <a:pt x="4731413" y="163099"/>
                  <a:pt x="4770862" y="155816"/>
                  <a:pt x="4800600" y="199513"/>
                </a:cubicBezTo>
                <a:cubicBezTo>
                  <a:pt x="4783607" y="193444"/>
                  <a:pt x="4766614" y="186768"/>
                  <a:pt x="4745979" y="179486"/>
                </a:cubicBezTo>
                <a:cubicBezTo>
                  <a:pt x="4745372" y="192231"/>
                  <a:pt x="4744765" y="202548"/>
                  <a:pt x="4744765" y="212258"/>
                </a:cubicBezTo>
                <a:cubicBezTo>
                  <a:pt x="4704709" y="237748"/>
                  <a:pt x="4651302" y="241390"/>
                  <a:pt x="4622778" y="288121"/>
                </a:cubicBezTo>
                <a:cubicBezTo>
                  <a:pt x="4658585" y="268093"/>
                  <a:pt x="4699248" y="328784"/>
                  <a:pt x="4730807" y="279625"/>
                </a:cubicBezTo>
                <a:cubicBezTo>
                  <a:pt x="4725344" y="271735"/>
                  <a:pt x="4720489" y="263845"/>
                  <a:pt x="4713813" y="254135"/>
                </a:cubicBezTo>
                <a:cubicBezTo>
                  <a:pt x="4735055" y="246852"/>
                  <a:pt x="4753262" y="240783"/>
                  <a:pt x="4775717" y="233500"/>
                </a:cubicBezTo>
                <a:cubicBezTo>
                  <a:pt x="4755689" y="266273"/>
                  <a:pt x="4737482" y="296011"/>
                  <a:pt x="4715634" y="332425"/>
                </a:cubicBezTo>
                <a:cubicBezTo>
                  <a:pt x="4745372" y="332425"/>
                  <a:pt x="4769648" y="332425"/>
                  <a:pt x="4798779" y="332425"/>
                </a:cubicBezTo>
                <a:cubicBezTo>
                  <a:pt x="4794531" y="345170"/>
                  <a:pt x="4791497" y="353667"/>
                  <a:pt x="4788462" y="362163"/>
                </a:cubicBezTo>
                <a:cubicBezTo>
                  <a:pt x="4810311" y="369446"/>
                  <a:pt x="4831552" y="380977"/>
                  <a:pt x="4853401" y="382191"/>
                </a:cubicBezTo>
                <a:cubicBezTo>
                  <a:pt x="4861897" y="382798"/>
                  <a:pt x="4871608" y="360343"/>
                  <a:pt x="4880711" y="348205"/>
                </a:cubicBezTo>
                <a:cubicBezTo>
                  <a:pt x="4884353" y="343349"/>
                  <a:pt x="4887994" y="337280"/>
                  <a:pt x="4892849" y="333639"/>
                </a:cubicBezTo>
                <a:cubicBezTo>
                  <a:pt x="4908022" y="322108"/>
                  <a:pt x="4923194" y="311183"/>
                  <a:pt x="4936546" y="301473"/>
                </a:cubicBezTo>
                <a:cubicBezTo>
                  <a:pt x="4958395" y="304508"/>
                  <a:pt x="4982671" y="308149"/>
                  <a:pt x="5007554" y="311790"/>
                </a:cubicBezTo>
                <a:cubicBezTo>
                  <a:pt x="5005126" y="325749"/>
                  <a:pt x="5001485" y="345170"/>
                  <a:pt x="4996023" y="375515"/>
                </a:cubicBezTo>
                <a:cubicBezTo>
                  <a:pt x="4966285" y="382191"/>
                  <a:pt x="4927443" y="390688"/>
                  <a:pt x="4888601" y="399184"/>
                </a:cubicBezTo>
                <a:cubicBezTo>
                  <a:pt x="4889208" y="401612"/>
                  <a:pt x="4889208" y="404646"/>
                  <a:pt x="4889815" y="407074"/>
                </a:cubicBezTo>
                <a:cubicBezTo>
                  <a:pt x="4910450" y="407074"/>
                  <a:pt x="4933512" y="412536"/>
                  <a:pt x="4951719" y="405860"/>
                </a:cubicBezTo>
                <a:cubicBezTo>
                  <a:pt x="4981457" y="395543"/>
                  <a:pt x="5002092" y="407074"/>
                  <a:pt x="5023333" y="422854"/>
                </a:cubicBezTo>
                <a:cubicBezTo>
                  <a:pt x="5053678" y="445309"/>
                  <a:pt x="5080382" y="452592"/>
                  <a:pt x="5102231" y="411929"/>
                </a:cubicBezTo>
                <a:cubicBezTo>
                  <a:pt x="5105265" y="406467"/>
                  <a:pt x="5110727" y="402219"/>
                  <a:pt x="5111334" y="401612"/>
                </a:cubicBezTo>
                <a:cubicBezTo>
                  <a:pt x="5136824" y="405253"/>
                  <a:pt x="5158673" y="408895"/>
                  <a:pt x="5184163" y="412536"/>
                </a:cubicBezTo>
                <a:cubicBezTo>
                  <a:pt x="5157459" y="433778"/>
                  <a:pt x="5133183" y="453199"/>
                  <a:pt x="5105872" y="475654"/>
                </a:cubicBezTo>
                <a:cubicBezTo>
                  <a:pt x="5142893" y="480509"/>
                  <a:pt x="5176273" y="483544"/>
                  <a:pt x="5209046" y="489006"/>
                </a:cubicBezTo>
                <a:cubicBezTo>
                  <a:pt x="5224218" y="491434"/>
                  <a:pt x="5238177" y="498716"/>
                  <a:pt x="5252743" y="504179"/>
                </a:cubicBezTo>
                <a:cubicBezTo>
                  <a:pt x="5252136" y="507820"/>
                  <a:pt x="5251529" y="511461"/>
                  <a:pt x="5250922" y="515710"/>
                </a:cubicBezTo>
                <a:cubicBezTo>
                  <a:pt x="5259419" y="510854"/>
                  <a:pt x="5267915" y="505999"/>
                  <a:pt x="5277626" y="499930"/>
                </a:cubicBezTo>
                <a:cubicBezTo>
                  <a:pt x="5280053" y="505392"/>
                  <a:pt x="5282481" y="509034"/>
                  <a:pt x="5281874" y="512068"/>
                </a:cubicBezTo>
                <a:cubicBezTo>
                  <a:pt x="5279446" y="530882"/>
                  <a:pt x="5278840" y="541806"/>
                  <a:pt x="5306150" y="535737"/>
                </a:cubicBezTo>
                <a:cubicBezTo>
                  <a:pt x="5327392" y="530882"/>
                  <a:pt x="5351668" y="538165"/>
                  <a:pt x="5381406" y="540593"/>
                </a:cubicBezTo>
                <a:cubicBezTo>
                  <a:pt x="5370482" y="556372"/>
                  <a:pt x="5363199" y="567903"/>
                  <a:pt x="5355916" y="578828"/>
                </a:cubicBezTo>
                <a:cubicBezTo>
                  <a:pt x="5381406" y="602497"/>
                  <a:pt x="5426317" y="601890"/>
                  <a:pt x="5453627" y="579434"/>
                </a:cubicBezTo>
                <a:cubicBezTo>
                  <a:pt x="5470621" y="565476"/>
                  <a:pt x="5487007" y="530882"/>
                  <a:pt x="5511283" y="575186"/>
                </a:cubicBezTo>
                <a:cubicBezTo>
                  <a:pt x="5514924" y="581862"/>
                  <a:pt x="5537380" y="576400"/>
                  <a:pt x="5550732" y="579434"/>
                </a:cubicBezTo>
                <a:cubicBezTo>
                  <a:pt x="5563477" y="582469"/>
                  <a:pt x="5575615" y="587931"/>
                  <a:pt x="5587146" y="593393"/>
                </a:cubicBezTo>
                <a:cubicBezTo>
                  <a:pt x="5598677" y="598855"/>
                  <a:pt x="5610208" y="604924"/>
                  <a:pt x="5622346" y="611600"/>
                </a:cubicBezTo>
                <a:cubicBezTo>
                  <a:pt x="5619919" y="621918"/>
                  <a:pt x="5616884" y="634056"/>
                  <a:pt x="5615063" y="641945"/>
                </a:cubicBezTo>
                <a:cubicBezTo>
                  <a:pt x="5672719" y="648621"/>
                  <a:pt x="5727948" y="654690"/>
                  <a:pt x="5795314" y="662580"/>
                </a:cubicBezTo>
                <a:cubicBezTo>
                  <a:pt x="5811700" y="671684"/>
                  <a:pt x="5839617" y="688070"/>
                  <a:pt x="5868142" y="704456"/>
                </a:cubicBezTo>
                <a:cubicBezTo>
                  <a:pt x="5867535" y="708098"/>
                  <a:pt x="5866928" y="712346"/>
                  <a:pt x="5865715" y="715988"/>
                </a:cubicBezTo>
                <a:cubicBezTo>
                  <a:pt x="5840831" y="719022"/>
                  <a:pt x="5815948" y="722057"/>
                  <a:pt x="5791065" y="725091"/>
                </a:cubicBezTo>
                <a:cubicBezTo>
                  <a:pt x="5769824" y="686856"/>
                  <a:pt x="5738872" y="710525"/>
                  <a:pt x="5709133" y="712953"/>
                </a:cubicBezTo>
                <a:cubicBezTo>
                  <a:pt x="5716416" y="725698"/>
                  <a:pt x="5727340" y="736622"/>
                  <a:pt x="5737658" y="736622"/>
                </a:cubicBezTo>
                <a:cubicBezTo>
                  <a:pt x="5753438" y="733588"/>
                  <a:pt x="5771645" y="726305"/>
                  <a:pt x="5789852" y="722057"/>
                </a:cubicBezTo>
                <a:close/>
                <a:moveTo>
                  <a:pt x="6053247" y="964818"/>
                </a:moveTo>
                <a:cubicBezTo>
                  <a:pt x="6058102" y="935686"/>
                  <a:pt x="6048392" y="917479"/>
                  <a:pt x="6018654" y="912017"/>
                </a:cubicBezTo>
                <a:cubicBezTo>
                  <a:pt x="6013192" y="910803"/>
                  <a:pt x="6001054" y="916872"/>
                  <a:pt x="6001054" y="919907"/>
                </a:cubicBezTo>
                <a:cubicBezTo>
                  <a:pt x="6001054" y="927190"/>
                  <a:pt x="6004088" y="937507"/>
                  <a:pt x="6009550" y="941148"/>
                </a:cubicBezTo>
                <a:cubicBezTo>
                  <a:pt x="6022295" y="950252"/>
                  <a:pt x="6036861" y="956321"/>
                  <a:pt x="6053247" y="964818"/>
                </a:cubicBezTo>
                <a:close/>
                <a:moveTo>
                  <a:pt x="2041014" y="6022138"/>
                </a:moveTo>
                <a:cubicBezTo>
                  <a:pt x="2000958" y="5984510"/>
                  <a:pt x="2000958" y="5984510"/>
                  <a:pt x="1972434" y="5997255"/>
                </a:cubicBezTo>
                <a:cubicBezTo>
                  <a:pt x="1983358" y="6023352"/>
                  <a:pt x="1983358" y="6023352"/>
                  <a:pt x="2041014" y="6022138"/>
                </a:cubicBezTo>
                <a:close/>
                <a:moveTo>
                  <a:pt x="5010589" y="434992"/>
                </a:moveTo>
                <a:cubicBezTo>
                  <a:pt x="5019085" y="461695"/>
                  <a:pt x="5022727" y="493861"/>
                  <a:pt x="5070065" y="481723"/>
                </a:cubicBezTo>
                <a:cubicBezTo>
                  <a:pt x="5047003" y="463516"/>
                  <a:pt x="5028796" y="449557"/>
                  <a:pt x="5010589" y="434992"/>
                </a:cubicBezTo>
                <a:close/>
              </a:path>
            </a:pathLst>
          </a:custGeom>
          <a:solidFill>
            <a:schemeClr val="accent1"/>
          </a:solidFill>
          <a:ln w="6069"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5751102" y="3539165"/>
            <a:ext cx="137160" cy="128402"/>
          </a:xfrm>
          <a:custGeom>
            <a:avLst/>
            <a:gdLst>
              <a:gd name="connsiteX0" fmla="*/ 5789852 w 7319245"/>
              <a:gd name="connsiteY0" fmla="*/ 722057 h 6851930"/>
              <a:gd name="connsiteX1" fmla="*/ 5810486 w 7319245"/>
              <a:gd name="connsiteY1" fmla="*/ 753616 h 6851930"/>
              <a:gd name="connsiteX2" fmla="*/ 5737051 w 7319245"/>
              <a:gd name="connsiteY2" fmla="*/ 783961 h 6851930"/>
              <a:gd name="connsiteX3" fmla="*/ 5876639 w 7319245"/>
              <a:gd name="connsiteY3" fmla="*/ 833120 h 6851930"/>
              <a:gd name="connsiteX4" fmla="*/ 5924584 w 7319245"/>
              <a:gd name="connsiteY4" fmla="*/ 833727 h 6851930"/>
              <a:gd name="connsiteX5" fmla="*/ 5968281 w 7319245"/>
              <a:gd name="connsiteY5" fmla="*/ 828265 h 6851930"/>
              <a:gd name="connsiteX6" fmla="*/ 5958571 w 7319245"/>
              <a:gd name="connsiteY6" fmla="*/ 868927 h 6851930"/>
              <a:gd name="connsiteX7" fmla="*/ 6044751 w 7319245"/>
              <a:gd name="connsiteY7" fmla="*/ 878637 h 6851930"/>
              <a:gd name="connsiteX8" fmla="*/ 6070848 w 7319245"/>
              <a:gd name="connsiteY8" fmla="*/ 926583 h 6851930"/>
              <a:gd name="connsiteX9" fmla="*/ 6161883 w 7319245"/>
              <a:gd name="connsiteY9" fmla="*/ 966638 h 6851930"/>
              <a:gd name="connsiteX10" fmla="*/ 6177056 w 7319245"/>
              <a:gd name="connsiteY10" fmla="*/ 969066 h 6851930"/>
              <a:gd name="connsiteX11" fmla="*/ 6210435 w 7319245"/>
              <a:gd name="connsiteY11" fmla="*/ 1018225 h 6851930"/>
              <a:gd name="connsiteX12" fmla="*/ 6229856 w 7319245"/>
              <a:gd name="connsiteY12" fmla="*/ 1029149 h 6851930"/>
              <a:gd name="connsiteX13" fmla="*/ 6265664 w 7319245"/>
              <a:gd name="connsiteY13" fmla="*/ 1047356 h 6851930"/>
              <a:gd name="connsiteX14" fmla="*/ 6303291 w 7319245"/>
              <a:gd name="connsiteY14" fmla="*/ 1074667 h 6851930"/>
              <a:gd name="connsiteX15" fmla="*/ 6294794 w 7319245"/>
              <a:gd name="connsiteY15" fmla="*/ 1086805 h 6851930"/>
              <a:gd name="connsiteX16" fmla="*/ 6260201 w 7319245"/>
              <a:gd name="connsiteY16" fmla="*/ 1064350 h 6851930"/>
              <a:gd name="connsiteX17" fmla="*/ 6255346 w 7319245"/>
              <a:gd name="connsiteY17" fmla="*/ 1097729 h 6851930"/>
              <a:gd name="connsiteX18" fmla="*/ 6357912 w 7319245"/>
              <a:gd name="connsiteY18" fmla="*/ 1104405 h 6851930"/>
              <a:gd name="connsiteX19" fmla="*/ 6358519 w 7319245"/>
              <a:gd name="connsiteY19" fmla="*/ 1114116 h 6851930"/>
              <a:gd name="connsiteX20" fmla="*/ 6295401 w 7319245"/>
              <a:gd name="connsiteY20" fmla="*/ 1126254 h 6851930"/>
              <a:gd name="connsiteX21" fmla="*/ 6397968 w 7319245"/>
              <a:gd name="connsiteY21" fmla="*/ 1165702 h 6851930"/>
              <a:gd name="connsiteX22" fmla="*/ 6296009 w 7319245"/>
              <a:gd name="connsiteY22" fmla="*/ 1203937 h 6851930"/>
              <a:gd name="connsiteX23" fmla="*/ 6336064 w 7319245"/>
              <a:gd name="connsiteY23" fmla="*/ 1229427 h 6851930"/>
              <a:gd name="connsiteX24" fmla="*/ 6380975 w 7319245"/>
              <a:gd name="connsiteY24" fmla="*/ 1234889 h 6851930"/>
              <a:gd name="connsiteX25" fmla="*/ 6434989 w 7319245"/>
              <a:gd name="connsiteY25" fmla="*/ 1250669 h 6851930"/>
              <a:gd name="connsiteX26" fmla="*/ 6453196 w 7319245"/>
              <a:gd name="connsiteY26" fmla="*/ 1319856 h 6851930"/>
              <a:gd name="connsiteX27" fmla="*/ 6485969 w 7319245"/>
              <a:gd name="connsiteY27" fmla="*/ 1384187 h 6851930"/>
              <a:gd name="connsiteX28" fmla="*/ 6505997 w 7319245"/>
              <a:gd name="connsiteY28" fmla="*/ 1408464 h 6851930"/>
              <a:gd name="connsiteX29" fmla="*/ 6575184 w 7319245"/>
              <a:gd name="connsiteY29" fmla="*/ 1470975 h 6851930"/>
              <a:gd name="connsiteX30" fmla="*/ 6612205 w 7319245"/>
              <a:gd name="connsiteY30" fmla="*/ 1508602 h 6851930"/>
              <a:gd name="connsiteX31" fmla="*/ 6637694 w 7319245"/>
              <a:gd name="connsiteY31" fmla="*/ 1531665 h 6851930"/>
              <a:gd name="connsiteX32" fmla="*/ 6692922 w 7319245"/>
              <a:gd name="connsiteY32" fmla="*/ 1550479 h 6851930"/>
              <a:gd name="connsiteX33" fmla="*/ 6648619 w 7319245"/>
              <a:gd name="connsiteY33" fmla="*/ 1569900 h 6851930"/>
              <a:gd name="connsiteX34" fmla="*/ 6683819 w 7319245"/>
              <a:gd name="connsiteY34" fmla="*/ 1577789 h 6851930"/>
              <a:gd name="connsiteX35" fmla="*/ 6647405 w 7319245"/>
              <a:gd name="connsiteY35" fmla="*/ 1609348 h 6851930"/>
              <a:gd name="connsiteX36" fmla="*/ 6703240 w 7319245"/>
              <a:gd name="connsiteY36" fmla="*/ 1619059 h 6851930"/>
              <a:gd name="connsiteX37" fmla="*/ 6633446 w 7319245"/>
              <a:gd name="connsiteY37" fmla="*/ 1658508 h 6851930"/>
              <a:gd name="connsiteX38" fmla="*/ 6683212 w 7319245"/>
              <a:gd name="connsiteY38" fmla="*/ 1718591 h 6851930"/>
              <a:gd name="connsiteX39" fmla="*/ 6736620 w 7319245"/>
              <a:gd name="connsiteY39" fmla="*/ 1675501 h 6851930"/>
              <a:gd name="connsiteX40" fmla="*/ 6761503 w 7319245"/>
              <a:gd name="connsiteY40" fmla="*/ 1674287 h 6851930"/>
              <a:gd name="connsiteX41" fmla="*/ 6765751 w 7319245"/>
              <a:gd name="connsiteY41" fmla="*/ 1687639 h 6851930"/>
              <a:gd name="connsiteX42" fmla="*/ 6746330 w 7319245"/>
              <a:gd name="connsiteY42" fmla="*/ 1704025 h 6851930"/>
              <a:gd name="connsiteX43" fmla="*/ 6719020 w 7319245"/>
              <a:gd name="connsiteY43" fmla="*/ 1706453 h 6851930"/>
              <a:gd name="connsiteX44" fmla="*/ 6762109 w 7319245"/>
              <a:gd name="connsiteY44" fmla="*/ 1748329 h 6851930"/>
              <a:gd name="connsiteX45" fmla="*/ 6743902 w 7319245"/>
              <a:gd name="connsiteY45" fmla="*/ 1765929 h 6851930"/>
              <a:gd name="connsiteX46" fmla="*/ 6702633 w 7319245"/>
              <a:gd name="connsiteY46" fmla="*/ 1742260 h 6851930"/>
              <a:gd name="connsiteX47" fmla="*/ 6703240 w 7319245"/>
              <a:gd name="connsiteY47" fmla="*/ 1776247 h 6851930"/>
              <a:gd name="connsiteX48" fmla="*/ 6798524 w 7319245"/>
              <a:gd name="connsiteY48" fmla="*/ 1801130 h 6851930"/>
              <a:gd name="connsiteX49" fmla="*/ 6872566 w 7319245"/>
              <a:gd name="connsiteY49" fmla="*/ 1893986 h 6851930"/>
              <a:gd name="connsiteX50" fmla="*/ 6826441 w 7319245"/>
              <a:gd name="connsiteY50" fmla="*/ 1910979 h 6851930"/>
              <a:gd name="connsiteX51" fmla="*/ 6836759 w 7319245"/>
              <a:gd name="connsiteY51" fmla="*/ 1943752 h 6851930"/>
              <a:gd name="connsiteX52" fmla="*/ 6892594 w 7319245"/>
              <a:gd name="connsiteY52" fmla="*/ 1996552 h 6851930"/>
              <a:gd name="connsiteX53" fmla="*/ 6922939 w 7319245"/>
              <a:gd name="connsiteY53" fmla="*/ 2032966 h 6851930"/>
              <a:gd name="connsiteX54" fmla="*/ 6986057 w 7319245"/>
              <a:gd name="connsiteY54" fmla="*/ 2062705 h 6851930"/>
              <a:gd name="connsiteX55" fmla="*/ 6953891 w 7319245"/>
              <a:gd name="connsiteY55" fmla="*/ 2097298 h 6851930"/>
              <a:gd name="connsiteX56" fmla="*/ 6981809 w 7319245"/>
              <a:gd name="connsiteY56" fmla="*/ 2105795 h 6851930"/>
              <a:gd name="connsiteX57" fmla="*/ 7042499 w 7319245"/>
              <a:gd name="connsiteY57" fmla="*/ 2212610 h 6851930"/>
              <a:gd name="connsiteX58" fmla="*/ 7008512 w 7319245"/>
              <a:gd name="connsiteY58" fmla="*/ 2286652 h 6851930"/>
              <a:gd name="connsiteX59" fmla="*/ 7023078 w 7319245"/>
              <a:gd name="connsiteY59" fmla="*/ 2318211 h 6851930"/>
              <a:gd name="connsiteX60" fmla="*/ 7037037 w 7319245"/>
              <a:gd name="connsiteY60" fmla="*/ 2394073 h 6851930"/>
              <a:gd name="connsiteX61" fmla="*/ 7160237 w 7319245"/>
              <a:gd name="connsiteY61" fmla="*/ 2430488 h 6851930"/>
              <a:gd name="connsiteX62" fmla="*/ 7166306 w 7319245"/>
              <a:gd name="connsiteY62" fmla="*/ 2445053 h 6851930"/>
              <a:gd name="connsiteX63" fmla="*/ 7129892 w 7319245"/>
              <a:gd name="connsiteY63" fmla="*/ 2457191 h 6851930"/>
              <a:gd name="connsiteX64" fmla="*/ 7187548 w 7319245"/>
              <a:gd name="connsiteY64" fmla="*/ 2489357 h 6851930"/>
              <a:gd name="connsiteX65" fmla="*/ 7098334 w 7319245"/>
              <a:gd name="connsiteY65" fmla="*/ 2528806 h 6851930"/>
              <a:gd name="connsiteX66" fmla="*/ 7188156 w 7319245"/>
              <a:gd name="connsiteY66" fmla="*/ 2590103 h 6851930"/>
              <a:gd name="connsiteX67" fmla="*/ 7184514 w 7319245"/>
              <a:gd name="connsiteY67" fmla="*/ 2601027 h 6851930"/>
              <a:gd name="connsiteX68" fmla="*/ 7121396 w 7319245"/>
              <a:gd name="connsiteY68" fmla="*/ 2610131 h 6851930"/>
              <a:gd name="connsiteX69" fmla="*/ 7070416 w 7319245"/>
              <a:gd name="connsiteY69" fmla="*/ 2630159 h 6851930"/>
              <a:gd name="connsiteX70" fmla="*/ 7114113 w 7319245"/>
              <a:gd name="connsiteY70" fmla="*/ 2664752 h 6851930"/>
              <a:gd name="connsiteX71" fmla="*/ 7101368 w 7319245"/>
              <a:gd name="connsiteY71" fmla="*/ 2687814 h 6851930"/>
              <a:gd name="connsiteX72" fmla="*/ 7137782 w 7319245"/>
              <a:gd name="connsiteY72" fmla="*/ 2696918 h 6851930"/>
              <a:gd name="connsiteX73" fmla="*/ 7138996 w 7319245"/>
              <a:gd name="connsiteY73" fmla="*/ 2706021 h 6851930"/>
              <a:gd name="connsiteX74" fmla="*/ 7086196 w 7319245"/>
              <a:gd name="connsiteY74" fmla="*/ 2719373 h 6851930"/>
              <a:gd name="connsiteX75" fmla="*/ 7083768 w 7319245"/>
              <a:gd name="connsiteY75" fmla="*/ 2732118 h 6851930"/>
              <a:gd name="connsiteX76" fmla="*/ 7156596 w 7319245"/>
              <a:gd name="connsiteY76" fmla="*/ 2751539 h 6851930"/>
              <a:gd name="connsiteX77" fmla="*/ 7214252 w 7319245"/>
              <a:gd name="connsiteY77" fmla="*/ 2808588 h 6851930"/>
              <a:gd name="connsiteX78" fmla="*/ 7233066 w 7319245"/>
              <a:gd name="connsiteY78" fmla="*/ 2908727 h 6851930"/>
              <a:gd name="connsiteX79" fmla="*/ 7267053 w 7319245"/>
              <a:gd name="connsiteY79" fmla="*/ 2959707 h 6851930"/>
              <a:gd name="connsiteX80" fmla="*/ 7262804 w 7319245"/>
              <a:gd name="connsiteY80" fmla="*/ 2978521 h 6851930"/>
              <a:gd name="connsiteX81" fmla="*/ 7227604 w 7319245"/>
              <a:gd name="connsiteY81" fmla="*/ 2971238 h 6851930"/>
              <a:gd name="connsiteX82" fmla="*/ 7214252 w 7319245"/>
              <a:gd name="connsiteY82" fmla="*/ 3011294 h 6851930"/>
              <a:gd name="connsiteX83" fmla="*/ 7292543 w 7319245"/>
              <a:gd name="connsiteY83" fmla="*/ 3037390 h 6851930"/>
              <a:gd name="connsiteX84" fmla="*/ 7250666 w 7319245"/>
              <a:gd name="connsiteY84" fmla="*/ 3090798 h 6851930"/>
              <a:gd name="connsiteX85" fmla="*/ 7298612 w 7319245"/>
              <a:gd name="connsiteY85" fmla="*/ 3138743 h 6851930"/>
              <a:gd name="connsiteX86" fmla="*/ 7225783 w 7319245"/>
              <a:gd name="connsiteY86" fmla="*/ 3178799 h 6851930"/>
              <a:gd name="connsiteX87" fmla="*/ 7253094 w 7319245"/>
              <a:gd name="connsiteY87" fmla="*/ 3237668 h 6851930"/>
              <a:gd name="connsiteX88" fmla="*/ 7258556 w 7319245"/>
              <a:gd name="connsiteY88" fmla="*/ 3303214 h 6851930"/>
              <a:gd name="connsiteX89" fmla="*/ 7260984 w 7319245"/>
              <a:gd name="connsiteY89" fmla="*/ 3397890 h 6851930"/>
              <a:gd name="connsiteX90" fmla="*/ 7288901 w 7319245"/>
              <a:gd name="connsiteY90" fmla="*/ 3469505 h 6851930"/>
              <a:gd name="connsiteX91" fmla="*/ 7322888 w 7319245"/>
              <a:gd name="connsiteY91" fmla="*/ 3516844 h 6851930"/>
              <a:gd name="connsiteX92" fmla="*/ 7286473 w 7319245"/>
              <a:gd name="connsiteY92" fmla="*/ 3579354 h 6851930"/>
              <a:gd name="connsiteX93" fmla="*/ 7309536 w 7319245"/>
              <a:gd name="connsiteY93" fmla="*/ 3641865 h 6851930"/>
              <a:gd name="connsiteX94" fmla="*/ 7263411 w 7319245"/>
              <a:gd name="connsiteY94" fmla="*/ 3691024 h 6851930"/>
              <a:gd name="connsiteX95" fmla="*/ 7288901 w 7319245"/>
              <a:gd name="connsiteY95" fmla="*/ 3757177 h 6851930"/>
              <a:gd name="connsiteX96" fmla="*/ 7312571 w 7319245"/>
              <a:gd name="connsiteY96" fmla="*/ 3845785 h 6851930"/>
              <a:gd name="connsiteX97" fmla="*/ 7305287 w 7319245"/>
              <a:gd name="connsiteY97" fmla="*/ 3868240 h 6851930"/>
              <a:gd name="connsiteX98" fmla="*/ 7270087 w 7319245"/>
              <a:gd name="connsiteY98" fmla="*/ 3931358 h 6851930"/>
              <a:gd name="connsiteX99" fmla="*/ 7224570 w 7319245"/>
              <a:gd name="connsiteY99" fmla="*/ 3941068 h 6851930"/>
              <a:gd name="connsiteX100" fmla="*/ 7248846 w 7319245"/>
              <a:gd name="connsiteY100" fmla="*/ 4024214 h 6851930"/>
              <a:gd name="connsiteX101" fmla="*/ 7210004 w 7319245"/>
              <a:gd name="connsiteY101" fmla="*/ 4119498 h 6851930"/>
              <a:gd name="connsiteX102" fmla="*/ 7231852 w 7319245"/>
              <a:gd name="connsiteY102" fmla="*/ 4173512 h 6851930"/>
              <a:gd name="connsiteX103" fmla="*/ 7168734 w 7319245"/>
              <a:gd name="connsiteY103" fmla="*/ 4227527 h 6851930"/>
              <a:gd name="connsiteX104" fmla="*/ 7105009 w 7319245"/>
              <a:gd name="connsiteY104" fmla="*/ 4323417 h 6851930"/>
              <a:gd name="connsiteX105" fmla="*/ 7121396 w 7319245"/>
              <a:gd name="connsiteY105" fmla="*/ 4363473 h 6851930"/>
              <a:gd name="connsiteX106" fmla="*/ 7123217 w 7319245"/>
              <a:gd name="connsiteY106" fmla="*/ 4375611 h 6851930"/>
              <a:gd name="connsiteX107" fmla="*/ 7089230 w 7319245"/>
              <a:gd name="connsiteY107" fmla="*/ 4426591 h 6851930"/>
              <a:gd name="connsiteX108" fmla="*/ 7116541 w 7319245"/>
              <a:gd name="connsiteY108" fmla="*/ 4446012 h 6851930"/>
              <a:gd name="connsiteX109" fmla="*/ 7118362 w 7319245"/>
              <a:gd name="connsiteY109" fmla="*/ 4471502 h 6851930"/>
              <a:gd name="connsiteX110" fmla="*/ 7090444 w 7319245"/>
              <a:gd name="connsiteY110" fmla="*/ 4515199 h 6851930"/>
              <a:gd name="connsiteX111" fmla="*/ 7043712 w 7319245"/>
              <a:gd name="connsiteY111" fmla="*/ 4566178 h 6851930"/>
              <a:gd name="connsiteX112" fmla="*/ 7052209 w 7319245"/>
              <a:gd name="connsiteY112" fmla="*/ 4570427 h 6851930"/>
              <a:gd name="connsiteX113" fmla="*/ 7009119 w 7319245"/>
              <a:gd name="connsiteY113" fmla="*/ 4628689 h 6851930"/>
              <a:gd name="connsiteX114" fmla="*/ 6959960 w 7319245"/>
              <a:gd name="connsiteY114" fmla="*/ 4685738 h 6851930"/>
              <a:gd name="connsiteX115" fmla="*/ 6984236 w 7319245"/>
              <a:gd name="connsiteY115" fmla="*/ 4705159 h 6851930"/>
              <a:gd name="connsiteX116" fmla="*/ 6979988 w 7319245"/>
              <a:gd name="connsiteY116" fmla="*/ 4713049 h 6851930"/>
              <a:gd name="connsiteX117" fmla="*/ 6942967 w 7319245"/>
              <a:gd name="connsiteY117" fmla="*/ 4708194 h 6851930"/>
              <a:gd name="connsiteX118" fmla="*/ 6874386 w 7319245"/>
              <a:gd name="connsiteY118" fmla="*/ 4827753 h 6851930"/>
              <a:gd name="connsiteX119" fmla="*/ 6909587 w 7319245"/>
              <a:gd name="connsiteY119" fmla="*/ 4827753 h 6851930"/>
              <a:gd name="connsiteX120" fmla="*/ 6860428 w 7319245"/>
              <a:gd name="connsiteY120" fmla="*/ 4863560 h 6851930"/>
              <a:gd name="connsiteX121" fmla="*/ 6842828 w 7319245"/>
              <a:gd name="connsiteY121" fmla="*/ 4916361 h 6851930"/>
              <a:gd name="connsiteX122" fmla="*/ 6810055 w 7319245"/>
              <a:gd name="connsiteY122" fmla="*/ 5006790 h 6851930"/>
              <a:gd name="connsiteX123" fmla="*/ 6808234 w 7319245"/>
              <a:gd name="connsiteY123" fmla="*/ 5070514 h 6851930"/>
              <a:gd name="connsiteX124" fmla="*/ 6760896 w 7319245"/>
              <a:gd name="connsiteY124" fmla="*/ 5117246 h 6851930"/>
              <a:gd name="connsiteX125" fmla="*/ 6683212 w 7319245"/>
              <a:gd name="connsiteY125" fmla="*/ 5144556 h 6851930"/>
              <a:gd name="connsiteX126" fmla="*/ 6722661 w 7319245"/>
              <a:gd name="connsiteY126" fmla="*/ 5169440 h 6851930"/>
              <a:gd name="connsiteX127" fmla="*/ 6632840 w 7319245"/>
              <a:gd name="connsiteY127" fmla="*/ 5339372 h 6851930"/>
              <a:gd name="connsiteX128" fmla="*/ 6501748 w 7319245"/>
              <a:gd name="connsiteY128" fmla="*/ 5424945 h 6851930"/>
              <a:gd name="connsiteX129" fmla="*/ 6546052 w 7319245"/>
              <a:gd name="connsiteY129" fmla="*/ 5454077 h 6851930"/>
              <a:gd name="connsiteX130" fmla="*/ 6442879 w 7319245"/>
              <a:gd name="connsiteY130" fmla="*/ 5512340 h 6851930"/>
              <a:gd name="connsiteX131" fmla="*/ 6401002 w 7319245"/>
              <a:gd name="connsiteY131" fmla="*/ 5554823 h 6851930"/>
              <a:gd name="connsiteX132" fmla="*/ 6374298 w 7319245"/>
              <a:gd name="connsiteY132" fmla="*/ 5574244 h 6851930"/>
              <a:gd name="connsiteX133" fmla="*/ 6309967 w 7319245"/>
              <a:gd name="connsiteY133" fmla="*/ 5662245 h 6851930"/>
              <a:gd name="connsiteX134" fmla="*/ 6255346 w 7319245"/>
              <a:gd name="connsiteY134" fmla="*/ 5707762 h 6851930"/>
              <a:gd name="connsiteX135" fmla="*/ 6235318 w 7319245"/>
              <a:gd name="connsiteY135" fmla="*/ 5737500 h 6851930"/>
              <a:gd name="connsiteX136" fmla="*/ 6095124 w 7319245"/>
              <a:gd name="connsiteY136" fmla="*/ 5830963 h 6851930"/>
              <a:gd name="connsiteX137" fmla="*/ 6070848 w 7319245"/>
              <a:gd name="connsiteY137" fmla="*/ 5823074 h 6851930"/>
              <a:gd name="connsiteX138" fmla="*/ 6063565 w 7319245"/>
              <a:gd name="connsiteY138" fmla="*/ 5869805 h 6851930"/>
              <a:gd name="connsiteX139" fmla="*/ 6024723 w 7319245"/>
              <a:gd name="connsiteY139" fmla="*/ 5815791 h 6851930"/>
              <a:gd name="connsiteX140" fmla="*/ 6018047 w 7319245"/>
              <a:gd name="connsiteY140" fmla="*/ 5848563 h 6851930"/>
              <a:gd name="connsiteX141" fmla="*/ 5970101 w 7319245"/>
              <a:gd name="connsiteY141" fmla="*/ 5909254 h 6851930"/>
              <a:gd name="connsiteX142" fmla="*/ 5886956 w 7319245"/>
              <a:gd name="connsiteY142" fmla="*/ 5955378 h 6851930"/>
              <a:gd name="connsiteX143" fmla="*/ 5911232 w 7319245"/>
              <a:gd name="connsiteY143" fmla="*/ 5977227 h 6851930"/>
              <a:gd name="connsiteX144" fmla="*/ 5655726 w 7319245"/>
              <a:gd name="connsiteY144" fmla="*/ 6093752 h 6851930"/>
              <a:gd name="connsiteX145" fmla="*/ 5642374 w 7319245"/>
              <a:gd name="connsiteY145" fmla="*/ 6166581 h 6851930"/>
              <a:gd name="connsiteX146" fmla="*/ 5525849 w 7319245"/>
              <a:gd name="connsiteY146" fmla="*/ 6238195 h 6851930"/>
              <a:gd name="connsiteX147" fmla="*/ 5386868 w 7319245"/>
              <a:gd name="connsiteY147" fmla="*/ 6300099 h 6851930"/>
              <a:gd name="connsiteX148" fmla="*/ 5267915 w 7319245"/>
              <a:gd name="connsiteY148" fmla="*/ 6374141 h 6851930"/>
              <a:gd name="connsiteX149" fmla="*/ 5264274 w 7319245"/>
              <a:gd name="connsiteY149" fmla="*/ 6340155 h 6851930"/>
              <a:gd name="connsiteX150" fmla="*/ 5188411 w 7319245"/>
              <a:gd name="connsiteY150" fmla="*/ 6382638 h 6851930"/>
              <a:gd name="connsiteX151" fmla="*/ 5188411 w 7319245"/>
              <a:gd name="connsiteY151" fmla="*/ 6434224 h 6851930"/>
              <a:gd name="connsiteX152" fmla="*/ 5112548 w 7319245"/>
              <a:gd name="connsiteY152" fmla="*/ 6420873 h 6851930"/>
              <a:gd name="connsiteX153" fmla="*/ 5096769 w 7319245"/>
              <a:gd name="connsiteY153" fmla="*/ 6426942 h 6851930"/>
              <a:gd name="connsiteX154" fmla="*/ 5118010 w 7319245"/>
              <a:gd name="connsiteY154" fmla="*/ 6457894 h 6851930"/>
              <a:gd name="connsiteX155" fmla="*/ 5044575 w 7319245"/>
              <a:gd name="connsiteY155" fmla="*/ 6435439 h 6851930"/>
              <a:gd name="connsiteX156" fmla="*/ 5015444 w 7319245"/>
              <a:gd name="connsiteY156" fmla="*/ 6457894 h 6851930"/>
              <a:gd name="connsiteX157" fmla="*/ 4977209 w 7319245"/>
              <a:gd name="connsiteY157" fmla="*/ 6445149 h 6851930"/>
              <a:gd name="connsiteX158" fmla="*/ 4946864 w 7319245"/>
              <a:gd name="connsiteY158" fmla="*/ 6485204 h 6851930"/>
              <a:gd name="connsiteX159" fmla="*/ 4904987 w 7319245"/>
              <a:gd name="connsiteY159" fmla="*/ 6500984 h 6851930"/>
              <a:gd name="connsiteX160" fmla="*/ 4861897 w 7319245"/>
              <a:gd name="connsiteY160" fmla="*/ 6515550 h 6851930"/>
              <a:gd name="connsiteX161" fmla="*/ 4794531 w 7319245"/>
              <a:gd name="connsiteY161" fmla="*/ 6538005 h 6851930"/>
              <a:gd name="connsiteX162" fmla="*/ 4788462 w 7319245"/>
              <a:gd name="connsiteY162" fmla="*/ 6501591 h 6851930"/>
              <a:gd name="connsiteX163" fmla="*/ 4779966 w 7319245"/>
              <a:gd name="connsiteY163" fmla="*/ 6499770 h 6851930"/>
              <a:gd name="connsiteX164" fmla="*/ 4769041 w 7319245"/>
              <a:gd name="connsiteY164" fmla="*/ 6530115 h 6851930"/>
              <a:gd name="connsiteX165" fmla="*/ 4738696 w 7319245"/>
              <a:gd name="connsiteY165" fmla="*/ 6496129 h 6851930"/>
              <a:gd name="connsiteX166" fmla="*/ 4736268 w 7319245"/>
              <a:gd name="connsiteY166" fmla="*/ 6517977 h 6851930"/>
              <a:gd name="connsiteX167" fmla="*/ 4672544 w 7319245"/>
              <a:gd name="connsiteY167" fmla="*/ 6539826 h 6851930"/>
              <a:gd name="connsiteX168" fmla="*/ 4661013 w 7319245"/>
              <a:gd name="connsiteY168" fmla="*/ 6598695 h 6851930"/>
              <a:gd name="connsiteX169" fmla="*/ 4573012 w 7319245"/>
              <a:gd name="connsiteY169" fmla="*/ 6571384 h 6851930"/>
              <a:gd name="connsiteX170" fmla="*/ 4560874 w 7319245"/>
              <a:gd name="connsiteY170" fmla="*/ 6611440 h 6851930"/>
              <a:gd name="connsiteX171" fmla="*/ 4472266 w 7319245"/>
              <a:gd name="connsiteY171" fmla="*/ 6611440 h 6851930"/>
              <a:gd name="connsiteX172" fmla="*/ 4472873 w 7319245"/>
              <a:gd name="connsiteY172" fmla="*/ 6614475 h 6851930"/>
              <a:gd name="connsiteX173" fmla="*/ 4419465 w 7319245"/>
              <a:gd name="connsiteY173" fmla="*/ 6622971 h 6851930"/>
              <a:gd name="connsiteX174" fmla="*/ 4402472 w 7319245"/>
              <a:gd name="connsiteY174" fmla="*/ 6628433 h 6851930"/>
              <a:gd name="connsiteX175" fmla="*/ 4353313 w 7319245"/>
              <a:gd name="connsiteY175" fmla="*/ 6643606 h 6851930"/>
              <a:gd name="connsiteX176" fmla="*/ 4284733 w 7319245"/>
              <a:gd name="connsiteY176" fmla="*/ 6656351 h 6851930"/>
              <a:gd name="connsiteX177" fmla="*/ 4233146 w 7319245"/>
              <a:gd name="connsiteY177" fmla="*/ 6633289 h 6851930"/>
              <a:gd name="connsiteX178" fmla="*/ 4248319 w 7319245"/>
              <a:gd name="connsiteY178" fmla="*/ 6670917 h 6851930"/>
              <a:gd name="connsiteX179" fmla="*/ 4023158 w 7319245"/>
              <a:gd name="connsiteY179" fmla="*/ 6740104 h 6851930"/>
              <a:gd name="connsiteX180" fmla="*/ 4018303 w 7319245"/>
              <a:gd name="connsiteY180" fmla="*/ 6761345 h 6851930"/>
              <a:gd name="connsiteX181" fmla="*/ 3958826 w 7319245"/>
              <a:gd name="connsiteY181" fmla="*/ 6766201 h 6851930"/>
              <a:gd name="connsiteX182" fmla="*/ 3871432 w 7319245"/>
              <a:gd name="connsiteY182" fmla="*/ 6753455 h 6851930"/>
              <a:gd name="connsiteX183" fmla="*/ 3838660 w 7319245"/>
              <a:gd name="connsiteY183" fmla="*/ 6752848 h 6851930"/>
              <a:gd name="connsiteX184" fmla="*/ 3641416 w 7319245"/>
              <a:gd name="connsiteY184" fmla="*/ 6793511 h 6851930"/>
              <a:gd name="connsiteX185" fmla="*/ 3603788 w 7319245"/>
              <a:gd name="connsiteY185" fmla="*/ 6815966 h 6851930"/>
              <a:gd name="connsiteX186" fmla="*/ 3540670 w 7319245"/>
              <a:gd name="connsiteY186" fmla="*/ 6819001 h 6851930"/>
              <a:gd name="connsiteX187" fmla="*/ 3512753 w 7319245"/>
              <a:gd name="connsiteY187" fmla="*/ 6854202 h 6851930"/>
              <a:gd name="connsiteX188" fmla="*/ 3413828 w 7319245"/>
              <a:gd name="connsiteY188" fmla="*/ 6831139 h 6851930"/>
              <a:gd name="connsiteX189" fmla="*/ 3419897 w 7319245"/>
              <a:gd name="connsiteY189" fmla="*/ 6798973 h 6851930"/>
              <a:gd name="connsiteX190" fmla="*/ 3368310 w 7319245"/>
              <a:gd name="connsiteY190" fmla="*/ 6783800 h 6851930"/>
              <a:gd name="connsiteX191" fmla="*/ 3371345 w 7319245"/>
              <a:gd name="connsiteY191" fmla="*/ 6810504 h 6851930"/>
              <a:gd name="connsiteX192" fmla="*/ 3178349 w 7319245"/>
              <a:gd name="connsiteY192" fmla="*/ 6795938 h 6851930"/>
              <a:gd name="connsiteX193" fmla="*/ 3062431 w 7319245"/>
              <a:gd name="connsiteY193" fmla="*/ 6768021 h 6851930"/>
              <a:gd name="connsiteX194" fmla="*/ 3002348 w 7319245"/>
              <a:gd name="connsiteY194" fmla="*/ 6748600 h 6851930"/>
              <a:gd name="connsiteX195" fmla="*/ 2966540 w 7319245"/>
              <a:gd name="connsiteY195" fmla="*/ 6741317 h 6851930"/>
              <a:gd name="connsiteX196" fmla="*/ 2870650 w 7319245"/>
              <a:gd name="connsiteY196" fmla="*/ 6710365 h 6851930"/>
              <a:gd name="connsiteX197" fmla="*/ 2860939 w 7319245"/>
              <a:gd name="connsiteY197" fmla="*/ 6704903 h 6851930"/>
              <a:gd name="connsiteX198" fmla="*/ 2777794 w 7319245"/>
              <a:gd name="connsiteY198" fmla="*/ 6659993 h 6851930"/>
              <a:gd name="connsiteX199" fmla="*/ 2769904 w 7319245"/>
              <a:gd name="connsiteY199" fmla="*/ 6624185 h 6851930"/>
              <a:gd name="connsiteX200" fmla="*/ 2741379 w 7319245"/>
              <a:gd name="connsiteY200" fmla="*/ 6624185 h 6851930"/>
              <a:gd name="connsiteX201" fmla="*/ 2697075 w 7319245"/>
              <a:gd name="connsiteY201" fmla="*/ 6614475 h 6851930"/>
              <a:gd name="connsiteX202" fmla="*/ 2568412 w 7319245"/>
              <a:gd name="connsiteY202" fmla="*/ 6521619 h 6851930"/>
              <a:gd name="connsiteX203" fmla="*/ 2398479 w 7319245"/>
              <a:gd name="connsiteY203" fmla="*/ 6386887 h 6851930"/>
              <a:gd name="connsiteX204" fmla="*/ 2308658 w 7319245"/>
              <a:gd name="connsiteY204" fmla="*/ 6340155 h 6851930"/>
              <a:gd name="connsiteX205" fmla="*/ 2224298 w 7319245"/>
              <a:gd name="connsiteY205" fmla="*/ 6261257 h 6851930"/>
              <a:gd name="connsiteX206" fmla="*/ 2099276 w 7319245"/>
              <a:gd name="connsiteY206" fmla="*/ 6199353 h 6851930"/>
              <a:gd name="connsiteX207" fmla="*/ 2073786 w 7319245"/>
              <a:gd name="connsiteY207" fmla="*/ 6193284 h 6851930"/>
              <a:gd name="connsiteX208" fmla="*/ 1973648 w 7319245"/>
              <a:gd name="connsiteY208" fmla="*/ 6155049 h 6851930"/>
              <a:gd name="connsiteX209" fmla="*/ 1923274 w 7319245"/>
              <a:gd name="connsiteY209" fmla="*/ 6083435 h 6851930"/>
              <a:gd name="connsiteX210" fmla="*/ 1877150 w 7319245"/>
              <a:gd name="connsiteY210" fmla="*/ 6005751 h 6851930"/>
              <a:gd name="connsiteX211" fmla="*/ 1746059 w 7319245"/>
              <a:gd name="connsiteY211" fmla="*/ 5927461 h 6851930"/>
              <a:gd name="connsiteX212" fmla="*/ 1728459 w 7319245"/>
              <a:gd name="connsiteY212" fmla="*/ 5912895 h 6851930"/>
              <a:gd name="connsiteX213" fmla="*/ 1652596 w 7319245"/>
              <a:gd name="connsiteY213" fmla="*/ 5808508 h 6851930"/>
              <a:gd name="connsiteX214" fmla="*/ 1645313 w 7319245"/>
              <a:gd name="connsiteY214" fmla="*/ 5794549 h 6851930"/>
              <a:gd name="connsiteX215" fmla="*/ 1638637 w 7319245"/>
              <a:gd name="connsiteY215" fmla="*/ 5734466 h 6851930"/>
              <a:gd name="connsiteX216" fmla="*/ 1483877 w 7319245"/>
              <a:gd name="connsiteY216" fmla="*/ 5685914 h 6851930"/>
              <a:gd name="connsiteX217" fmla="*/ 1486305 w 7319245"/>
              <a:gd name="connsiteY217" fmla="*/ 5711404 h 6851930"/>
              <a:gd name="connsiteX218" fmla="*/ 1170715 w 7319245"/>
              <a:gd name="connsiteY218" fmla="*/ 5602768 h 6851930"/>
              <a:gd name="connsiteX219" fmla="*/ 1201060 w 7319245"/>
              <a:gd name="connsiteY219" fmla="*/ 5579706 h 6851930"/>
              <a:gd name="connsiteX220" fmla="*/ 1089997 w 7319245"/>
              <a:gd name="connsiteY220" fmla="*/ 5514160 h 6851930"/>
              <a:gd name="connsiteX221" fmla="*/ 1075432 w 7319245"/>
              <a:gd name="connsiteY221" fmla="*/ 5502022 h 6851930"/>
              <a:gd name="connsiteX222" fmla="*/ 1008065 w 7319245"/>
              <a:gd name="connsiteY222" fmla="*/ 5466215 h 6851930"/>
              <a:gd name="connsiteX223" fmla="*/ 993500 w 7319245"/>
              <a:gd name="connsiteY223" fmla="*/ 5463787 h 6851930"/>
              <a:gd name="connsiteX224" fmla="*/ 1005031 w 7319245"/>
              <a:gd name="connsiteY224" fmla="*/ 5441939 h 6851930"/>
              <a:gd name="connsiteX225" fmla="*/ 944947 w 7319245"/>
              <a:gd name="connsiteY225" fmla="*/ 5275648 h 6851930"/>
              <a:gd name="connsiteX226" fmla="*/ 875761 w 7319245"/>
              <a:gd name="connsiteY226" fmla="*/ 5298710 h 6851930"/>
              <a:gd name="connsiteX227" fmla="*/ 856947 w 7319245"/>
              <a:gd name="connsiteY227" fmla="*/ 5240447 h 6851930"/>
              <a:gd name="connsiteX228" fmla="*/ 751345 w 7319245"/>
              <a:gd name="connsiteY228" fmla="*/ 5131205 h 6851930"/>
              <a:gd name="connsiteX229" fmla="*/ 778656 w 7319245"/>
              <a:gd name="connsiteY229" fmla="*/ 5057769 h 6851930"/>
              <a:gd name="connsiteX230" fmla="*/ 670021 w 7319245"/>
              <a:gd name="connsiteY230" fmla="*/ 5014072 h 6851930"/>
              <a:gd name="connsiteX231" fmla="*/ 723428 w 7319245"/>
              <a:gd name="connsiteY231" fmla="*/ 4965520 h 6851930"/>
              <a:gd name="connsiteX232" fmla="*/ 637248 w 7319245"/>
              <a:gd name="connsiteY232" fmla="*/ 4935175 h 6851930"/>
              <a:gd name="connsiteX233" fmla="*/ 633606 w 7319245"/>
              <a:gd name="connsiteY233" fmla="*/ 4944886 h 6851930"/>
              <a:gd name="connsiteX234" fmla="*/ 579592 w 7319245"/>
              <a:gd name="connsiteY234" fmla="*/ 4864774 h 6851930"/>
              <a:gd name="connsiteX235" fmla="*/ 599620 w 7319245"/>
              <a:gd name="connsiteY235" fmla="*/ 4790125 h 6851930"/>
              <a:gd name="connsiteX236" fmla="*/ 571702 w 7319245"/>
              <a:gd name="connsiteY236" fmla="*/ 4751891 h 6851930"/>
              <a:gd name="connsiteX237" fmla="*/ 526792 w 7319245"/>
              <a:gd name="connsiteY237" fmla="*/ 4678455 h 6851930"/>
              <a:gd name="connsiteX238" fmla="*/ 452749 w 7319245"/>
              <a:gd name="connsiteY238" fmla="*/ 4679062 h 6851930"/>
              <a:gd name="connsiteX239" fmla="*/ 396307 w 7319245"/>
              <a:gd name="connsiteY239" fmla="*/ 4651752 h 6851930"/>
              <a:gd name="connsiteX240" fmla="*/ 430901 w 7319245"/>
              <a:gd name="connsiteY240" fmla="*/ 4671172 h 6851930"/>
              <a:gd name="connsiteX241" fmla="*/ 360500 w 7319245"/>
              <a:gd name="connsiteY241" fmla="*/ 4611696 h 6851930"/>
              <a:gd name="connsiteX242" fmla="*/ 359893 w 7319245"/>
              <a:gd name="connsiteY242" fmla="*/ 4598344 h 6851930"/>
              <a:gd name="connsiteX243" fmla="*/ 415728 w 7319245"/>
              <a:gd name="connsiteY243" fmla="*/ 4549185 h 6851930"/>
              <a:gd name="connsiteX244" fmla="*/ 370818 w 7319245"/>
              <a:gd name="connsiteY244" fmla="*/ 4520054 h 6851930"/>
              <a:gd name="connsiteX245" fmla="*/ 413301 w 7319245"/>
              <a:gd name="connsiteY245" fmla="*/ 4467860 h 6851930"/>
              <a:gd name="connsiteX246" fmla="*/ 350183 w 7319245"/>
              <a:gd name="connsiteY246" fmla="*/ 4452687 h 6851930"/>
              <a:gd name="connsiteX247" fmla="*/ 354431 w 7319245"/>
              <a:gd name="connsiteY247" fmla="*/ 4426591 h 6851930"/>
              <a:gd name="connsiteX248" fmla="*/ 322265 w 7319245"/>
              <a:gd name="connsiteY248" fmla="*/ 4422342 h 6851930"/>
              <a:gd name="connsiteX249" fmla="*/ 320445 w 7319245"/>
              <a:gd name="connsiteY249" fmla="*/ 4413239 h 6851930"/>
              <a:gd name="connsiteX250" fmla="*/ 412694 w 7319245"/>
              <a:gd name="connsiteY250" fmla="*/ 4377432 h 6851930"/>
              <a:gd name="connsiteX251" fmla="*/ 329548 w 7319245"/>
              <a:gd name="connsiteY251" fmla="*/ 4347693 h 6851930"/>
              <a:gd name="connsiteX252" fmla="*/ 350790 w 7319245"/>
              <a:gd name="connsiteY252" fmla="*/ 4332521 h 6851930"/>
              <a:gd name="connsiteX253" fmla="*/ 305272 w 7319245"/>
              <a:gd name="connsiteY253" fmla="*/ 4292465 h 6851930"/>
              <a:gd name="connsiteX254" fmla="*/ 430294 w 7319245"/>
              <a:gd name="connsiteY254" fmla="*/ 4275472 h 6851930"/>
              <a:gd name="connsiteX255" fmla="*/ 284030 w 7319245"/>
              <a:gd name="connsiteY255" fmla="*/ 4217209 h 6851930"/>
              <a:gd name="connsiteX256" fmla="*/ 235478 w 7319245"/>
              <a:gd name="connsiteY256" fmla="*/ 4171085 h 6851930"/>
              <a:gd name="connsiteX257" fmla="*/ 243975 w 7319245"/>
              <a:gd name="connsiteY257" fmla="*/ 4125567 h 6851930"/>
              <a:gd name="connsiteX258" fmla="*/ 195423 w 7319245"/>
              <a:gd name="connsiteY258" fmla="*/ 4112215 h 6851930"/>
              <a:gd name="connsiteX259" fmla="*/ 191781 w 7319245"/>
              <a:gd name="connsiteY259" fmla="*/ 4055773 h 6851930"/>
              <a:gd name="connsiteX260" fmla="*/ 181464 w 7319245"/>
              <a:gd name="connsiteY260" fmla="*/ 4055166 h 6851930"/>
              <a:gd name="connsiteX261" fmla="*/ 200885 w 7319245"/>
              <a:gd name="connsiteY261" fmla="*/ 4028462 h 6851930"/>
              <a:gd name="connsiteX262" fmla="*/ 159009 w 7319245"/>
              <a:gd name="connsiteY262" fmla="*/ 4013897 h 6851930"/>
              <a:gd name="connsiteX263" fmla="*/ 197850 w 7319245"/>
              <a:gd name="connsiteY263" fmla="*/ 3982945 h 6851930"/>
              <a:gd name="connsiteX264" fmla="*/ 152939 w 7319245"/>
              <a:gd name="connsiteY264" fmla="*/ 3922254 h 6851930"/>
              <a:gd name="connsiteX265" fmla="*/ 175395 w 7319245"/>
              <a:gd name="connsiteY265" fmla="*/ 3895551 h 6851930"/>
              <a:gd name="connsiteX266" fmla="*/ 135946 w 7319245"/>
              <a:gd name="connsiteY266" fmla="*/ 3902227 h 6851930"/>
              <a:gd name="connsiteX267" fmla="*/ 133519 w 7319245"/>
              <a:gd name="connsiteY267" fmla="*/ 3896158 h 6851930"/>
              <a:gd name="connsiteX268" fmla="*/ 196636 w 7319245"/>
              <a:gd name="connsiteY268" fmla="*/ 3862778 h 6851930"/>
              <a:gd name="connsiteX269" fmla="*/ 135339 w 7319245"/>
              <a:gd name="connsiteY269" fmla="*/ 3856709 h 6851930"/>
              <a:gd name="connsiteX270" fmla="*/ 182678 w 7319245"/>
              <a:gd name="connsiteY270" fmla="*/ 3804515 h 6851930"/>
              <a:gd name="connsiteX271" fmla="*/ 152333 w 7319245"/>
              <a:gd name="connsiteY271" fmla="*/ 3801481 h 6851930"/>
              <a:gd name="connsiteX272" fmla="*/ 151726 w 7319245"/>
              <a:gd name="connsiteY272" fmla="*/ 3794805 h 6851930"/>
              <a:gd name="connsiteX273" fmla="*/ 188747 w 7319245"/>
              <a:gd name="connsiteY273" fmla="*/ 3783274 h 6851930"/>
              <a:gd name="connsiteX274" fmla="*/ 143229 w 7319245"/>
              <a:gd name="connsiteY274" fmla="*/ 3728652 h 6851930"/>
              <a:gd name="connsiteX275" fmla="*/ 119560 w 7319245"/>
              <a:gd name="connsiteY275" fmla="*/ 3696487 h 6851930"/>
              <a:gd name="connsiteX276" fmla="*/ 109242 w 7319245"/>
              <a:gd name="connsiteY276" fmla="*/ 3675852 h 6851930"/>
              <a:gd name="connsiteX277" fmla="*/ 128056 w 7319245"/>
              <a:gd name="connsiteY277" fmla="*/ 3660679 h 6851930"/>
              <a:gd name="connsiteX278" fmla="*/ 182678 w 7319245"/>
              <a:gd name="connsiteY278" fmla="*/ 3647934 h 6851930"/>
              <a:gd name="connsiteX279" fmla="*/ 61297 w 7319245"/>
              <a:gd name="connsiteY279" fmla="*/ 3640651 h 6851930"/>
              <a:gd name="connsiteX280" fmla="*/ 101353 w 7319245"/>
              <a:gd name="connsiteY280" fmla="*/ 3604237 h 6851930"/>
              <a:gd name="connsiteX281" fmla="*/ 67366 w 7319245"/>
              <a:gd name="connsiteY281" fmla="*/ 3581175 h 6851930"/>
              <a:gd name="connsiteX282" fmla="*/ 110456 w 7319245"/>
              <a:gd name="connsiteY282" fmla="*/ 3546582 h 6851930"/>
              <a:gd name="connsiteX283" fmla="*/ 98318 w 7319245"/>
              <a:gd name="connsiteY283" fmla="*/ 3494995 h 6851930"/>
              <a:gd name="connsiteX284" fmla="*/ 66152 w 7319245"/>
              <a:gd name="connsiteY284" fmla="*/ 3511988 h 6851930"/>
              <a:gd name="connsiteX285" fmla="*/ 61904 w 7319245"/>
              <a:gd name="connsiteY285" fmla="*/ 3445229 h 6851930"/>
              <a:gd name="connsiteX286" fmla="*/ 87394 w 7319245"/>
              <a:gd name="connsiteY286" fmla="*/ 3431270 h 6851930"/>
              <a:gd name="connsiteX287" fmla="*/ 72828 w 7319245"/>
              <a:gd name="connsiteY287" fmla="*/ 3403353 h 6851930"/>
              <a:gd name="connsiteX288" fmla="*/ 133519 w 7319245"/>
              <a:gd name="connsiteY288" fmla="*/ 3394856 h 6851930"/>
              <a:gd name="connsiteX289" fmla="*/ 99532 w 7319245"/>
              <a:gd name="connsiteY289" fmla="*/ 3292290 h 6851930"/>
              <a:gd name="connsiteX290" fmla="*/ 135339 w 7319245"/>
              <a:gd name="connsiteY290" fmla="*/ 3312924 h 6851930"/>
              <a:gd name="connsiteX291" fmla="*/ 148084 w 7319245"/>
              <a:gd name="connsiteY291" fmla="*/ 3302000 h 6851930"/>
              <a:gd name="connsiteX292" fmla="*/ 165684 w 7319245"/>
              <a:gd name="connsiteY292" fmla="*/ 3294110 h 6851930"/>
              <a:gd name="connsiteX293" fmla="*/ 96498 w 7319245"/>
              <a:gd name="connsiteY293" fmla="*/ 3255268 h 6851930"/>
              <a:gd name="connsiteX294" fmla="*/ 127450 w 7319245"/>
              <a:gd name="connsiteY294" fmla="*/ 3238882 h 6851930"/>
              <a:gd name="connsiteX295" fmla="*/ 42483 w 7319245"/>
              <a:gd name="connsiteY295" fmla="*/ 3182440 h 6851930"/>
              <a:gd name="connsiteX296" fmla="*/ 13959 w 7319245"/>
              <a:gd name="connsiteY296" fmla="*/ 3156950 h 6851930"/>
              <a:gd name="connsiteX297" fmla="*/ 56442 w 7319245"/>
              <a:gd name="connsiteY297" fmla="*/ 3161198 h 6851930"/>
              <a:gd name="connsiteX298" fmla="*/ 52194 w 7319245"/>
              <a:gd name="connsiteY298" fmla="*/ 3064701 h 6851930"/>
              <a:gd name="connsiteX299" fmla="*/ 61904 w 7319245"/>
              <a:gd name="connsiteY299" fmla="*/ 3019790 h 6851930"/>
              <a:gd name="connsiteX300" fmla="*/ 3641 w 7319245"/>
              <a:gd name="connsiteY300" fmla="*/ 3019790 h 6851930"/>
              <a:gd name="connsiteX301" fmla="*/ 0 w 7319245"/>
              <a:gd name="connsiteY301" fmla="*/ 3011294 h 6851930"/>
              <a:gd name="connsiteX302" fmla="*/ 30952 w 7319245"/>
              <a:gd name="connsiteY302" fmla="*/ 2988231 h 6851930"/>
              <a:gd name="connsiteX303" fmla="*/ 72828 w 7319245"/>
              <a:gd name="connsiteY303" fmla="*/ 2876561 h 6851930"/>
              <a:gd name="connsiteX304" fmla="*/ 10317 w 7319245"/>
              <a:gd name="connsiteY304" fmla="*/ 2752146 h 6851930"/>
              <a:gd name="connsiteX305" fmla="*/ 18814 w 7319245"/>
              <a:gd name="connsiteY305" fmla="*/ 2742436 h 6851930"/>
              <a:gd name="connsiteX306" fmla="*/ 54621 w 7319245"/>
              <a:gd name="connsiteY306" fmla="*/ 2755787 h 6851930"/>
              <a:gd name="connsiteX307" fmla="*/ 117739 w 7319245"/>
              <a:gd name="connsiteY307" fmla="*/ 2741222 h 6851930"/>
              <a:gd name="connsiteX308" fmla="*/ 172967 w 7319245"/>
              <a:gd name="connsiteY308" fmla="*/ 2744256 h 6851930"/>
              <a:gd name="connsiteX309" fmla="*/ 148084 w 7319245"/>
              <a:gd name="connsiteY309" fmla="*/ 2638655 h 6851930"/>
              <a:gd name="connsiteX310" fmla="*/ 208168 w 7319245"/>
              <a:gd name="connsiteY310" fmla="*/ 2591924 h 6851930"/>
              <a:gd name="connsiteX311" fmla="*/ 146264 w 7319245"/>
              <a:gd name="connsiteY311" fmla="*/ 2501495 h 6851930"/>
              <a:gd name="connsiteX312" fmla="*/ 172967 w 7319245"/>
              <a:gd name="connsiteY312" fmla="*/ 2430488 h 6851930"/>
              <a:gd name="connsiteX313" fmla="*/ 146870 w 7319245"/>
              <a:gd name="connsiteY313" fmla="*/ 2423812 h 6851930"/>
              <a:gd name="connsiteX314" fmla="*/ 123808 w 7319245"/>
              <a:gd name="connsiteY314" fmla="*/ 2386184 h 6851930"/>
              <a:gd name="connsiteX315" fmla="*/ 131091 w 7319245"/>
              <a:gd name="connsiteY315" fmla="*/ 2323673 h 6851930"/>
              <a:gd name="connsiteX316" fmla="*/ 188747 w 7319245"/>
              <a:gd name="connsiteY316" fmla="*/ 2232031 h 6851930"/>
              <a:gd name="connsiteX317" fmla="*/ 222733 w 7319245"/>
              <a:gd name="connsiteY317" fmla="*/ 2196223 h 6851930"/>
              <a:gd name="connsiteX318" fmla="*/ 189354 w 7319245"/>
              <a:gd name="connsiteY318" fmla="*/ 2167092 h 6851930"/>
              <a:gd name="connsiteX319" fmla="*/ 296775 w 7319245"/>
              <a:gd name="connsiteY319" fmla="*/ 2134926 h 6851930"/>
              <a:gd name="connsiteX320" fmla="*/ 299810 w 7319245"/>
              <a:gd name="connsiteY320" fmla="*/ 2122181 h 6851930"/>
              <a:gd name="connsiteX321" fmla="*/ 267037 w 7319245"/>
              <a:gd name="connsiteY321" fmla="*/ 2098512 h 6851930"/>
              <a:gd name="connsiteX322" fmla="*/ 251258 w 7319245"/>
              <a:gd name="connsiteY322" fmla="*/ 2045711 h 6851930"/>
              <a:gd name="connsiteX323" fmla="*/ 332583 w 7319245"/>
              <a:gd name="connsiteY323" fmla="*/ 2009904 h 6851930"/>
              <a:gd name="connsiteX324" fmla="*/ 386597 w 7319245"/>
              <a:gd name="connsiteY324" fmla="*/ 2000801 h 6851930"/>
              <a:gd name="connsiteX325" fmla="*/ 384776 w 7319245"/>
              <a:gd name="connsiteY325" fmla="*/ 1986842 h 6851930"/>
              <a:gd name="connsiteX326" fmla="*/ 337438 w 7319245"/>
              <a:gd name="connsiteY326" fmla="*/ 1979559 h 6851930"/>
              <a:gd name="connsiteX327" fmla="*/ 379314 w 7319245"/>
              <a:gd name="connsiteY327" fmla="*/ 1934648 h 6851930"/>
              <a:gd name="connsiteX328" fmla="*/ 400556 w 7319245"/>
              <a:gd name="connsiteY328" fmla="*/ 1917048 h 6851930"/>
              <a:gd name="connsiteX329" fmla="*/ 463067 w 7319245"/>
              <a:gd name="connsiteY329" fmla="*/ 1894593 h 6851930"/>
              <a:gd name="connsiteX330" fmla="*/ 460639 w 7319245"/>
              <a:gd name="connsiteY330" fmla="*/ 1884882 h 6851930"/>
              <a:gd name="connsiteX331" fmla="*/ 418156 w 7319245"/>
              <a:gd name="connsiteY331" fmla="*/ 1880634 h 6851930"/>
              <a:gd name="connsiteX332" fmla="*/ 443646 w 7319245"/>
              <a:gd name="connsiteY332" fmla="*/ 1856965 h 6851930"/>
              <a:gd name="connsiteX333" fmla="*/ 429080 w 7319245"/>
              <a:gd name="connsiteY333" fmla="*/ 1830261 h 6851930"/>
              <a:gd name="connsiteX334" fmla="*/ 479453 w 7319245"/>
              <a:gd name="connsiteY334" fmla="*/ 1788992 h 6851930"/>
              <a:gd name="connsiteX335" fmla="*/ 493412 w 7319245"/>
              <a:gd name="connsiteY335" fmla="*/ 1796274 h 6851930"/>
              <a:gd name="connsiteX336" fmla="*/ 493412 w 7319245"/>
              <a:gd name="connsiteY336" fmla="*/ 1762895 h 6851930"/>
              <a:gd name="connsiteX337" fmla="*/ 524971 w 7319245"/>
              <a:gd name="connsiteY337" fmla="*/ 1755612 h 6851930"/>
              <a:gd name="connsiteX338" fmla="*/ 524971 w 7319245"/>
              <a:gd name="connsiteY338" fmla="*/ 1747115 h 6851930"/>
              <a:gd name="connsiteX339" fmla="*/ 495233 w 7319245"/>
              <a:gd name="connsiteY339" fmla="*/ 1742867 h 6851930"/>
              <a:gd name="connsiteX340" fmla="*/ 588089 w 7319245"/>
              <a:gd name="connsiteY340" fmla="*/ 1651225 h 6851930"/>
              <a:gd name="connsiteX341" fmla="*/ 523150 w 7319245"/>
              <a:gd name="connsiteY341" fmla="*/ 1582038 h 6851930"/>
              <a:gd name="connsiteX342" fmla="*/ 590516 w 7319245"/>
              <a:gd name="connsiteY342" fmla="*/ 1586286 h 6851930"/>
              <a:gd name="connsiteX343" fmla="*/ 560778 w 7319245"/>
              <a:gd name="connsiteY343" fmla="*/ 1549872 h 6851930"/>
              <a:gd name="connsiteX344" fmla="*/ 565026 w 7319245"/>
              <a:gd name="connsiteY344" fmla="*/ 1543196 h 6851930"/>
              <a:gd name="connsiteX345" fmla="*/ 614792 w 7319245"/>
              <a:gd name="connsiteY345" fmla="*/ 1575969 h 6851930"/>
              <a:gd name="connsiteX346" fmla="*/ 643924 w 7319245"/>
              <a:gd name="connsiteY346" fmla="*/ 1551693 h 6851930"/>
              <a:gd name="connsiteX347" fmla="*/ 583840 w 7319245"/>
              <a:gd name="connsiteY347" fmla="*/ 1504961 h 6851930"/>
              <a:gd name="connsiteX348" fmla="*/ 518902 w 7319245"/>
              <a:gd name="connsiteY348" fmla="*/ 1492823 h 6851930"/>
              <a:gd name="connsiteX349" fmla="*/ 518295 w 7319245"/>
              <a:gd name="connsiteY349" fmla="*/ 1484326 h 6851930"/>
              <a:gd name="connsiteX350" fmla="*/ 571095 w 7319245"/>
              <a:gd name="connsiteY350" fmla="*/ 1476437 h 6851930"/>
              <a:gd name="connsiteX351" fmla="*/ 577771 w 7319245"/>
              <a:gd name="connsiteY351" fmla="*/ 1453981 h 6851930"/>
              <a:gd name="connsiteX352" fmla="*/ 660310 w 7319245"/>
              <a:gd name="connsiteY352" fmla="*/ 1449126 h 6851930"/>
              <a:gd name="connsiteX353" fmla="*/ 665165 w 7319245"/>
              <a:gd name="connsiteY353" fmla="*/ 1438202 h 6851930"/>
              <a:gd name="connsiteX354" fmla="*/ 632999 w 7319245"/>
              <a:gd name="connsiteY354" fmla="*/ 1413319 h 6851930"/>
              <a:gd name="connsiteX355" fmla="*/ 725856 w 7319245"/>
              <a:gd name="connsiteY355" fmla="*/ 1372656 h 6851930"/>
              <a:gd name="connsiteX356" fmla="*/ 762270 w 7319245"/>
              <a:gd name="connsiteY356" fmla="*/ 1359911 h 6851930"/>
              <a:gd name="connsiteX357" fmla="*/ 804146 w 7319245"/>
              <a:gd name="connsiteY357" fmla="*/ 1366587 h 6851930"/>
              <a:gd name="connsiteX358" fmla="*/ 808394 w 7319245"/>
              <a:gd name="connsiteY358" fmla="*/ 1353842 h 6851930"/>
              <a:gd name="connsiteX359" fmla="*/ 744063 w 7319245"/>
              <a:gd name="connsiteY359" fmla="*/ 1313180 h 6851930"/>
              <a:gd name="connsiteX360" fmla="*/ 744063 w 7319245"/>
              <a:gd name="connsiteY360" fmla="*/ 1347773 h 6851930"/>
              <a:gd name="connsiteX361" fmla="*/ 713718 w 7319245"/>
              <a:gd name="connsiteY361" fmla="*/ 1327745 h 6851930"/>
              <a:gd name="connsiteX362" fmla="*/ 761056 w 7319245"/>
              <a:gd name="connsiteY362" fmla="*/ 1273124 h 6851930"/>
              <a:gd name="connsiteX363" fmla="*/ 851484 w 7319245"/>
              <a:gd name="connsiteY363" fmla="*/ 1274945 h 6851930"/>
              <a:gd name="connsiteX364" fmla="*/ 831457 w 7319245"/>
              <a:gd name="connsiteY364" fmla="*/ 1247027 h 6851930"/>
              <a:gd name="connsiteX365" fmla="*/ 872119 w 7319245"/>
              <a:gd name="connsiteY365" fmla="*/ 1245207 h 6851930"/>
              <a:gd name="connsiteX366" fmla="*/ 874547 w 7319245"/>
              <a:gd name="connsiteY366" fmla="*/ 1267055 h 6851930"/>
              <a:gd name="connsiteX367" fmla="*/ 866657 w 7319245"/>
              <a:gd name="connsiteY367" fmla="*/ 1316214 h 6851930"/>
              <a:gd name="connsiteX368" fmla="*/ 881830 w 7319245"/>
              <a:gd name="connsiteY368" fmla="*/ 1299828 h 6851930"/>
              <a:gd name="connsiteX369" fmla="*/ 907926 w 7319245"/>
              <a:gd name="connsiteY369" fmla="*/ 1268876 h 6851930"/>
              <a:gd name="connsiteX370" fmla="*/ 929775 w 7319245"/>
              <a:gd name="connsiteY370" fmla="*/ 1222751 h 6851930"/>
              <a:gd name="connsiteX371" fmla="*/ 930382 w 7319245"/>
              <a:gd name="connsiteY371" fmla="*/ 1165702 h 6851930"/>
              <a:gd name="connsiteX372" fmla="*/ 964975 w 7319245"/>
              <a:gd name="connsiteY372" fmla="*/ 1165702 h 6851930"/>
              <a:gd name="connsiteX373" fmla="*/ 946768 w 7319245"/>
              <a:gd name="connsiteY373" fmla="*/ 1138999 h 6851930"/>
              <a:gd name="connsiteX374" fmla="*/ 994713 w 7319245"/>
              <a:gd name="connsiteY374" fmla="*/ 1120185 h 6851930"/>
              <a:gd name="connsiteX375" fmla="*/ 943127 w 7319245"/>
              <a:gd name="connsiteY375" fmla="*/ 1103798 h 6851930"/>
              <a:gd name="connsiteX376" fmla="*/ 946768 w 7319245"/>
              <a:gd name="connsiteY376" fmla="*/ 1058888 h 6851930"/>
              <a:gd name="connsiteX377" fmla="*/ 938878 w 7319245"/>
              <a:gd name="connsiteY377" fmla="*/ 1049784 h 6851930"/>
              <a:gd name="connsiteX378" fmla="*/ 1061473 w 7319245"/>
              <a:gd name="connsiteY378" fmla="*/ 1013370 h 6851930"/>
              <a:gd name="connsiteX379" fmla="*/ 1045086 w 7319245"/>
              <a:gd name="connsiteY379" fmla="*/ 1002446 h 6851930"/>
              <a:gd name="connsiteX380" fmla="*/ 1048121 w 7319245"/>
              <a:gd name="connsiteY380" fmla="*/ 990308 h 6851930"/>
              <a:gd name="connsiteX381" fmla="*/ 1106991 w 7319245"/>
              <a:gd name="connsiteY381" fmla="*/ 1004873 h 6851930"/>
              <a:gd name="connsiteX382" fmla="*/ 1121556 w 7319245"/>
              <a:gd name="connsiteY382" fmla="*/ 958142 h 6851930"/>
              <a:gd name="connsiteX383" fmla="*/ 1225337 w 7319245"/>
              <a:gd name="connsiteY383" fmla="*/ 924155 h 6851930"/>
              <a:gd name="connsiteX384" fmla="*/ 1232012 w 7319245"/>
              <a:gd name="connsiteY384" fmla="*/ 874996 h 6851930"/>
              <a:gd name="connsiteX385" fmla="*/ 1302413 w 7319245"/>
              <a:gd name="connsiteY385" fmla="*/ 825230 h 6851930"/>
              <a:gd name="connsiteX386" fmla="*/ 1401945 w 7319245"/>
              <a:gd name="connsiteY386" fmla="*/ 764540 h 6851930"/>
              <a:gd name="connsiteX387" fmla="*/ 1373421 w 7319245"/>
              <a:gd name="connsiteY387" fmla="*/ 690498 h 6851930"/>
              <a:gd name="connsiteX388" fmla="*/ 1493587 w 7319245"/>
              <a:gd name="connsiteY388" fmla="*/ 629200 h 6851930"/>
              <a:gd name="connsiteX389" fmla="*/ 1573699 w 7319245"/>
              <a:gd name="connsiteY389" fmla="*/ 579434 h 6851930"/>
              <a:gd name="connsiteX390" fmla="*/ 1583409 w 7319245"/>
              <a:gd name="connsiteY390" fmla="*/ 575186 h 6851930"/>
              <a:gd name="connsiteX391" fmla="*/ 1709038 w 7319245"/>
              <a:gd name="connsiteY391" fmla="*/ 504179 h 6851930"/>
              <a:gd name="connsiteX392" fmla="*/ 1680513 w 7319245"/>
              <a:gd name="connsiteY392" fmla="*/ 478082 h 6851930"/>
              <a:gd name="connsiteX393" fmla="*/ 1716928 w 7319245"/>
              <a:gd name="connsiteY393" fmla="*/ 462302 h 6851930"/>
              <a:gd name="connsiteX394" fmla="*/ 1789149 w 7319245"/>
              <a:gd name="connsiteY394" fmla="*/ 430743 h 6851930"/>
              <a:gd name="connsiteX395" fmla="*/ 1817067 w 7319245"/>
              <a:gd name="connsiteY395" fmla="*/ 414357 h 6851930"/>
              <a:gd name="connsiteX396" fmla="*/ 1892323 w 7319245"/>
              <a:gd name="connsiteY396" fmla="*/ 363377 h 6851930"/>
              <a:gd name="connsiteX397" fmla="*/ 1946337 w 7319245"/>
              <a:gd name="connsiteY397" fmla="*/ 353060 h 6851930"/>
              <a:gd name="connsiteX398" fmla="*/ 2127194 w 7319245"/>
              <a:gd name="connsiteY398" fmla="*/ 320287 h 6851930"/>
              <a:gd name="connsiteX399" fmla="*/ 2127194 w 7319245"/>
              <a:gd name="connsiteY399" fmla="*/ 288728 h 6851930"/>
              <a:gd name="connsiteX400" fmla="*/ 2169070 w 7319245"/>
              <a:gd name="connsiteY400" fmla="*/ 293583 h 6851930"/>
              <a:gd name="connsiteX401" fmla="*/ 2256464 w 7319245"/>
              <a:gd name="connsiteY401" fmla="*/ 266880 h 6851930"/>
              <a:gd name="connsiteX402" fmla="*/ 2305623 w 7319245"/>
              <a:gd name="connsiteY402" fmla="*/ 184948 h 6851930"/>
              <a:gd name="connsiteX403" fmla="*/ 2395445 w 7319245"/>
              <a:gd name="connsiteY403" fmla="*/ 204976 h 6851930"/>
              <a:gd name="connsiteX404" fmla="*/ 2397872 w 7319245"/>
              <a:gd name="connsiteY404" fmla="*/ 169775 h 6851930"/>
              <a:gd name="connsiteX405" fmla="*/ 2481625 w 7319245"/>
              <a:gd name="connsiteY405" fmla="*/ 130933 h 6851930"/>
              <a:gd name="connsiteX406" fmla="*/ 2542922 w 7319245"/>
              <a:gd name="connsiteY406" fmla="*/ 138216 h 6851930"/>
              <a:gd name="connsiteX407" fmla="*/ 2659448 w 7319245"/>
              <a:gd name="connsiteY407" fmla="*/ 143678 h 6851930"/>
              <a:gd name="connsiteX408" fmla="*/ 2728634 w 7319245"/>
              <a:gd name="connsiteY408" fmla="*/ 103623 h 6851930"/>
              <a:gd name="connsiteX409" fmla="*/ 2752304 w 7319245"/>
              <a:gd name="connsiteY409" fmla="*/ 106050 h 6851930"/>
              <a:gd name="connsiteX410" fmla="*/ 2845160 w 7319245"/>
              <a:gd name="connsiteY410" fmla="*/ 93912 h 6851930"/>
              <a:gd name="connsiteX411" fmla="*/ 2969575 w 7319245"/>
              <a:gd name="connsiteY411" fmla="*/ 45967 h 6851930"/>
              <a:gd name="connsiteX412" fmla="*/ 2978678 w 7319245"/>
              <a:gd name="connsiteY412" fmla="*/ 95126 h 6851930"/>
              <a:gd name="connsiteX413" fmla="*/ 3024803 w 7319245"/>
              <a:gd name="connsiteY413" fmla="*/ 53250 h 6851930"/>
              <a:gd name="connsiteX414" fmla="*/ 3071534 w 7319245"/>
              <a:gd name="connsiteY414" fmla="*/ 24119 h 6851930"/>
              <a:gd name="connsiteX415" fmla="*/ 3150432 w 7319245"/>
              <a:gd name="connsiteY415" fmla="*/ 8339 h 6851930"/>
              <a:gd name="connsiteX416" fmla="*/ 3322185 w 7319245"/>
              <a:gd name="connsiteY416" fmla="*/ 29581 h 6851930"/>
              <a:gd name="connsiteX417" fmla="*/ 3317937 w 7319245"/>
              <a:gd name="connsiteY417" fmla="*/ 64781 h 6851930"/>
              <a:gd name="connsiteX418" fmla="*/ 3423538 w 7319245"/>
              <a:gd name="connsiteY418" fmla="*/ 449 h 6851930"/>
              <a:gd name="connsiteX419" fmla="*/ 3449028 w 7319245"/>
              <a:gd name="connsiteY419" fmla="*/ 12587 h 6851930"/>
              <a:gd name="connsiteX420" fmla="*/ 3529746 w 7319245"/>
              <a:gd name="connsiteY420" fmla="*/ 33222 h 6851930"/>
              <a:gd name="connsiteX421" fmla="*/ 3562519 w 7319245"/>
              <a:gd name="connsiteY421" fmla="*/ 26546 h 6851930"/>
              <a:gd name="connsiteX422" fmla="*/ 3535208 w 7319245"/>
              <a:gd name="connsiteY422" fmla="*/ 52036 h 6851930"/>
              <a:gd name="connsiteX423" fmla="*/ 3601968 w 7319245"/>
              <a:gd name="connsiteY423" fmla="*/ 18656 h 6851930"/>
              <a:gd name="connsiteX424" fmla="*/ 3712423 w 7319245"/>
              <a:gd name="connsiteY424" fmla="*/ 24725 h 6851930"/>
              <a:gd name="connsiteX425" fmla="*/ 3711817 w 7319245"/>
              <a:gd name="connsiteY425" fmla="*/ 16229 h 6851930"/>
              <a:gd name="connsiteX426" fmla="*/ 3793142 w 7319245"/>
              <a:gd name="connsiteY426" fmla="*/ 54464 h 6851930"/>
              <a:gd name="connsiteX427" fmla="*/ 3800424 w 7319245"/>
              <a:gd name="connsiteY427" fmla="*/ 46574 h 6851930"/>
              <a:gd name="connsiteX428" fmla="*/ 3792535 w 7319245"/>
              <a:gd name="connsiteY428" fmla="*/ 32008 h 6851930"/>
              <a:gd name="connsiteX429" fmla="*/ 4013447 w 7319245"/>
              <a:gd name="connsiteY429" fmla="*/ 58712 h 6851930"/>
              <a:gd name="connsiteX430" fmla="*/ 4004344 w 7319245"/>
              <a:gd name="connsiteY430" fmla="*/ 65995 h 6851930"/>
              <a:gd name="connsiteX431" fmla="*/ 4306581 w 7319245"/>
              <a:gd name="connsiteY431" fmla="*/ 78133 h 6851930"/>
              <a:gd name="connsiteX432" fmla="*/ 4277450 w 7319245"/>
              <a:gd name="connsiteY432" fmla="*/ 102409 h 6851930"/>
              <a:gd name="connsiteX433" fmla="*/ 4342996 w 7319245"/>
              <a:gd name="connsiteY433" fmla="*/ 160672 h 6851930"/>
              <a:gd name="connsiteX434" fmla="*/ 4372734 w 7319245"/>
              <a:gd name="connsiteY434" fmla="*/ 134575 h 6851930"/>
              <a:gd name="connsiteX435" fmla="*/ 4339961 w 7319245"/>
              <a:gd name="connsiteY435" fmla="*/ 110906 h 6851930"/>
              <a:gd name="connsiteX436" fmla="*/ 4430997 w 7319245"/>
              <a:gd name="connsiteY436" fmla="*/ 156423 h 6851930"/>
              <a:gd name="connsiteX437" fmla="*/ 4429783 w 7319245"/>
              <a:gd name="connsiteY437" fmla="*/ 155210 h 6851930"/>
              <a:gd name="connsiteX438" fmla="*/ 4434031 w 7319245"/>
              <a:gd name="connsiteY438" fmla="*/ 204369 h 6851930"/>
              <a:gd name="connsiteX439" fmla="*/ 4512322 w 7319245"/>
              <a:gd name="connsiteY439" fmla="*/ 174630 h 6851930"/>
              <a:gd name="connsiteX440" fmla="*/ 4578474 w 7319245"/>
              <a:gd name="connsiteY440" fmla="*/ 173417 h 6851930"/>
              <a:gd name="connsiteX441" fmla="*/ 4693785 w 7319245"/>
              <a:gd name="connsiteY441" fmla="*/ 193444 h 6851930"/>
              <a:gd name="connsiteX442" fmla="*/ 4691358 w 7319245"/>
              <a:gd name="connsiteY442" fmla="*/ 173417 h 6851930"/>
              <a:gd name="connsiteX443" fmla="*/ 4800600 w 7319245"/>
              <a:gd name="connsiteY443" fmla="*/ 199513 h 6851930"/>
              <a:gd name="connsiteX444" fmla="*/ 4745979 w 7319245"/>
              <a:gd name="connsiteY444" fmla="*/ 179486 h 6851930"/>
              <a:gd name="connsiteX445" fmla="*/ 4744765 w 7319245"/>
              <a:gd name="connsiteY445" fmla="*/ 212258 h 6851930"/>
              <a:gd name="connsiteX446" fmla="*/ 4622778 w 7319245"/>
              <a:gd name="connsiteY446" fmla="*/ 288121 h 6851930"/>
              <a:gd name="connsiteX447" fmla="*/ 4730807 w 7319245"/>
              <a:gd name="connsiteY447" fmla="*/ 279625 h 6851930"/>
              <a:gd name="connsiteX448" fmla="*/ 4713813 w 7319245"/>
              <a:gd name="connsiteY448" fmla="*/ 254135 h 6851930"/>
              <a:gd name="connsiteX449" fmla="*/ 4775717 w 7319245"/>
              <a:gd name="connsiteY449" fmla="*/ 233500 h 6851930"/>
              <a:gd name="connsiteX450" fmla="*/ 4715634 w 7319245"/>
              <a:gd name="connsiteY450" fmla="*/ 332425 h 6851930"/>
              <a:gd name="connsiteX451" fmla="*/ 4798779 w 7319245"/>
              <a:gd name="connsiteY451" fmla="*/ 332425 h 6851930"/>
              <a:gd name="connsiteX452" fmla="*/ 4788462 w 7319245"/>
              <a:gd name="connsiteY452" fmla="*/ 362163 h 6851930"/>
              <a:gd name="connsiteX453" fmla="*/ 4853401 w 7319245"/>
              <a:gd name="connsiteY453" fmla="*/ 382191 h 6851930"/>
              <a:gd name="connsiteX454" fmla="*/ 4880711 w 7319245"/>
              <a:gd name="connsiteY454" fmla="*/ 348205 h 6851930"/>
              <a:gd name="connsiteX455" fmla="*/ 4892849 w 7319245"/>
              <a:gd name="connsiteY455" fmla="*/ 333639 h 6851930"/>
              <a:gd name="connsiteX456" fmla="*/ 4936546 w 7319245"/>
              <a:gd name="connsiteY456" fmla="*/ 301473 h 6851930"/>
              <a:gd name="connsiteX457" fmla="*/ 5007554 w 7319245"/>
              <a:gd name="connsiteY457" fmla="*/ 311790 h 6851930"/>
              <a:gd name="connsiteX458" fmla="*/ 4996023 w 7319245"/>
              <a:gd name="connsiteY458" fmla="*/ 375515 h 6851930"/>
              <a:gd name="connsiteX459" fmla="*/ 4888601 w 7319245"/>
              <a:gd name="connsiteY459" fmla="*/ 399184 h 6851930"/>
              <a:gd name="connsiteX460" fmla="*/ 4889815 w 7319245"/>
              <a:gd name="connsiteY460" fmla="*/ 407074 h 6851930"/>
              <a:gd name="connsiteX461" fmla="*/ 4951719 w 7319245"/>
              <a:gd name="connsiteY461" fmla="*/ 405860 h 6851930"/>
              <a:gd name="connsiteX462" fmla="*/ 5023333 w 7319245"/>
              <a:gd name="connsiteY462" fmla="*/ 422854 h 6851930"/>
              <a:gd name="connsiteX463" fmla="*/ 5102231 w 7319245"/>
              <a:gd name="connsiteY463" fmla="*/ 411929 h 6851930"/>
              <a:gd name="connsiteX464" fmla="*/ 5111334 w 7319245"/>
              <a:gd name="connsiteY464" fmla="*/ 401612 h 6851930"/>
              <a:gd name="connsiteX465" fmla="*/ 5184163 w 7319245"/>
              <a:gd name="connsiteY465" fmla="*/ 412536 h 6851930"/>
              <a:gd name="connsiteX466" fmla="*/ 5105872 w 7319245"/>
              <a:gd name="connsiteY466" fmla="*/ 475654 h 6851930"/>
              <a:gd name="connsiteX467" fmla="*/ 5209046 w 7319245"/>
              <a:gd name="connsiteY467" fmla="*/ 489006 h 6851930"/>
              <a:gd name="connsiteX468" fmla="*/ 5252743 w 7319245"/>
              <a:gd name="connsiteY468" fmla="*/ 504179 h 6851930"/>
              <a:gd name="connsiteX469" fmla="*/ 5250922 w 7319245"/>
              <a:gd name="connsiteY469" fmla="*/ 515710 h 6851930"/>
              <a:gd name="connsiteX470" fmla="*/ 5277626 w 7319245"/>
              <a:gd name="connsiteY470" fmla="*/ 499930 h 6851930"/>
              <a:gd name="connsiteX471" fmla="*/ 5281874 w 7319245"/>
              <a:gd name="connsiteY471" fmla="*/ 512068 h 6851930"/>
              <a:gd name="connsiteX472" fmla="*/ 5306150 w 7319245"/>
              <a:gd name="connsiteY472" fmla="*/ 535737 h 6851930"/>
              <a:gd name="connsiteX473" fmla="*/ 5381406 w 7319245"/>
              <a:gd name="connsiteY473" fmla="*/ 540593 h 6851930"/>
              <a:gd name="connsiteX474" fmla="*/ 5355916 w 7319245"/>
              <a:gd name="connsiteY474" fmla="*/ 578828 h 6851930"/>
              <a:gd name="connsiteX475" fmla="*/ 5453627 w 7319245"/>
              <a:gd name="connsiteY475" fmla="*/ 579434 h 6851930"/>
              <a:gd name="connsiteX476" fmla="*/ 5511283 w 7319245"/>
              <a:gd name="connsiteY476" fmla="*/ 575186 h 6851930"/>
              <a:gd name="connsiteX477" fmla="*/ 5550732 w 7319245"/>
              <a:gd name="connsiteY477" fmla="*/ 579434 h 6851930"/>
              <a:gd name="connsiteX478" fmla="*/ 5587146 w 7319245"/>
              <a:gd name="connsiteY478" fmla="*/ 593393 h 6851930"/>
              <a:gd name="connsiteX479" fmla="*/ 5622346 w 7319245"/>
              <a:gd name="connsiteY479" fmla="*/ 611600 h 6851930"/>
              <a:gd name="connsiteX480" fmla="*/ 5615063 w 7319245"/>
              <a:gd name="connsiteY480" fmla="*/ 641945 h 6851930"/>
              <a:gd name="connsiteX481" fmla="*/ 5795314 w 7319245"/>
              <a:gd name="connsiteY481" fmla="*/ 662580 h 6851930"/>
              <a:gd name="connsiteX482" fmla="*/ 5868142 w 7319245"/>
              <a:gd name="connsiteY482" fmla="*/ 704456 h 6851930"/>
              <a:gd name="connsiteX483" fmla="*/ 5865715 w 7319245"/>
              <a:gd name="connsiteY483" fmla="*/ 715988 h 6851930"/>
              <a:gd name="connsiteX484" fmla="*/ 5791065 w 7319245"/>
              <a:gd name="connsiteY484" fmla="*/ 725091 h 6851930"/>
              <a:gd name="connsiteX485" fmla="*/ 5709133 w 7319245"/>
              <a:gd name="connsiteY485" fmla="*/ 712953 h 6851930"/>
              <a:gd name="connsiteX486" fmla="*/ 5737658 w 7319245"/>
              <a:gd name="connsiteY486" fmla="*/ 736622 h 6851930"/>
              <a:gd name="connsiteX487" fmla="*/ 5789852 w 7319245"/>
              <a:gd name="connsiteY487" fmla="*/ 722057 h 6851930"/>
              <a:gd name="connsiteX488" fmla="*/ 6053247 w 7319245"/>
              <a:gd name="connsiteY488" fmla="*/ 964818 h 6851930"/>
              <a:gd name="connsiteX489" fmla="*/ 6018654 w 7319245"/>
              <a:gd name="connsiteY489" fmla="*/ 912017 h 6851930"/>
              <a:gd name="connsiteX490" fmla="*/ 6001054 w 7319245"/>
              <a:gd name="connsiteY490" fmla="*/ 919907 h 6851930"/>
              <a:gd name="connsiteX491" fmla="*/ 6009550 w 7319245"/>
              <a:gd name="connsiteY491" fmla="*/ 941148 h 6851930"/>
              <a:gd name="connsiteX492" fmla="*/ 6053247 w 7319245"/>
              <a:gd name="connsiteY492" fmla="*/ 964818 h 6851930"/>
              <a:gd name="connsiteX493" fmla="*/ 2041014 w 7319245"/>
              <a:gd name="connsiteY493" fmla="*/ 6022138 h 6851930"/>
              <a:gd name="connsiteX494" fmla="*/ 1972434 w 7319245"/>
              <a:gd name="connsiteY494" fmla="*/ 5997255 h 6851930"/>
              <a:gd name="connsiteX495" fmla="*/ 2041014 w 7319245"/>
              <a:gd name="connsiteY495" fmla="*/ 6022138 h 6851930"/>
              <a:gd name="connsiteX496" fmla="*/ 5010589 w 7319245"/>
              <a:gd name="connsiteY496" fmla="*/ 434992 h 6851930"/>
              <a:gd name="connsiteX497" fmla="*/ 5070065 w 7319245"/>
              <a:gd name="connsiteY497" fmla="*/ 481723 h 6851930"/>
              <a:gd name="connsiteX498" fmla="*/ 5010589 w 7319245"/>
              <a:gd name="connsiteY498" fmla="*/ 434992 h 6851930"/>
            </a:gdLst>
            <a:ahLst/>
            <a:cxnLst/>
            <a:rect l="l" t="t" r="r" b="b"/>
            <a:pathLst>
              <a:path w="7319245" h="6851930">
                <a:moveTo>
                  <a:pt x="5789852" y="722057"/>
                </a:moveTo>
                <a:cubicBezTo>
                  <a:pt x="5797134" y="733588"/>
                  <a:pt x="5805024" y="745119"/>
                  <a:pt x="5810486" y="753616"/>
                </a:cubicBezTo>
                <a:cubicBezTo>
                  <a:pt x="5792279" y="760898"/>
                  <a:pt x="5764362" y="772430"/>
                  <a:pt x="5737051" y="783961"/>
                </a:cubicBezTo>
                <a:cubicBezTo>
                  <a:pt x="5783783" y="800954"/>
                  <a:pt x="5829907" y="818554"/>
                  <a:pt x="5876639" y="833120"/>
                </a:cubicBezTo>
                <a:cubicBezTo>
                  <a:pt x="5891204" y="837975"/>
                  <a:pt x="5908198" y="834334"/>
                  <a:pt x="5924584" y="833727"/>
                </a:cubicBezTo>
                <a:cubicBezTo>
                  <a:pt x="5937936" y="833120"/>
                  <a:pt x="5950681" y="830692"/>
                  <a:pt x="5968281" y="828265"/>
                </a:cubicBezTo>
                <a:cubicBezTo>
                  <a:pt x="5964032" y="845258"/>
                  <a:pt x="5961605" y="856182"/>
                  <a:pt x="5958571" y="868927"/>
                </a:cubicBezTo>
                <a:cubicBezTo>
                  <a:pt x="5989522" y="871962"/>
                  <a:pt x="6019261" y="868927"/>
                  <a:pt x="6044751" y="878637"/>
                </a:cubicBezTo>
                <a:cubicBezTo>
                  <a:pt x="6057496" y="883493"/>
                  <a:pt x="6062351" y="910196"/>
                  <a:pt x="6070848" y="926583"/>
                </a:cubicBezTo>
                <a:cubicBezTo>
                  <a:pt x="6098158" y="980597"/>
                  <a:pt x="6098158" y="980597"/>
                  <a:pt x="6161883" y="966638"/>
                </a:cubicBezTo>
                <a:cubicBezTo>
                  <a:pt x="6166738" y="965425"/>
                  <a:pt x="6171593" y="967852"/>
                  <a:pt x="6177056" y="969066"/>
                </a:cubicBezTo>
                <a:cubicBezTo>
                  <a:pt x="6161883" y="1011549"/>
                  <a:pt x="6161883" y="1010942"/>
                  <a:pt x="6210435" y="1018225"/>
                </a:cubicBezTo>
                <a:cubicBezTo>
                  <a:pt x="6217111" y="1019439"/>
                  <a:pt x="6223180" y="1025508"/>
                  <a:pt x="6229856" y="1029149"/>
                </a:cubicBezTo>
                <a:cubicBezTo>
                  <a:pt x="6241994" y="1035218"/>
                  <a:pt x="6254739" y="1040074"/>
                  <a:pt x="6265664" y="1047356"/>
                </a:cubicBezTo>
                <a:cubicBezTo>
                  <a:pt x="6279015" y="1055246"/>
                  <a:pt x="6291153" y="1065564"/>
                  <a:pt x="6303291" y="1074667"/>
                </a:cubicBezTo>
                <a:cubicBezTo>
                  <a:pt x="6300257" y="1078915"/>
                  <a:pt x="6297829" y="1082557"/>
                  <a:pt x="6294794" y="1086805"/>
                </a:cubicBezTo>
                <a:cubicBezTo>
                  <a:pt x="6283871" y="1079522"/>
                  <a:pt x="6272946" y="1072240"/>
                  <a:pt x="6260201" y="1064350"/>
                </a:cubicBezTo>
                <a:cubicBezTo>
                  <a:pt x="6258987" y="1073453"/>
                  <a:pt x="6257167" y="1084378"/>
                  <a:pt x="6255346" y="1097729"/>
                </a:cubicBezTo>
                <a:cubicBezTo>
                  <a:pt x="6289332" y="1100157"/>
                  <a:pt x="6323926" y="1101978"/>
                  <a:pt x="6357912" y="1104405"/>
                </a:cubicBezTo>
                <a:cubicBezTo>
                  <a:pt x="6357912" y="1107440"/>
                  <a:pt x="6358519" y="1110474"/>
                  <a:pt x="6358519" y="1114116"/>
                </a:cubicBezTo>
                <a:cubicBezTo>
                  <a:pt x="6340919" y="1117757"/>
                  <a:pt x="6323319" y="1120792"/>
                  <a:pt x="6295401" y="1126254"/>
                </a:cubicBezTo>
                <a:cubicBezTo>
                  <a:pt x="6331815" y="1154171"/>
                  <a:pt x="6379154" y="1127468"/>
                  <a:pt x="6397968" y="1165702"/>
                </a:cubicBezTo>
                <a:cubicBezTo>
                  <a:pt x="6360947" y="1179661"/>
                  <a:pt x="6325746" y="1193013"/>
                  <a:pt x="6296009" y="1203937"/>
                </a:cubicBezTo>
                <a:cubicBezTo>
                  <a:pt x="6308753" y="1212434"/>
                  <a:pt x="6321498" y="1223358"/>
                  <a:pt x="6336064" y="1229427"/>
                </a:cubicBezTo>
                <a:cubicBezTo>
                  <a:pt x="6350022" y="1234889"/>
                  <a:pt x="6370050" y="1240352"/>
                  <a:pt x="6380975" y="1234889"/>
                </a:cubicBezTo>
                <a:cubicBezTo>
                  <a:pt x="6407071" y="1220931"/>
                  <a:pt x="6425885" y="1236103"/>
                  <a:pt x="6434989" y="1250669"/>
                </a:cubicBezTo>
                <a:cubicBezTo>
                  <a:pt x="6446520" y="1269483"/>
                  <a:pt x="6468368" y="1286476"/>
                  <a:pt x="6453196" y="1319856"/>
                </a:cubicBezTo>
                <a:cubicBezTo>
                  <a:pt x="6447127" y="1333208"/>
                  <a:pt x="6473224" y="1362339"/>
                  <a:pt x="6485969" y="1384187"/>
                </a:cubicBezTo>
                <a:cubicBezTo>
                  <a:pt x="6491431" y="1393291"/>
                  <a:pt x="6499928" y="1399967"/>
                  <a:pt x="6505997" y="1408464"/>
                </a:cubicBezTo>
                <a:cubicBezTo>
                  <a:pt x="6523597" y="1435167"/>
                  <a:pt x="6537555" y="1463085"/>
                  <a:pt x="6575184" y="1470975"/>
                </a:cubicBezTo>
                <a:cubicBezTo>
                  <a:pt x="6589749" y="1474009"/>
                  <a:pt x="6600067" y="1495857"/>
                  <a:pt x="6612205" y="1508602"/>
                </a:cubicBezTo>
                <a:cubicBezTo>
                  <a:pt x="6620094" y="1517099"/>
                  <a:pt x="6627984" y="1526810"/>
                  <a:pt x="6637694" y="1531665"/>
                </a:cubicBezTo>
                <a:cubicBezTo>
                  <a:pt x="6651653" y="1538948"/>
                  <a:pt x="6668040" y="1542589"/>
                  <a:pt x="6692922" y="1550479"/>
                </a:cubicBezTo>
                <a:cubicBezTo>
                  <a:pt x="6672895" y="1558975"/>
                  <a:pt x="6662577" y="1563831"/>
                  <a:pt x="6648619" y="1569900"/>
                </a:cubicBezTo>
                <a:cubicBezTo>
                  <a:pt x="6661364" y="1572934"/>
                  <a:pt x="6670467" y="1574755"/>
                  <a:pt x="6683819" y="1577789"/>
                </a:cubicBezTo>
                <a:cubicBezTo>
                  <a:pt x="6672288" y="1588107"/>
                  <a:pt x="6663185" y="1595389"/>
                  <a:pt x="6647405" y="1609348"/>
                </a:cubicBezTo>
                <a:cubicBezTo>
                  <a:pt x="6669254" y="1612990"/>
                  <a:pt x="6683212" y="1615417"/>
                  <a:pt x="6703240" y="1619059"/>
                </a:cubicBezTo>
                <a:cubicBezTo>
                  <a:pt x="6688674" y="1656080"/>
                  <a:pt x="6648619" y="1645156"/>
                  <a:pt x="6633446" y="1658508"/>
                </a:cubicBezTo>
                <a:cubicBezTo>
                  <a:pt x="6650439" y="1679142"/>
                  <a:pt x="6667433" y="1699170"/>
                  <a:pt x="6683212" y="1718591"/>
                </a:cubicBezTo>
                <a:cubicBezTo>
                  <a:pt x="6697778" y="1706453"/>
                  <a:pt x="6715985" y="1690066"/>
                  <a:pt x="6736620" y="1675501"/>
                </a:cubicBezTo>
                <a:cubicBezTo>
                  <a:pt x="6742689" y="1671252"/>
                  <a:pt x="6753006" y="1673073"/>
                  <a:pt x="6761503" y="1674287"/>
                </a:cubicBezTo>
                <a:cubicBezTo>
                  <a:pt x="6763930" y="1674894"/>
                  <a:pt x="6767572" y="1685211"/>
                  <a:pt x="6765751" y="1687639"/>
                </a:cubicBezTo>
                <a:cubicBezTo>
                  <a:pt x="6760896" y="1694315"/>
                  <a:pt x="6753613" y="1700991"/>
                  <a:pt x="6746330" y="1704025"/>
                </a:cubicBezTo>
                <a:cubicBezTo>
                  <a:pt x="6737833" y="1707060"/>
                  <a:pt x="6727516" y="1705846"/>
                  <a:pt x="6719020" y="1706453"/>
                </a:cubicBezTo>
                <a:cubicBezTo>
                  <a:pt x="6734799" y="1721625"/>
                  <a:pt x="6748151" y="1734977"/>
                  <a:pt x="6762109" y="1748329"/>
                </a:cubicBezTo>
                <a:cubicBezTo>
                  <a:pt x="6756040" y="1754398"/>
                  <a:pt x="6747544" y="1767143"/>
                  <a:pt x="6743902" y="1765929"/>
                </a:cubicBezTo>
                <a:cubicBezTo>
                  <a:pt x="6731158" y="1761681"/>
                  <a:pt x="6720233" y="1752577"/>
                  <a:pt x="6702633" y="1742260"/>
                </a:cubicBezTo>
                <a:cubicBezTo>
                  <a:pt x="6702633" y="1753184"/>
                  <a:pt x="6697778" y="1768357"/>
                  <a:pt x="6703240" y="1776247"/>
                </a:cubicBezTo>
                <a:cubicBezTo>
                  <a:pt x="6728730" y="1812054"/>
                  <a:pt x="6766965" y="1802343"/>
                  <a:pt x="6798524" y="1801130"/>
                </a:cubicBezTo>
                <a:cubicBezTo>
                  <a:pt x="6824014" y="1833295"/>
                  <a:pt x="6848290" y="1863034"/>
                  <a:pt x="6872566" y="1893986"/>
                </a:cubicBezTo>
                <a:cubicBezTo>
                  <a:pt x="6851931" y="1900662"/>
                  <a:pt x="6836152" y="1902482"/>
                  <a:pt x="6826441" y="1910979"/>
                </a:cubicBezTo>
                <a:cubicBezTo>
                  <a:pt x="6822800" y="1914013"/>
                  <a:pt x="6828869" y="1935862"/>
                  <a:pt x="6836759" y="1943752"/>
                </a:cubicBezTo>
                <a:cubicBezTo>
                  <a:pt x="6853752" y="1962566"/>
                  <a:pt x="6878028" y="1975918"/>
                  <a:pt x="6892594" y="1996552"/>
                </a:cubicBezTo>
                <a:cubicBezTo>
                  <a:pt x="6901697" y="2009904"/>
                  <a:pt x="6941752" y="1998373"/>
                  <a:pt x="6922939" y="2032966"/>
                </a:cubicBezTo>
                <a:cubicBezTo>
                  <a:pt x="6942360" y="2042070"/>
                  <a:pt x="6961781" y="2051173"/>
                  <a:pt x="6986057" y="2062705"/>
                </a:cubicBezTo>
                <a:cubicBezTo>
                  <a:pt x="6979381" y="2069987"/>
                  <a:pt x="6967850" y="2082125"/>
                  <a:pt x="6953891" y="2097298"/>
                </a:cubicBezTo>
                <a:cubicBezTo>
                  <a:pt x="6965422" y="2100940"/>
                  <a:pt x="6973312" y="2102760"/>
                  <a:pt x="6981809" y="2105795"/>
                </a:cubicBezTo>
                <a:cubicBezTo>
                  <a:pt x="6952070" y="2163450"/>
                  <a:pt x="6988484" y="2189547"/>
                  <a:pt x="7042499" y="2212610"/>
                </a:cubicBezTo>
                <a:cubicBezTo>
                  <a:pt x="6995767" y="2228389"/>
                  <a:pt x="6988484" y="2249631"/>
                  <a:pt x="7008512" y="2286652"/>
                </a:cubicBezTo>
                <a:cubicBezTo>
                  <a:pt x="7012154" y="2293935"/>
                  <a:pt x="7020043" y="2307286"/>
                  <a:pt x="7023078" y="2318211"/>
                </a:cubicBezTo>
                <a:cubicBezTo>
                  <a:pt x="7029753" y="2341273"/>
                  <a:pt x="7032181" y="2365549"/>
                  <a:pt x="7037037" y="2394073"/>
                </a:cubicBezTo>
                <a:cubicBezTo>
                  <a:pt x="7071023" y="2404391"/>
                  <a:pt x="7115934" y="2417136"/>
                  <a:pt x="7160237" y="2430488"/>
                </a:cubicBezTo>
                <a:cubicBezTo>
                  <a:pt x="7162058" y="2435343"/>
                  <a:pt x="7163879" y="2440198"/>
                  <a:pt x="7166306" y="2445053"/>
                </a:cubicBezTo>
                <a:cubicBezTo>
                  <a:pt x="7155383" y="2448695"/>
                  <a:pt x="7145065" y="2452336"/>
                  <a:pt x="7129892" y="2457191"/>
                </a:cubicBezTo>
                <a:cubicBezTo>
                  <a:pt x="7155383" y="2471757"/>
                  <a:pt x="7171162" y="2480254"/>
                  <a:pt x="7187548" y="2489357"/>
                </a:cubicBezTo>
                <a:cubicBezTo>
                  <a:pt x="7159024" y="2502102"/>
                  <a:pt x="7131713" y="2514240"/>
                  <a:pt x="7098334" y="2528806"/>
                </a:cubicBezTo>
                <a:cubicBezTo>
                  <a:pt x="7132320" y="2551868"/>
                  <a:pt x="7160237" y="2571289"/>
                  <a:pt x="7188156" y="2590103"/>
                </a:cubicBezTo>
                <a:cubicBezTo>
                  <a:pt x="7186941" y="2593744"/>
                  <a:pt x="7185728" y="2597386"/>
                  <a:pt x="7184514" y="2601027"/>
                </a:cubicBezTo>
                <a:cubicBezTo>
                  <a:pt x="7163272" y="2604062"/>
                  <a:pt x="7142030" y="2605276"/>
                  <a:pt x="7121396" y="2610131"/>
                </a:cubicBezTo>
                <a:cubicBezTo>
                  <a:pt x="7103796" y="2614379"/>
                  <a:pt x="7087409" y="2623483"/>
                  <a:pt x="7070416" y="2630159"/>
                </a:cubicBezTo>
                <a:cubicBezTo>
                  <a:pt x="7083768" y="2641083"/>
                  <a:pt x="7097120" y="2651400"/>
                  <a:pt x="7114113" y="2664752"/>
                </a:cubicBezTo>
                <a:cubicBezTo>
                  <a:pt x="7112293" y="2667787"/>
                  <a:pt x="7107437" y="2676890"/>
                  <a:pt x="7101368" y="2687814"/>
                </a:cubicBezTo>
                <a:cubicBezTo>
                  <a:pt x="7114720" y="2691456"/>
                  <a:pt x="7126251" y="2693883"/>
                  <a:pt x="7137782" y="2696918"/>
                </a:cubicBezTo>
                <a:cubicBezTo>
                  <a:pt x="7138389" y="2699952"/>
                  <a:pt x="7138389" y="2702987"/>
                  <a:pt x="7138996" y="2706021"/>
                </a:cubicBezTo>
                <a:cubicBezTo>
                  <a:pt x="7121396" y="2710270"/>
                  <a:pt x="7103796" y="2714518"/>
                  <a:pt x="7086196" y="2719373"/>
                </a:cubicBezTo>
                <a:cubicBezTo>
                  <a:pt x="7085589" y="2723622"/>
                  <a:pt x="7084982" y="2727870"/>
                  <a:pt x="7083768" y="2732118"/>
                </a:cubicBezTo>
                <a:cubicBezTo>
                  <a:pt x="7106830" y="2738187"/>
                  <a:pt x="7129892" y="2744256"/>
                  <a:pt x="7156596" y="2751539"/>
                </a:cubicBezTo>
                <a:cubicBezTo>
                  <a:pt x="7149314" y="2785526"/>
                  <a:pt x="7183907" y="2794022"/>
                  <a:pt x="7214252" y="2808588"/>
                </a:cubicBezTo>
                <a:cubicBezTo>
                  <a:pt x="7195438" y="2846823"/>
                  <a:pt x="7203935" y="2877168"/>
                  <a:pt x="7233066" y="2908727"/>
                </a:cubicBezTo>
                <a:cubicBezTo>
                  <a:pt x="7245811" y="2922079"/>
                  <a:pt x="7246418" y="2948176"/>
                  <a:pt x="7267053" y="2959707"/>
                </a:cubicBezTo>
                <a:cubicBezTo>
                  <a:pt x="7268873" y="2960921"/>
                  <a:pt x="7263411" y="2978521"/>
                  <a:pt x="7262804" y="2978521"/>
                </a:cubicBezTo>
                <a:cubicBezTo>
                  <a:pt x="7251273" y="2977307"/>
                  <a:pt x="7239742" y="2974272"/>
                  <a:pt x="7227604" y="2971238"/>
                </a:cubicBezTo>
                <a:cubicBezTo>
                  <a:pt x="7225783" y="2977307"/>
                  <a:pt x="7220928" y="2991873"/>
                  <a:pt x="7214252" y="3011294"/>
                </a:cubicBezTo>
                <a:cubicBezTo>
                  <a:pt x="7237921" y="3019183"/>
                  <a:pt x="7260984" y="3027073"/>
                  <a:pt x="7292543" y="3037390"/>
                </a:cubicBezTo>
                <a:cubicBezTo>
                  <a:pt x="7280404" y="3052563"/>
                  <a:pt x="7269480" y="3067128"/>
                  <a:pt x="7250666" y="3090798"/>
                </a:cubicBezTo>
                <a:cubicBezTo>
                  <a:pt x="7260376" y="3100508"/>
                  <a:pt x="7279191" y="3119322"/>
                  <a:pt x="7298612" y="3138743"/>
                </a:cubicBezTo>
                <a:cubicBezTo>
                  <a:pt x="7274942" y="3152095"/>
                  <a:pt x="7254915" y="3163019"/>
                  <a:pt x="7225783" y="3178799"/>
                </a:cubicBezTo>
                <a:cubicBezTo>
                  <a:pt x="7266445" y="3193364"/>
                  <a:pt x="7277370" y="3206109"/>
                  <a:pt x="7253094" y="3237668"/>
                </a:cubicBezTo>
                <a:cubicBezTo>
                  <a:pt x="7242777" y="3250413"/>
                  <a:pt x="7250059" y="3283793"/>
                  <a:pt x="7258556" y="3303214"/>
                </a:cubicBezTo>
                <a:cubicBezTo>
                  <a:pt x="7274335" y="3340842"/>
                  <a:pt x="7274335" y="3374828"/>
                  <a:pt x="7260984" y="3397890"/>
                </a:cubicBezTo>
                <a:cubicBezTo>
                  <a:pt x="7272514" y="3427629"/>
                  <a:pt x="7278583" y="3449477"/>
                  <a:pt x="7288901" y="3469505"/>
                </a:cubicBezTo>
                <a:cubicBezTo>
                  <a:pt x="7298005" y="3486498"/>
                  <a:pt x="7311356" y="3501671"/>
                  <a:pt x="7322888" y="3516844"/>
                </a:cubicBezTo>
                <a:cubicBezTo>
                  <a:pt x="7322888" y="3544761"/>
                  <a:pt x="7270087" y="3539906"/>
                  <a:pt x="7286473" y="3579354"/>
                </a:cubicBezTo>
                <a:cubicBezTo>
                  <a:pt x="7294970" y="3599382"/>
                  <a:pt x="7259163" y="3630334"/>
                  <a:pt x="7309536" y="3641865"/>
                </a:cubicBezTo>
                <a:cubicBezTo>
                  <a:pt x="7291329" y="3661286"/>
                  <a:pt x="7277370" y="3675852"/>
                  <a:pt x="7263411" y="3691024"/>
                </a:cubicBezTo>
                <a:cubicBezTo>
                  <a:pt x="7273122" y="3713480"/>
                  <a:pt x="7321067" y="3720763"/>
                  <a:pt x="7288901" y="3757177"/>
                </a:cubicBezTo>
                <a:cubicBezTo>
                  <a:pt x="7337453" y="3775384"/>
                  <a:pt x="7280404" y="3822116"/>
                  <a:pt x="7312571" y="3845785"/>
                </a:cubicBezTo>
                <a:cubicBezTo>
                  <a:pt x="7314998" y="3847606"/>
                  <a:pt x="7308929" y="3860957"/>
                  <a:pt x="7305287" y="3868240"/>
                </a:cubicBezTo>
                <a:cubicBezTo>
                  <a:pt x="7294364" y="3889482"/>
                  <a:pt x="7285260" y="3913151"/>
                  <a:pt x="7270087" y="3931358"/>
                </a:cubicBezTo>
                <a:cubicBezTo>
                  <a:pt x="7262804" y="3939854"/>
                  <a:pt x="7243384" y="3937427"/>
                  <a:pt x="7224570" y="3941068"/>
                </a:cubicBezTo>
                <a:cubicBezTo>
                  <a:pt x="7205755" y="3971413"/>
                  <a:pt x="7199686" y="4004186"/>
                  <a:pt x="7248846" y="4024214"/>
                </a:cubicBezTo>
                <a:cubicBezTo>
                  <a:pt x="7234887" y="4056987"/>
                  <a:pt x="7217893" y="4087332"/>
                  <a:pt x="7210004" y="4119498"/>
                </a:cubicBezTo>
                <a:cubicBezTo>
                  <a:pt x="7206969" y="4132850"/>
                  <a:pt x="7222142" y="4151057"/>
                  <a:pt x="7231852" y="4173512"/>
                </a:cubicBezTo>
                <a:cubicBezTo>
                  <a:pt x="7213645" y="4189292"/>
                  <a:pt x="7191190" y="4208106"/>
                  <a:pt x="7168734" y="4227527"/>
                </a:cubicBezTo>
                <a:cubicBezTo>
                  <a:pt x="7191190" y="4258478"/>
                  <a:pt x="7186335" y="4266368"/>
                  <a:pt x="7105009" y="4323417"/>
                </a:cubicBezTo>
                <a:cubicBezTo>
                  <a:pt x="7120182" y="4332521"/>
                  <a:pt x="7149314" y="4336769"/>
                  <a:pt x="7121396" y="4363473"/>
                </a:cubicBezTo>
                <a:cubicBezTo>
                  <a:pt x="7119575" y="4365294"/>
                  <a:pt x="7121396" y="4371969"/>
                  <a:pt x="7123217" y="4375611"/>
                </a:cubicBezTo>
                <a:cubicBezTo>
                  <a:pt x="7138389" y="4405349"/>
                  <a:pt x="7128072" y="4421129"/>
                  <a:pt x="7089230" y="4426591"/>
                </a:cubicBezTo>
                <a:cubicBezTo>
                  <a:pt x="7101975" y="4435087"/>
                  <a:pt x="7112293" y="4438729"/>
                  <a:pt x="7116541" y="4446012"/>
                </a:cubicBezTo>
                <a:cubicBezTo>
                  <a:pt x="7120789" y="4452687"/>
                  <a:pt x="7121396" y="4464825"/>
                  <a:pt x="7118362" y="4471502"/>
                </a:cubicBezTo>
                <a:cubicBezTo>
                  <a:pt x="7110472" y="4486674"/>
                  <a:pt x="7094692" y="4499419"/>
                  <a:pt x="7090444" y="4515199"/>
                </a:cubicBezTo>
                <a:cubicBezTo>
                  <a:pt x="7080733" y="4549792"/>
                  <a:pt x="7078306" y="4555861"/>
                  <a:pt x="7043712" y="4566178"/>
                </a:cubicBezTo>
                <a:cubicBezTo>
                  <a:pt x="7049781" y="4569213"/>
                  <a:pt x="7055850" y="4572247"/>
                  <a:pt x="7052209" y="4570427"/>
                </a:cubicBezTo>
                <a:cubicBezTo>
                  <a:pt x="7037037" y="4591061"/>
                  <a:pt x="7024292" y="4610482"/>
                  <a:pt x="7009119" y="4628689"/>
                </a:cubicBezTo>
                <a:cubicBezTo>
                  <a:pt x="6993339" y="4648110"/>
                  <a:pt x="6975740" y="4666924"/>
                  <a:pt x="6959960" y="4685738"/>
                </a:cubicBezTo>
                <a:cubicBezTo>
                  <a:pt x="6969671" y="4693628"/>
                  <a:pt x="6976953" y="4699090"/>
                  <a:pt x="6984236" y="4705159"/>
                </a:cubicBezTo>
                <a:cubicBezTo>
                  <a:pt x="6983022" y="4707586"/>
                  <a:pt x="6981201" y="4710621"/>
                  <a:pt x="6979988" y="4713049"/>
                </a:cubicBezTo>
                <a:cubicBezTo>
                  <a:pt x="6968456" y="4711835"/>
                  <a:pt x="6956925" y="4710014"/>
                  <a:pt x="6942967" y="4708194"/>
                </a:cubicBezTo>
                <a:cubicBezTo>
                  <a:pt x="6981809" y="4784056"/>
                  <a:pt x="6903518" y="4789518"/>
                  <a:pt x="6874386" y="4827753"/>
                </a:cubicBezTo>
                <a:cubicBezTo>
                  <a:pt x="6886524" y="4827753"/>
                  <a:pt x="6897449" y="4827753"/>
                  <a:pt x="6909587" y="4827753"/>
                </a:cubicBezTo>
                <a:cubicBezTo>
                  <a:pt x="6902911" y="4854457"/>
                  <a:pt x="6902911" y="4854457"/>
                  <a:pt x="6860428" y="4863560"/>
                </a:cubicBezTo>
                <a:cubicBezTo>
                  <a:pt x="6853145" y="4883588"/>
                  <a:pt x="6837972" y="4903616"/>
                  <a:pt x="6842828" y="4916361"/>
                </a:cubicBezTo>
                <a:cubicBezTo>
                  <a:pt x="6859821" y="4959451"/>
                  <a:pt x="6824621" y="4978265"/>
                  <a:pt x="6810055" y="5006790"/>
                </a:cubicBezTo>
                <a:cubicBezTo>
                  <a:pt x="6801558" y="5023783"/>
                  <a:pt x="6808234" y="5048059"/>
                  <a:pt x="6808234" y="5070514"/>
                </a:cubicBezTo>
                <a:cubicBezTo>
                  <a:pt x="6779103" y="5075370"/>
                  <a:pt x="6743902" y="5072942"/>
                  <a:pt x="6760896" y="5117246"/>
                </a:cubicBezTo>
                <a:cubicBezTo>
                  <a:pt x="6734192" y="5128170"/>
                  <a:pt x="6695350" y="5097825"/>
                  <a:pt x="6683212" y="5144556"/>
                </a:cubicBezTo>
                <a:cubicBezTo>
                  <a:pt x="6697171" y="5153660"/>
                  <a:pt x="6709916" y="5161550"/>
                  <a:pt x="6722661" y="5169440"/>
                </a:cubicBezTo>
                <a:cubicBezTo>
                  <a:pt x="6701419" y="5232557"/>
                  <a:pt x="6622522" y="5263509"/>
                  <a:pt x="6632840" y="5339372"/>
                </a:cubicBezTo>
                <a:cubicBezTo>
                  <a:pt x="6589142" y="5365469"/>
                  <a:pt x="6533307" y="5373359"/>
                  <a:pt x="6501748" y="5424945"/>
                </a:cubicBezTo>
                <a:cubicBezTo>
                  <a:pt x="6513279" y="5432835"/>
                  <a:pt x="6524811" y="5440118"/>
                  <a:pt x="6546052" y="5454077"/>
                </a:cubicBezTo>
                <a:cubicBezTo>
                  <a:pt x="6509031" y="5474712"/>
                  <a:pt x="6478686" y="5492312"/>
                  <a:pt x="6442879" y="5512340"/>
                </a:cubicBezTo>
                <a:cubicBezTo>
                  <a:pt x="6451376" y="5535402"/>
                  <a:pt x="6440451" y="5554216"/>
                  <a:pt x="6401002" y="5554823"/>
                </a:cubicBezTo>
                <a:cubicBezTo>
                  <a:pt x="6391899" y="5554823"/>
                  <a:pt x="6379761" y="5565140"/>
                  <a:pt x="6374298" y="5574244"/>
                </a:cubicBezTo>
                <a:cubicBezTo>
                  <a:pt x="6356091" y="5604589"/>
                  <a:pt x="6300863" y="5606409"/>
                  <a:pt x="6309967" y="5662245"/>
                </a:cubicBezTo>
                <a:cubicBezTo>
                  <a:pt x="6311788" y="5673776"/>
                  <a:pt x="6274160" y="5691983"/>
                  <a:pt x="6255346" y="5707762"/>
                </a:cubicBezTo>
                <a:cubicBezTo>
                  <a:pt x="6246242" y="5715652"/>
                  <a:pt x="6238960" y="5725362"/>
                  <a:pt x="6235318" y="5737500"/>
                </a:cubicBezTo>
                <a:cubicBezTo>
                  <a:pt x="6191014" y="5767239"/>
                  <a:pt x="6146710" y="5796977"/>
                  <a:pt x="6095124" y="5830963"/>
                </a:cubicBezTo>
                <a:cubicBezTo>
                  <a:pt x="6095124" y="5830963"/>
                  <a:pt x="6084199" y="5827322"/>
                  <a:pt x="6070848" y="5823074"/>
                </a:cubicBezTo>
                <a:cubicBezTo>
                  <a:pt x="6069027" y="5835819"/>
                  <a:pt x="6067206" y="5846743"/>
                  <a:pt x="6063565" y="5869805"/>
                </a:cubicBezTo>
                <a:cubicBezTo>
                  <a:pt x="6048392" y="5849171"/>
                  <a:pt x="6039895" y="5836425"/>
                  <a:pt x="6024723" y="5815791"/>
                </a:cubicBezTo>
                <a:cubicBezTo>
                  <a:pt x="6021081" y="5832177"/>
                  <a:pt x="6017440" y="5840674"/>
                  <a:pt x="6018047" y="5848563"/>
                </a:cubicBezTo>
                <a:cubicBezTo>
                  <a:pt x="6021688" y="5898937"/>
                  <a:pt x="6019868" y="5896509"/>
                  <a:pt x="5970101" y="5909254"/>
                </a:cubicBezTo>
                <a:cubicBezTo>
                  <a:pt x="5941577" y="5916537"/>
                  <a:pt x="5916694" y="5938385"/>
                  <a:pt x="5886956" y="5955378"/>
                </a:cubicBezTo>
                <a:cubicBezTo>
                  <a:pt x="5895453" y="5963268"/>
                  <a:pt x="5902735" y="5969944"/>
                  <a:pt x="5911232" y="5977227"/>
                </a:cubicBezTo>
                <a:cubicBezTo>
                  <a:pt x="5825052" y="6016069"/>
                  <a:pt x="5740692" y="6054910"/>
                  <a:pt x="5655726" y="6093752"/>
                </a:cubicBezTo>
                <a:cubicBezTo>
                  <a:pt x="5683644" y="6120456"/>
                  <a:pt x="5659974" y="6153836"/>
                  <a:pt x="5642374" y="6166581"/>
                </a:cubicBezTo>
                <a:cubicBezTo>
                  <a:pt x="5605353" y="6192677"/>
                  <a:pt x="5582898" y="6249119"/>
                  <a:pt x="5525849" y="6238195"/>
                </a:cubicBezTo>
                <a:cubicBezTo>
                  <a:pt x="5482152" y="6275823"/>
                  <a:pt x="5434207" y="6300099"/>
                  <a:pt x="5386868" y="6300099"/>
                </a:cubicBezTo>
                <a:cubicBezTo>
                  <a:pt x="5342564" y="6328017"/>
                  <a:pt x="5305543" y="6350472"/>
                  <a:pt x="5267915" y="6374141"/>
                </a:cubicBezTo>
                <a:cubicBezTo>
                  <a:pt x="5267308" y="6368679"/>
                  <a:pt x="5265488" y="6354720"/>
                  <a:pt x="5264274" y="6340155"/>
                </a:cubicBezTo>
                <a:cubicBezTo>
                  <a:pt x="5255777" y="6381424"/>
                  <a:pt x="5232715" y="6399025"/>
                  <a:pt x="5188411" y="6382638"/>
                </a:cubicBezTo>
                <a:cubicBezTo>
                  <a:pt x="5188411" y="6400238"/>
                  <a:pt x="5188411" y="6414197"/>
                  <a:pt x="5188411" y="6434224"/>
                </a:cubicBezTo>
                <a:cubicBezTo>
                  <a:pt x="5162314" y="6429370"/>
                  <a:pt x="5137431" y="6424514"/>
                  <a:pt x="5112548" y="6420873"/>
                </a:cubicBezTo>
                <a:cubicBezTo>
                  <a:pt x="5107693" y="6420266"/>
                  <a:pt x="5101624" y="6424514"/>
                  <a:pt x="5096769" y="6426942"/>
                </a:cubicBezTo>
                <a:cubicBezTo>
                  <a:pt x="5101017" y="6433618"/>
                  <a:pt x="5105872" y="6439687"/>
                  <a:pt x="5118010" y="6457894"/>
                </a:cubicBezTo>
                <a:cubicBezTo>
                  <a:pt x="5088272" y="6448790"/>
                  <a:pt x="5067030" y="6442114"/>
                  <a:pt x="5044575" y="6435439"/>
                </a:cubicBezTo>
                <a:cubicBezTo>
                  <a:pt x="5039720" y="6439080"/>
                  <a:pt x="5029402" y="6452432"/>
                  <a:pt x="5015444" y="6457894"/>
                </a:cubicBezTo>
                <a:cubicBezTo>
                  <a:pt x="5006947" y="6460928"/>
                  <a:pt x="4994202" y="6451218"/>
                  <a:pt x="4977209" y="6445149"/>
                </a:cubicBezTo>
                <a:cubicBezTo>
                  <a:pt x="4969926" y="6455466"/>
                  <a:pt x="4960822" y="6473066"/>
                  <a:pt x="4946864" y="6485204"/>
                </a:cubicBezTo>
                <a:cubicBezTo>
                  <a:pt x="4936546" y="6494308"/>
                  <a:pt x="4919553" y="6496129"/>
                  <a:pt x="4904987" y="6500984"/>
                </a:cubicBezTo>
                <a:cubicBezTo>
                  <a:pt x="4890422" y="6505839"/>
                  <a:pt x="4875856" y="6510694"/>
                  <a:pt x="4861897" y="6515550"/>
                </a:cubicBezTo>
                <a:cubicBezTo>
                  <a:pt x="4840656" y="6522832"/>
                  <a:pt x="4818807" y="6530115"/>
                  <a:pt x="4794531" y="6538005"/>
                </a:cubicBezTo>
                <a:cubicBezTo>
                  <a:pt x="4792104" y="6521619"/>
                  <a:pt x="4790283" y="6511908"/>
                  <a:pt x="4788462" y="6501591"/>
                </a:cubicBezTo>
                <a:cubicBezTo>
                  <a:pt x="4785428" y="6500984"/>
                  <a:pt x="4783000" y="6500377"/>
                  <a:pt x="4779966" y="6499770"/>
                </a:cubicBezTo>
                <a:cubicBezTo>
                  <a:pt x="4776324" y="6510087"/>
                  <a:pt x="4772683" y="6519798"/>
                  <a:pt x="4769041" y="6530115"/>
                </a:cubicBezTo>
                <a:cubicBezTo>
                  <a:pt x="4760545" y="6521012"/>
                  <a:pt x="4752655" y="6511908"/>
                  <a:pt x="4738696" y="6496129"/>
                </a:cubicBezTo>
                <a:cubicBezTo>
                  <a:pt x="4736876" y="6513729"/>
                  <a:pt x="4736268" y="6521619"/>
                  <a:pt x="4736268" y="6517977"/>
                </a:cubicBezTo>
                <a:cubicBezTo>
                  <a:pt x="4709565" y="6526474"/>
                  <a:pt x="4685289" y="6527081"/>
                  <a:pt x="4672544" y="6539826"/>
                </a:cubicBezTo>
                <a:cubicBezTo>
                  <a:pt x="4661620" y="6550750"/>
                  <a:pt x="4664654" y="6575026"/>
                  <a:pt x="4661013" y="6598695"/>
                </a:cubicBezTo>
                <a:cubicBezTo>
                  <a:pt x="4637343" y="6592019"/>
                  <a:pt x="4599715" y="6610833"/>
                  <a:pt x="4573012" y="6571384"/>
                </a:cubicBezTo>
                <a:cubicBezTo>
                  <a:pt x="4568763" y="6585950"/>
                  <a:pt x="4565122" y="6597481"/>
                  <a:pt x="4560874" y="6611440"/>
                </a:cubicBezTo>
                <a:cubicBezTo>
                  <a:pt x="4531135" y="6611440"/>
                  <a:pt x="4502004" y="6611440"/>
                  <a:pt x="4472266" y="6611440"/>
                </a:cubicBezTo>
                <a:cubicBezTo>
                  <a:pt x="4472266" y="6612654"/>
                  <a:pt x="4472266" y="6613261"/>
                  <a:pt x="4472873" y="6614475"/>
                </a:cubicBezTo>
                <a:cubicBezTo>
                  <a:pt x="4455273" y="6617510"/>
                  <a:pt x="4437672" y="6619937"/>
                  <a:pt x="4419465" y="6622971"/>
                </a:cubicBezTo>
                <a:cubicBezTo>
                  <a:pt x="4413396" y="6624185"/>
                  <a:pt x="4407934" y="6626613"/>
                  <a:pt x="4402472" y="6628433"/>
                </a:cubicBezTo>
                <a:cubicBezTo>
                  <a:pt x="4386086" y="6633896"/>
                  <a:pt x="4369699" y="6639358"/>
                  <a:pt x="4353313" y="6643606"/>
                </a:cubicBezTo>
                <a:cubicBezTo>
                  <a:pt x="4330858" y="6649068"/>
                  <a:pt x="4307188" y="6657565"/>
                  <a:pt x="4284733" y="6656351"/>
                </a:cubicBezTo>
                <a:cubicBezTo>
                  <a:pt x="4267133" y="6655137"/>
                  <a:pt x="4250746" y="6641786"/>
                  <a:pt x="4233146" y="6633289"/>
                </a:cubicBezTo>
                <a:cubicBezTo>
                  <a:pt x="4236788" y="6641786"/>
                  <a:pt x="4240429" y="6651496"/>
                  <a:pt x="4248319" y="6670917"/>
                </a:cubicBezTo>
                <a:cubicBezTo>
                  <a:pt x="4173063" y="6693979"/>
                  <a:pt x="4100234" y="6716434"/>
                  <a:pt x="4023158" y="6740104"/>
                </a:cubicBezTo>
                <a:cubicBezTo>
                  <a:pt x="4021944" y="6743745"/>
                  <a:pt x="4020123" y="6753455"/>
                  <a:pt x="4018303" y="6761345"/>
                </a:cubicBezTo>
                <a:cubicBezTo>
                  <a:pt x="3997061" y="6763166"/>
                  <a:pt x="3977640" y="6763166"/>
                  <a:pt x="3958826" y="6766201"/>
                </a:cubicBezTo>
                <a:cubicBezTo>
                  <a:pt x="3928481" y="6771055"/>
                  <a:pt x="3898136" y="6783800"/>
                  <a:pt x="3871432" y="6753455"/>
                </a:cubicBezTo>
                <a:cubicBezTo>
                  <a:pt x="3866577" y="6747994"/>
                  <a:pt x="3846549" y="6747994"/>
                  <a:pt x="3838660" y="6752848"/>
                </a:cubicBezTo>
                <a:cubicBezTo>
                  <a:pt x="3777362" y="6791084"/>
                  <a:pt x="3712423" y="6804435"/>
                  <a:pt x="3641416" y="6793511"/>
                </a:cubicBezTo>
                <a:cubicBezTo>
                  <a:pt x="3629885" y="6791690"/>
                  <a:pt x="3612892" y="6805042"/>
                  <a:pt x="3603788" y="6815966"/>
                </a:cubicBezTo>
                <a:cubicBezTo>
                  <a:pt x="3583760" y="6840242"/>
                  <a:pt x="3565553" y="6853594"/>
                  <a:pt x="3540670" y="6819001"/>
                </a:cubicBezTo>
                <a:cubicBezTo>
                  <a:pt x="3528532" y="6834173"/>
                  <a:pt x="3520036" y="6845098"/>
                  <a:pt x="3512753" y="6854202"/>
                </a:cubicBezTo>
                <a:cubicBezTo>
                  <a:pt x="3479373" y="6846312"/>
                  <a:pt x="3447814" y="6839029"/>
                  <a:pt x="3413828" y="6831139"/>
                </a:cubicBezTo>
                <a:cubicBezTo>
                  <a:pt x="3416255" y="6819001"/>
                  <a:pt x="3418076" y="6809291"/>
                  <a:pt x="3419897" y="6798973"/>
                </a:cubicBezTo>
                <a:cubicBezTo>
                  <a:pt x="3403510" y="6794118"/>
                  <a:pt x="3387731" y="6789263"/>
                  <a:pt x="3368310" y="6783800"/>
                </a:cubicBezTo>
                <a:cubicBezTo>
                  <a:pt x="3368917" y="6792297"/>
                  <a:pt x="3370131" y="6800187"/>
                  <a:pt x="3371345" y="6810504"/>
                </a:cubicBezTo>
                <a:cubicBezTo>
                  <a:pt x="3305799" y="6818394"/>
                  <a:pt x="3240253" y="6837815"/>
                  <a:pt x="3178349" y="6795938"/>
                </a:cubicBezTo>
                <a:cubicBezTo>
                  <a:pt x="3143149" y="6771662"/>
                  <a:pt x="3106128" y="6763166"/>
                  <a:pt x="3062431" y="6768021"/>
                </a:cubicBezTo>
                <a:cubicBezTo>
                  <a:pt x="3043617" y="6770449"/>
                  <a:pt x="3022375" y="6754669"/>
                  <a:pt x="3002348" y="6748600"/>
                </a:cubicBezTo>
                <a:cubicBezTo>
                  <a:pt x="2990816" y="6744959"/>
                  <a:pt x="2978678" y="6742531"/>
                  <a:pt x="2966540" y="6741317"/>
                </a:cubicBezTo>
                <a:cubicBezTo>
                  <a:pt x="2932554" y="6737069"/>
                  <a:pt x="2890678" y="6758917"/>
                  <a:pt x="2870650" y="6710365"/>
                </a:cubicBezTo>
                <a:cubicBezTo>
                  <a:pt x="2869436" y="6707331"/>
                  <a:pt x="2863367" y="6704296"/>
                  <a:pt x="2860939" y="6704903"/>
                </a:cubicBezTo>
                <a:cubicBezTo>
                  <a:pt x="2816028" y="6722503"/>
                  <a:pt x="2804497" y="6676986"/>
                  <a:pt x="2777794" y="6659993"/>
                </a:cubicBezTo>
                <a:cubicBezTo>
                  <a:pt x="2771725" y="6655744"/>
                  <a:pt x="2772938" y="6639965"/>
                  <a:pt x="2769904" y="6624185"/>
                </a:cubicBezTo>
                <a:cubicBezTo>
                  <a:pt x="2766262" y="6624185"/>
                  <a:pt x="2753517" y="6625399"/>
                  <a:pt x="2741379" y="6624185"/>
                </a:cubicBezTo>
                <a:cubicBezTo>
                  <a:pt x="2726207" y="6622364"/>
                  <a:pt x="2703751" y="6623579"/>
                  <a:pt x="2697075" y="6614475"/>
                </a:cubicBezTo>
                <a:cubicBezTo>
                  <a:pt x="2664303" y="6569564"/>
                  <a:pt x="2604826" y="6568350"/>
                  <a:pt x="2568412" y="6521619"/>
                </a:cubicBezTo>
                <a:cubicBezTo>
                  <a:pt x="2525322" y="6465784"/>
                  <a:pt x="2459777" y="6425121"/>
                  <a:pt x="2398479" y="6386887"/>
                </a:cubicBezTo>
                <a:cubicBezTo>
                  <a:pt x="2370562" y="6369286"/>
                  <a:pt x="2338396" y="6357148"/>
                  <a:pt x="2308658" y="6340155"/>
                </a:cubicBezTo>
                <a:cubicBezTo>
                  <a:pt x="2271030" y="6318913"/>
                  <a:pt x="2256464" y="6281285"/>
                  <a:pt x="2224298" y="6261257"/>
                </a:cubicBezTo>
                <a:cubicBezTo>
                  <a:pt x="2184850" y="6236981"/>
                  <a:pt x="2141760" y="6219381"/>
                  <a:pt x="2099276" y="6199353"/>
                </a:cubicBezTo>
                <a:cubicBezTo>
                  <a:pt x="2091387" y="6195712"/>
                  <a:pt x="2076821" y="6198140"/>
                  <a:pt x="2073786" y="6193284"/>
                </a:cubicBezTo>
                <a:cubicBezTo>
                  <a:pt x="2051331" y="6152622"/>
                  <a:pt x="2010062" y="6165367"/>
                  <a:pt x="1973648" y="6155049"/>
                </a:cubicBezTo>
                <a:cubicBezTo>
                  <a:pt x="1982144" y="6114387"/>
                  <a:pt x="1957261" y="6096787"/>
                  <a:pt x="1923274" y="6083435"/>
                </a:cubicBezTo>
                <a:cubicBezTo>
                  <a:pt x="1895357" y="6072511"/>
                  <a:pt x="1872295" y="6031241"/>
                  <a:pt x="1877150" y="6005751"/>
                </a:cubicBezTo>
                <a:cubicBezTo>
                  <a:pt x="1826777" y="5991186"/>
                  <a:pt x="1777011" y="5974799"/>
                  <a:pt x="1746059" y="5927461"/>
                </a:cubicBezTo>
                <a:cubicBezTo>
                  <a:pt x="1741811" y="5921392"/>
                  <a:pt x="1735135" y="5915323"/>
                  <a:pt x="1728459" y="5912895"/>
                </a:cubicBezTo>
                <a:cubicBezTo>
                  <a:pt x="1679907" y="5894688"/>
                  <a:pt x="1664127" y="5853419"/>
                  <a:pt x="1652596" y="5808508"/>
                </a:cubicBezTo>
                <a:cubicBezTo>
                  <a:pt x="1651382" y="5803653"/>
                  <a:pt x="1648348" y="5798798"/>
                  <a:pt x="1645313" y="5794549"/>
                </a:cubicBezTo>
                <a:cubicBezTo>
                  <a:pt x="1623465" y="5765418"/>
                  <a:pt x="1623465" y="5765418"/>
                  <a:pt x="1638637" y="5734466"/>
                </a:cubicBezTo>
                <a:cubicBezTo>
                  <a:pt x="1587657" y="5718686"/>
                  <a:pt x="1536678" y="5702300"/>
                  <a:pt x="1483877" y="5685914"/>
                </a:cubicBezTo>
                <a:cubicBezTo>
                  <a:pt x="1484484" y="5688948"/>
                  <a:pt x="1485091" y="5695624"/>
                  <a:pt x="1486305" y="5711404"/>
                </a:cubicBezTo>
                <a:cubicBezTo>
                  <a:pt x="1395269" y="5631292"/>
                  <a:pt x="1283599" y="5627651"/>
                  <a:pt x="1170715" y="5602768"/>
                </a:cubicBezTo>
                <a:cubicBezTo>
                  <a:pt x="1185281" y="5591844"/>
                  <a:pt x="1195598" y="5583954"/>
                  <a:pt x="1201060" y="5579706"/>
                </a:cubicBezTo>
                <a:cubicBezTo>
                  <a:pt x="1165253" y="5558464"/>
                  <a:pt x="1127625" y="5536616"/>
                  <a:pt x="1089997" y="5514160"/>
                </a:cubicBezTo>
                <a:cubicBezTo>
                  <a:pt x="1084535" y="5511126"/>
                  <a:pt x="1075432" y="5506271"/>
                  <a:pt x="1075432" y="5502022"/>
                </a:cubicBezTo>
                <a:cubicBezTo>
                  <a:pt x="1077252" y="5443760"/>
                  <a:pt x="1039624" y="5461967"/>
                  <a:pt x="1008065" y="5466215"/>
                </a:cubicBezTo>
                <a:cubicBezTo>
                  <a:pt x="1004424" y="5466822"/>
                  <a:pt x="1000783" y="5465001"/>
                  <a:pt x="993500" y="5463787"/>
                </a:cubicBezTo>
                <a:cubicBezTo>
                  <a:pt x="998355" y="5454077"/>
                  <a:pt x="1003210" y="5446187"/>
                  <a:pt x="1005031" y="5441939"/>
                </a:cubicBezTo>
                <a:cubicBezTo>
                  <a:pt x="974686" y="5389745"/>
                  <a:pt x="915816" y="5355152"/>
                  <a:pt x="944947" y="5275648"/>
                </a:cubicBezTo>
                <a:cubicBezTo>
                  <a:pt x="920671" y="5283537"/>
                  <a:pt x="904892" y="5288999"/>
                  <a:pt x="875761" y="5298710"/>
                </a:cubicBezTo>
                <a:cubicBezTo>
                  <a:pt x="929775" y="5245909"/>
                  <a:pt x="889719" y="5244089"/>
                  <a:pt x="856947" y="5240447"/>
                </a:cubicBezTo>
                <a:cubicBezTo>
                  <a:pt x="873333" y="5212529"/>
                  <a:pt x="811429" y="5147591"/>
                  <a:pt x="751345" y="5131205"/>
                </a:cubicBezTo>
                <a:cubicBezTo>
                  <a:pt x="760449" y="5106929"/>
                  <a:pt x="769553" y="5083259"/>
                  <a:pt x="778656" y="5057769"/>
                </a:cubicBezTo>
                <a:cubicBezTo>
                  <a:pt x="745276" y="5044417"/>
                  <a:pt x="708255" y="5029245"/>
                  <a:pt x="670021" y="5014072"/>
                </a:cubicBezTo>
                <a:cubicBezTo>
                  <a:pt x="687014" y="4998900"/>
                  <a:pt x="702793" y="4983727"/>
                  <a:pt x="723428" y="4965520"/>
                </a:cubicBezTo>
                <a:cubicBezTo>
                  <a:pt x="691262" y="4953989"/>
                  <a:pt x="663952" y="4944278"/>
                  <a:pt x="637248" y="4935175"/>
                </a:cubicBezTo>
                <a:cubicBezTo>
                  <a:pt x="636034" y="4938209"/>
                  <a:pt x="634820" y="4941851"/>
                  <a:pt x="633606" y="4944886"/>
                </a:cubicBezTo>
                <a:cubicBezTo>
                  <a:pt x="614792" y="4917575"/>
                  <a:pt x="596585" y="4889657"/>
                  <a:pt x="579592" y="4864774"/>
                </a:cubicBezTo>
                <a:cubicBezTo>
                  <a:pt x="587482" y="4838678"/>
                  <a:pt x="598406" y="4815008"/>
                  <a:pt x="599620" y="4790125"/>
                </a:cubicBezTo>
                <a:cubicBezTo>
                  <a:pt x="600227" y="4777380"/>
                  <a:pt x="584447" y="4760387"/>
                  <a:pt x="571702" y="4751891"/>
                </a:cubicBezTo>
                <a:cubicBezTo>
                  <a:pt x="545606" y="4734290"/>
                  <a:pt x="515867" y="4721545"/>
                  <a:pt x="526792" y="4678455"/>
                </a:cubicBezTo>
                <a:cubicBezTo>
                  <a:pt x="498267" y="4687559"/>
                  <a:pt x="472777" y="4731863"/>
                  <a:pt x="452749" y="4679062"/>
                </a:cubicBezTo>
                <a:cubicBezTo>
                  <a:pt x="406018" y="4693021"/>
                  <a:pt x="396307" y="4688166"/>
                  <a:pt x="396307" y="4651752"/>
                </a:cubicBezTo>
                <a:cubicBezTo>
                  <a:pt x="407839" y="4657821"/>
                  <a:pt x="419370" y="4664496"/>
                  <a:pt x="430901" y="4671172"/>
                </a:cubicBezTo>
                <a:cubicBezTo>
                  <a:pt x="413908" y="4642041"/>
                  <a:pt x="428473" y="4579530"/>
                  <a:pt x="360500" y="4611696"/>
                </a:cubicBezTo>
                <a:cubicBezTo>
                  <a:pt x="360500" y="4607447"/>
                  <a:pt x="359893" y="4603199"/>
                  <a:pt x="359893" y="4598344"/>
                </a:cubicBezTo>
                <a:cubicBezTo>
                  <a:pt x="377493" y="4583171"/>
                  <a:pt x="395094" y="4567392"/>
                  <a:pt x="415728" y="4549185"/>
                </a:cubicBezTo>
                <a:cubicBezTo>
                  <a:pt x="402983" y="4540688"/>
                  <a:pt x="387811" y="4530978"/>
                  <a:pt x="370818" y="4520054"/>
                </a:cubicBezTo>
                <a:cubicBezTo>
                  <a:pt x="386597" y="4501240"/>
                  <a:pt x="401163" y="4482426"/>
                  <a:pt x="413301" y="4467860"/>
                </a:cubicBezTo>
                <a:cubicBezTo>
                  <a:pt x="391452" y="4463005"/>
                  <a:pt x="370818" y="4458756"/>
                  <a:pt x="350183" y="4452687"/>
                </a:cubicBezTo>
                <a:cubicBezTo>
                  <a:pt x="348969" y="4452081"/>
                  <a:pt x="352610" y="4436301"/>
                  <a:pt x="354431" y="4426591"/>
                </a:cubicBezTo>
                <a:cubicBezTo>
                  <a:pt x="345328" y="4425377"/>
                  <a:pt x="333796" y="4423556"/>
                  <a:pt x="322265" y="4422342"/>
                </a:cubicBezTo>
                <a:cubicBezTo>
                  <a:pt x="321658" y="4419308"/>
                  <a:pt x="321052" y="4416273"/>
                  <a:pt x="320445" y="4413239"/>
                </a:cubicBezTo>
                <a:cubicBezTo>
                  <a:pt x="351397" y="4401101"/>
                  <a:pt x="382349" y="4389570"/>
                  <a:pt x="412694" y="4377432"/>
                </a:cubicBezTo>
                <a:cubicBezTo>
                  <a:pt x="382349" y="4368328"/>
                  <a:pt x="349576" y="4386535"/>
                  <a:pt x="329548" y="4347693"/>
                </a:cubicBezTo>
                <a:cubicBezTo>
                  <a:pt x="338652" y="4341624"/>
                  <a:pt x="346541" y="4335555"/>
                  <a:pt x="350790" y="4332521"/>
                </a:cubicBezTo>
                <a:cubicBezTo>
                  <a:pt x="336831" y="4319776"/>
                  <a:pt x="322872" y="4307638"/>
                  <a:pt x="305272" y="4292465"/>
                </a:cubicBezTo>
                <a:cubicBezTo>
                  <a:pt x="347148" y="4287003"/>
                  <a:pt x="383562" y="4281541"/>
                  <a:pt x="430294" y="4275472"/>
                </a:cubicBezTo>
                <a:cubicBezTo>
                  <a:pt x="374459" y="4253623"/>
                  <a:pt x="327727" y="4238451"/>
                  <a:pt x="284030" y="4217209"/>
                </a:cubicBezTo>
                <a:cubicBezTo>
                  <a:pt x="264610" y="4208106"/>
                  <a:pt x="247616" y="4189898"/>
                  <a:pt x="235478" y="4171085"/>
                </a:cubicBezTo>
                <a:cubicBezTo>
                  <a:pt x="230016" y="4163195"/>
                  <a:pt x="239727" y="4144988"/>
                  <a:pt x="243975" y="4125567"/>
                </a:cubicBezTo>
                <a:cubicBezTo>
                  <a:pt x="228195" y="4121318"/>
                  <a:pt x="209988" y="4116463"/>
                  <a:pt x="195423" y="4112215"/>
                </a:cubicBezTo>
                <a:cubicBezTo>
                  <a:pt x="194209" y="4092794"/>
                  <a:pt x="192995" y="4074587"/>
                  <a:pt x="191781" y="4055773"/>
                </a:cubicBezTo>
                <a:cubicBezTo>
                  <a:pt x="188140" y="4055773"/>
                  <a:pt x="184498" y="4055166"/>
                  <a:pt x="181464" y="4055166"/>
                </a:cubicBezTo>
                <a:cubicBezTo>
                  <a:pt x="186926" y="4047276"/>
                  <a:pt x="192995" y="4039387"/>
                  <a:pt x="200885" y="4028462"/>
                </a:cubicBezTo>
                <a:cubicBezTo>
                  <a:pt x="186319" y="4023607"/>
                  <a:pt x="174788" y="4019359"/>
                  <a:pt x="159009" y="4013897"/>
                </a:cubicBezTo>
                <a:cubicBezTo>
                  <a:pt x="171753" y="4003579"/>
                  <a:pt x="182678" y="3995083"/>
                  <a:pt x="197850" y="3982945"/>
                </a:cubicBezTo>
                <a:cubicBezTo>
                  <a:pt x="183285" y="3962917"/>
                  <a:pt x="168719" y="3944103"/>
                  <a:pt x="152939" y="3922254"/>
                </a:cubicBezTo>
                <a:cubicBezTo>
                  <a:pt x="156581" y="3917399"/>
                  <a:pt x="163864" y="3909509"/>
                  <a:pt x="175395" y="3895551"/>
                </a:cubicBezTo>
                <a:cubicBezTo>
                  <a:pt x="158402" y="3898585"/>
                  <a:pt x="147477" y="3900406"/>
                  <a:pt x="135946" y="3902227"/>
                </a:cubicBezTo>
                <a:cubicBezTo>
                  <a:pt x="135339" y="3900406"/>
                  <a:pt x="134732" y="3897978"/>
                  <a:pt x="133519" y="3896158"/>
                </a:cubicBezTo>
                <a:cubicBezTo>
                  <a:pt x="153546" y="3885840"/>
                  <a:pt x="173574" y="3874916"/>
                  <a:pt x="196636" y="3862778"/>
                </a:cubicBezTo>
                <a:cubicBezTo>
                  <a:pt x="178429" y="3860957"/>
                  <a:pt x="162650" y="3859744"/>
                  <a:pt x="135339" y="3856709"/>
                </a:cubicBezTo>
                <a:cubicBezTo>
                  <a:pt x="154760" y="3834860"/>
                  <a:pt x="168112" y="3820295"/>
                  <a:pt x="182678" y="3804515"/>
                </a:cubicBezTo>
                <a:cubicBezTo>
                  <a:pt x="171753" y="3803301"/>
                  <a:pt x="162043" y="3802695"/>
                  <a:pt x="152333" y="3801481"/>
                </a:cubicBezTo>
                <a:cubicBezTo>
                  <a:pt x="152333" y="3799053"/>
                  <a:pt x="151726" y="3797232"/>
                  <a:pt x="151726" y="3794805"/>
                </a:cubicBezTo>
                <a:cubicBezTo>
                  <a:pt x="163864" y="3791163"/>
                  <a:pt x="176002" y="3786915"/>
                  <a:pt x="188747" y="3783274"/>
                </a:cubicBezTo>
                <a:cubicBezTo>
                  <a:pt x="151119" y="3780846"/>
                  <a:pt x="145050" y="3758391"/>
                  <a:pt x="143229" y="3728652"/>
                </a:cubicBezTo>
                <a:cubicBezTo>
                  <a:pt x="142622" y="3717728"/>
                  <a:pt x="127450" y="3707411"/>
                  <a:pt x="119560" y="3696487"/>
                </a:cubicBezTo>
                <a:cubicBezTo>
                  <a:pt x="114705" y="3689811"/>
                  <a:pt x="107422" y="3681314"/>
                  <a:pt x="109242" y="3675852"/>
                </a:cubicBezTo>
                <a:cubicBezTo>
                  <a:pt x="111063" y="3669783"/>
                  <a:pt x="120774" y="3662500"/>
                  <a:pt x="128056" y="3660679"/>
                </a:cubicBezTo>
                <a:cubicBezTo>
                  <a:pt x="145657" y="3657038"/>
                  <a:pt x="163864" y="3657038"/>
                  <a:pt x="182678" y="3647934"/>
                </a:cubicBezTo>
                <a:cubicBezTo>
                  <a:pt x="143836" y="3645507"/>
                  <a:pt x="104387" y="3643079"/>
                  <a:pt x="61297" y="3640651"/>
                </a:cubicBezTo>
                <a:cubicBezTo>
                  <a:pt x="74042" y="3629121"/>
                  <a:pt x="86180" y="3617589"/>
                  <a:pt x="101353" y="3604237"/>
                </a:cubicBezTo>
                <a:cubicBezTo>
                  <a:pt x="89822" y="3596348"/>
                  <a:pt x="80111" y="3590279"/>
                  <a:pt x="67366" y="3581175"/>
                </a:cubicBezTo>
                <a:cubicBezTo>
                  <a:pt x="81325" y="3569644"/>
                  <a:pt x="94677" y="3559327"/>
                  <a:pt x="110456" y="3546582"/>
                </a:cubicBezTo>
                <a:cubicBezTo>
                  <a:pt x="107422" y="3532623"/>
                  <a:pt x="103173" y="3515630"/>
                  <a:pt x="98318" y="3494995"/>
                </a:cubicBezTo>
                <a:cubicBezTo>
                  <a:pt x="87394" y="3501064"/>
                  <a:pt x="77077" y="3506526"/>
                  <a:pt x="66152" y="3511988"/>
                </a:cubicBezTo>
                <a:cubicBezTo>
                  <a:pt x="64939" y="3490140"/>
                  <a:pt x="63725" y="3470719"/>
                  <a:pt x="61904" y="3445229"/>
                </a:cubicBezTo>
                <a:cubicBezTo>
                  <a:pt x="65545" y="3443408"/>
                  <a:pt x="75256" y="3437946"/>
                  <a:pt x="87394" y="3431270"/>
                </a:cubicBezTo>
                <a:cubicBezTo>
                  <a:pt x="81932" y="3420953"/>
                  <a:pt x="77684" y="3412456"/>
                  <a:pt x="72828" y="3403353"/>
                </a:cubicBezTo>
                <a:cubicBezTo>
                  <a:pt x="93463" y="3400318"/>
                  <a:pt x="112884" y="3397890"/>
                  <a:pt x="133519" y="3394856"/>
                </a:cubicBezTo>
                <a:cubicBezTo>
                  <a:pt x="122594" y="3362083"/>
                  <a:pt x="112884" y="3332952"/>
                  <a:pt x="99532" y="3292290"/>
                </a:cubicBezTo>
                <a:cubicBezTo>
                  <a:pt x="114705" y="3300786"/>
                  <a:pt x="123201" y="3305641"/>
                  <a:pt x="135339" y="3312924"/>
                </a:cubicBezTo>
                <a:cubicBezTo>
                  <a:pt x="136553" y="3311710"/>
                  <a:pt x="141408" y="3306248"/>
                  <a:pt x="148084" y="3302000"/>
                </a:cubicBezTo>
                <a:cubicBezTo>
                  <a:pt x="152939" y="3298965"/>
                  <a:pt x="158402" y="3297145"/>
                  <a:pt x="165684" y="3294110"/>
                </a:cubicBezTo>
                <a:cubicBezTo>
                  <a:pt x="146264" y="3269227"/>
                  <a:pt x="100139" y="3305034"/>
                  <a:pt x="96498" y="3255268"/>
                </a:cubicBezTo>
                <a:cubicBezTo>
                  <a:pt x="106208" y="3249806"/>
                  <a:pt x="117739" y="3243737"/>
                  <a:pt x="127450" y="3238882"/>
                </a:cubicBezTo>
                <a:cubicBezTo>
                  <a:pt x="111063" y="3202468"/>
                  <a:pt x="93463" y="3167267"/>
                  <a:pt x="42483" y="3182440"/>
                </a:cubicBezTo>
                <a:cubicBezTo>
                  <a:pt x="37628" y="3183654"/>
                  <a:pt x="28524" y="3170302"/>
                  <a:pt x="13959" y="3156950"/>
                </a:cubicBezTo>
                <a:cubicBezTo>
                  <a:pt x="35200" y="3159378"/>
                  <a:pt x="46125" y="3159985"/>
                  <a:pt x="56442" y="3161198"/>
                </a:cubicBezTo>
                <a:cubicBezTo>
                  <a:pt x="67973" y="3127212"/>
                  <a:pt x="84359" y="3096260"/>
                  <a:pt x="52194" y="3064701"/>
                </a:cubicBezTo>
                <a:cubicBezTo>
                  <a:pt x="46732" y="3059239"/>
                  <a:pt x="57656" y="3037997"/>
                  <a:pt x="61904" y="3019790"/>
                </a:cubicBezTo>
                <a:cubicBezTo>
                  <a:pt x="40056" y="3019790"/>
                  <a:pt x="21848" y="3019790"/>
                  <a:pt x="3641" y="3019790"/>
                </a:cubicBezTo>
                <a:cubicBezTo>
                  <a:pt x="2428" y="3016756"/>
                  <a:pt x="1214" y="3013721"/>
                  <a:pt x="0" y="3011294"/>
                </a:cubicBezTo>
                <a:cubicBezTo>
                  <a:pt x="10317" y="3003404"/>
                  <a:pt x="20635" y="2996121"/>
                  <a:pt x="30952" y="2988231"/>
                </a:cubicBezTo>
                <a:cubicBezTo>
                  <a:pt x="20635" y="2941500"/>
                  <a:pt x="32166" y="2902051"/>
                  <a:pt x="72828" y="2876561"/>
                </a:cubicBezTo>
                <a:cubicBezTo>
                  <a:pt x="51587" y="2834078"/>
                  <a:pt x="30952" y="2792809"/>
                  <a:pt x="10317" y="2752146"/>
                </a:cubicBezTo>
                <a:cubicBezTo>
                  <a:pt x="13352" y="2749112"/>
                  <a:pt x="15779" y="2746077"/>
                  <a:pt x="18814" y="2742436"/>
                </a:cubicBezTo>
                <a:cubicBezTo>
                  <a:pt x="30952" y="2746684"/>
                  <a:pt x="44911" y="2748505"/>
                  <a:pt x="54621" y="2755787"/>
                </a:cubicBezTo>
                <a:cubicBezTo>
                  <a:pt x="82539" y="2777029"/>
                  <a:pt x="108636" y="2760643"/>
                  <a:pt x="117739" y="2741222"/>
                </a:cubicBezTo>
                <a:cubicBezTo>
                  <a:pt x="135339" y="2704201"/>
                  <a:pt x="148084" y="2721801"/>
                  <a:pt x="172967" y="2744256"/>
                </a:cubicBezTo>
                <a:cubicBezTo>
                  <a:pt x="163257" y="2703594"/>
                  <a:pt x="155974" y="2672035"/>
                  <a:pt x="148084" y="2638655"/>
                </a:cubicBezTo>
                <a:cubicBezTo>
                  <a:pt x="164471" y="2625910"/>
                  <a:pt x="186319" y="2608917"/>
                  <a:pt x="208168" y="2591924"/>
                </a:cubicBezTo>
                <a:cubicBezTo>
                  <a:pt x="143836" y="2585855"/>
                  <a:pt x="176002" y="2522737"/>
                  <a:pt x="146264" y="2501495"/>
                </a:cubicBezTo>
                <a:cubicBezTo>
                  <a:pt x="155367" y="2477826"/>
                  <a:pt x="163864" y="2455371"/>
                  <a:pt x="172967" y="2430488"/>
                </a:cubicBezTo>
                <a:cubicBezTo>
                  <a:pt x="168112" y="2429274"/>
                  <a:pt x="154153" y="2430488"/>
                  <a:pt x="146870" y="2423812"/>
                </a:cubicBezTo>
                <a:cubicBezTo>
                  <a:pt x="135946" y="2414101"/>
                  <a:pt x="125022" y="2399536"/>
                  <a:pt x="123808" y="2386184"/>
                </a:cubicBezTo>
                <a:cubicBezTo>
                  <a:pt x="121987" y="2365549"/>
                  <a:pt x="126843" y="2344308"/>
                  <a:pt x="131091" y="2323673"/>
                </a:cubicBezTo>
                <a:cubicBezTo>
                  <a:pt x="138374" y="2286045"/>
                  <a:pt x="142015" y="2247203"/>
                  <a:pt x="188747" y="2232031"/>
                </a:cubicBezTo>
                <a:cubicBezTo>
                  <a:pt x="202705" y="2227175"/>
                  <a:pt x="212416" y="2207754"/>
                  <a:pt x="222733" y="2196223"/>
                </a:cubicBezTo>
                <a:cubicBezTo>
                  <a:pt x="213630" y="2188334"/>
                  <a:pt x="201492" y="2177409"/>
                  <a:pt x="189354" y="2167092"/>
                </a:cubicBezTo>
                <a:cubicBezTo>
                  <a:pt x="213023" y="2119147"/>
                  <a:pt x="251865" y="2119147"/>
                  <a:pt x="296775" y="2134926"/>
                </a:cubicBezTo>
                <a:cubicBezTo>
                  <a:pt x="297989" y="2130678"/>
                  <a:pt x="298596" y="2126429"/>
                  <a:pt x="299810" y="2122181"/>
                </a:cubicBezTo>
                <a:cubicBezTo>
                  <a:pt x="288886" y="2114291"/>
                  <a:pt x="278568" y="2105188"/>
                  <a:pt x="267037" y="2098512"/>
                </a:cubicBezTo>
                <a:cubicBezTo>
                  <a:pt x="243368" y="2085767"/>
                  <a:pt x="234871" y="2070594"/>
                  <a:pt x="251258" y="2045711"/>
                </a:cubicBezTo>
                <a:cubicBezTo>
                  <a:pt x="270679" y="2016580"/>
                  <a:pt x="290706" y="1994125"/>
                  <a:pt x="332583" y="2009904"/>
                </a:cubicBezTo>
                <a:cubicBezTo>
                  <a:pt x="347148" y="2015366"/>
                  <a:pt x="368390" y="2004442"/>
                  <a:pt x="386597" y="2000801"/>
                </a:cubicBezTo>
                <a:cubicBezTo>
                  <a:pt x="385990" y="1995945"/>
                  <a:pt x="385383" y="1991697"/>
                  <a:pt x="384776" y="1986842"/>
                </a:cubicBezTo>
                <a:cubicBezTo>
                  <a:pt x="368997" y="1984414"/>
                  <a:pt x="353217" y="1981987"/>
                  <a:pt x="337438" y="1979559"/>
                </a:cubicBezTo>
                <a:cubicBezTo>
                  <a:pt x="361107" y="1973490"/>
                  <a:pt x="386597" y="1970455"/>
                  <a:pt x="379314" y="1934648"/>
                </a:cubicBezTo>
                <a:cubicBezTo>
                  <a:pt x="378707" y="1930400"/>
                  <a:pt x="392059" y="1920689"/>
                  <a:pt x="400556" y="1917048"/>
                </a:cubicBezTo>
                <a:cubicBezTo>
                  <a:pt x="420584" y="1908551"/>
                  <a:pt x="441825" y="1901875"/>
                  <a:pt x="463067" y="1894593"/>
                </a:cubicBezTo>
                <a:cubicBezTo>
                  <a:pt x="462460" y="1891558"/>
                  <a:pt x="461853" y="1887917"/>
                  <a:pt x="460639" y="1884882"/>
                </a:cubicBezTo>
                <a:cubicBezTo>
                  <a:pt x="449108" y="1883668"/>
                  <a:pt x="436970" y="1882455"/>
                  <a:pt x="418156" y="1880634"/>
                </a:cubicBezTo>
                <a:cubicBezTo>
                  <a:pt x="428473" y="1870923"/>
                  <a:pt x="435149" y="1864854"/>
                  <a:pt x="443646" y="1856965"/>
                </a:cubicBezTo>
                <a:cubicBezTo>
                  <a:pt x="438791" y="1848468"/>
                  <a:pt x="433329" y="1838757"/>
                  <a:pt x="429080" y="1830261"/>
                </a:cubicBezTo>
                <a:cubicBezTo>
                  <a:pt x="445467" y="1816909"/>
                  <a:pt x="460639" y="1804164"/>
                  <a:pt x="479453" y="1788992"/>
                </a:cubicBezTo>
                <a:cubicBezTo>
                  <a:pt x="479453" y="1788992"/>
                  <a:pt x="485522" y="1792026"/>
                  <a:pt x="493412" y="1796274"/>
                </a:cubicBezTo>
                <a:cubicBezTo>
                  <a:pt x="493412" y="1784743"/>
                  <a:pt x="493412" y="1775033"/>
                  <a:pt x="493412" y="1762895"/>
                </a:cubicBezTo>
                <a:cubicBezTo>
                  <a:pt x="503729" y="1760467"/>
                  <a:pt x="514047" y="1758040"/>
                  <a:pt x="524971" y="1755612"/>
                </a:cubicBezTo>
                <a:cubicBezTo>
                  <a:pt x="524971" y="1752577"/>
                  <a:pt x="524971" y="1750150"/>
                  <a:pt x="524971" y="1747115"/>
                </a:cubicBezTo>
                <a:cubicBezTo>
                  <a:pt x="515260" y="1745901"/>
                  <a:pt x="505550" y="1744081"/>
                  <a:pt x="495233" y="1742867"/>
                </a:cubicBezTo>
                <a:cubicBezTo>
                  <a:pt x="489770" y="1682784"/>
                  <a:pt x="527398" y="1639087"/>
                  <a:pt x="588089" y="1651225"/>
                </a:cubicBezTo>
                <a:cubicBezTo>
                  <a:pt x="561992" y="1623914"/>
                  <a:pt x="541964" y="1602065"/>
                  <a:pt x="523150" y="1582038"/>
                </a:cubicBezTo>
                <a:cubicBezTo>
                  <a:pt x="540750" y="1583251"/>
                  <a:pt x="562599" y="1584465"/>
                  <a:pt x="590516" y="1586286"/>
                </a:cubicBezTo>
                <a:cubicBezTo>
                  <a:pt x="578985" y="1571720"/>
                  <a:pt x="569882" y="1560796"/>
                  <a:pt x="560778" y="1549872"/>
                </a:cubicBezTo>
                <a:cubicBezTo>
                  <a:pt x="561992" y="1547444"/>
                  <a:pt x="563813" y="1545017"/>
                  <a:pt x="565026" y="1543196"/>
                </a:cubicBezTo>
                <a:cubicBezTo>
                  <a:pt x="581413" y="1554120"/>
                  <a:pt x="597799" y="1565044"/>
                  <a:pt x="614792" y="1575969"/>
                </a:cubicBezTo>
                <a:cubicBezTo>
                  <a:pt x="622075" y="1569900"/>
                  <a:pt x="631786" y="1562010"/>
                  <a:pt x="643924" y="1551693"/>
                </a:cubicBezTo>
                <a:cubicBezTo>
                  <a:pt x="619041" y="1540768"/>
                  <a:pt x="579592" y="1551086"/>
                  <a:pt x="583840" y="1504961"/>
                </a:cubicBezTo>
                <a:cubicBezTo>
                  <a:pt x="563206" y="1501320"/>
                  <a:pt x="541357" y="1497071"/>
                  <a:pt x="518902" y="1492823"/>
                </a:cubicBezTo>
                <a:cubicBezTo>
                  <a:pt x="518902" y="1489788"/>
                  <a:pt x="518295" y="1487361"/>
                  <a:pt x="518295" y="1484326"/>
                </a:cubicBezTo>
                <a:cubicBezTo>
                  <a:pt x="538323" y="1481292"/>
                  <a:pt x="558350" y="1478257"/>
                  <a:pt x="571095" y="1476437"/>
                </a:cubicBezTo>
                <a:cubicBezTo>
                  <a:pt x="573523" y="1467333"/>
                  <a:pt x="574737" y="1453981"/>
                  <a:pt x="577771" y="1453981"/>
                </a:cubicBezTo>
                <a:cubicBezTo>
                  <a:pt x="605082" y="1450947"/>
                  <a:pt x="632999" y="1450340"/>
                  <a:pt x="660310" y="1449126"/>
                </a:cubicBezTo>
                <a:cubicBezTo>
                  <a:pt x="662131" y="1445485"/>
                  <a:pt x="663345" y="1441843"/>
                  <a:pt x="665165" y="1438202"/>
                </a:cubicBezTo>
                <a:cubicBezTo>
                  <a:pt x="654848" y="1430312"/>
                  <a:pt x="644531" y="1421815"/>
                  <a:pt x="632999" y="1413319"/>
                </a:cubicBezTo>
                <a:cubicBezTo>
                  <a:pt x="654241" y="1386008"/>
                  <a:pt x="680945" y="1362339"/>
                  <a:pt x="725856" y="1372656"/>
                </a:cubicBezTo>
                <a:cubicBezTo>
                  <a:pt x="735566" y="1375084"/>
                  <a:pt x="748311" y="1365373"/>
                  <a:pt x="762270" y="1359911"/>
                </a:cubicBezTo>
                <a:cubicBezTo>
                  <a:pt x="773194" y="1361732"/>
                  <a:pt x="788367" y="1364160"/>
                  <a:pt x="804146" y="1366587"/>
                </a:cubicBezTo>
                <a:cubicBezTo>
                  <a:pt x="805360" y="1362339"/>
                  <a:pt x="807181" y="1358091"/>
                  <a:pt x="808394" y="1353842"/>
                </a:cubicBezTo>
                <a:cubicBezTo>
                  <a:pt x="788367" y="1341097"/>
                  <a:pt x="768946" y="1328352"/>
                  <a:pt x="744063" y="1313180"/>
                </a:cubicBezTo>
                <a:cubicBezTo>
                  <a:pt x="744063" y="1328352"/>
                  <a:pt x="744063" y="1335028"/>
                  <a:pt x="744063" y="1347773"/>
                </a:cubicBezTo>
                <a:cubicBezTo>
                  <a:pt x="731925" y="1339884"/>
                  <a:pt x="723428" y="1334421"/>
                  <a:pt x="713718" y="1327745"/>
                </a:cubicBezTo>
                <a:cubicBezTo>
                  <a:pt x="730104" y="1308932"/>
                  <a:pt x="742849" y="1293759"/>
                  <a:pt x="761056" y="1273124"/>
                </a:cubicBezTo>
                <a:cubicBezTo>
                  <a:pt x="784725" y="1284655"/>
                  <a:pt x="815677" y="1325318"/>
                  <a:pt x="851484" y="1274945"/>
                </a:cubicBezTo>
                <a:cubicBezTo>
                  <a:pt x="846629" y="1267662"/>
                  <a:pt x="840560" y="1259772"/>
                  <a:pt x="831457" y="1247027"/>
                </a:cubicBezTo>
                <a:cubicBezTo>
                  <a:pt x="847843" y="1245814"/>
                  <a:pt x="860588" y="1243993"/>
                  <a:pt x="872119" y="1245207"/>
                </a:cubicBezTo>
                <a:cubicBezTo>
                  <a:pt x="873940" y="1245207"/>
                  <a:pt x="876367" y="1260379"/>
                  <a:pt x="874547" y="1267055"/>
                </a:cubicBezTo>
                <a:cubicBezTo>
                  <a:pt x="870905" y="1282228"/>
                  <a:pt x="864836" y="1296793"/>
                  <a:pt x="866657" y="1316214"/>
                </a:cubicBezTo>
                <a:cubicBezTo>
                  <a:pt x="871512" y="1310752"/>
                  <a:pt x="876974" y="1305290"/>
                  <a:pt x="881830" y="1299828"/>
                </a:cubicBezTo>
                <a:cubicBezTo>
                  <a:pt x="890933" y="1289511"/>
                  <a:pt x="900644" y="1280407"/>
                  <a:pt x="907926" y="1268876"/>
                </a:cubicBezTo>
                <a:cubicBezTo>
                  <a:pt x="917030" y="1254310"/>
                  <a:pt x="926133" y="1239138"/>
                  <a:pt x="929775" y="1222751"/>
                </a:cubicBezTo>
                <a:cubicBezTo>
                  <a:pt x="933416" y="1206365"/>
                  <a:pt x="930382" y="1188158"/>
                  <a:pt x="930382" y="1165702"/>
                </a:cubicBezTo>
                <a:cubicBezTo>
                  <a:pt x="933416" y="1165702"/>
                  <a:pt x="946161" y="1165702"/>
                  <a:pt x="964975" y="1165702"/>
                </a:cubicBezTo>
                <a:cubicBezTo>
                  <a:pt x="957086" y="1154778"/>
                  <a:pt x="952230" y="1146888"/>
                  <a:pt x="946768" y="1138999"/>
                </a:cubicBezTo>
                <a:cubicBezTo>
                  <a:pt x="958906" y="1134144"/>
                  <a:pt x="971044" y="1129895"/>
                  <a:pt x="994713" y="1120185"/>
                </a:cubicBezTo>
                <a:cubicBezTo>
                  <a:pt x="970437" y="1112295"/>
                  <a:pt x="956479" y="1108047"/>
                  <a:pt x="943127" y="1103798"/>
                </a:cubicBezTo>
                <a:cubicBezTo>
                  <a:pt x="944341" y="1089233"/>
                  <a:pt x="945554" y="1074060"/>
                  <a:pt x="946768" y="1058888"/>
                </a:cubicBezTo>
                <a:cubicBezTo>
                  <a:pt x="944341" y="1055853"/>
                  <a:pt x="941913" y="1052819"/>
                  <a:pt x="938878" y="1049784"/>
                </a:cubicBezTo>
                <a:cubicBezTo>
                  <a:pt x="979541" y="1037646"/>
                  <a:pt x="1020203" y="1025508"/>
                  <a:pt x="1061473" y="1013370"/>
                </a:cubicBezTo>
                <a:cubicBezTo>
                  <a:pt x="1059045" y="1011549"/>
                  <a:pt x="1051762" y="1006694"/>
                  <a:pt x="1045086" y="1002446"/>
                </a:cubicBezTo>
                <a:cubicBezTo>
                  <a:pt x="1046300" y="998197"/>
                  <a:pt x="1046907" y="994556"/>
                  <a:pt x="1048121" y="990308"/>
                </a:cubicBezTo>
                <a:cubicBezTo>
                  <a:pt x="1066328" y="994556"/>
                  <a:pt x="1083928" y="998804"/>
                  <a:pt x="1106991" y="1004873"/>
                </a:cubicBezTo>
                <a:cubicBezTo>
                  <a:pt x="1110632" y="993342"/>
                  <a:pt x="1116701" y="974528"/>
                  <a:pt x="1121556" y="958142"/>
                </a:cubicBezTo>
                <a:cubicBezTo>
                  <a:pt x="1153115" y="947824"/>
                  <a:pt x="1185888" y="936900"/>
                  <a:pt x="1225337" y="924155"/>
                </a:cubicBezTo>
                <a:cubicBezTo>
                  <a:pt x="1193171" y="891989"/>
                  <a:pt x="1189529" y="881065"/>
                  <a:pt x="1232012" y="874996"/>
                </a:cubicBezTo>
                <a:cubicBezTo>
                  <a:pt x="1258109" y="871355"/>
                  <a:pt x="1289061" y="848292"/>
                  <a:pt x="1302413" y="825230"/>
                </a:cubicBezTo>
                <a:cubicBezTo>
                  <a:pt x="1328510" y="781533"/>
                  <a:pt x="1364317" y="766360"/>
                  <a:pt x="1401945" y="764540"/>
                </a:cubicBezTo>
                <a:cubicBezTo>
                  <a:pt x="1394055" y="743905"/>
                  <a:pt x="1385559" y="722664"/>
                  <a:pt x="1373421" y="690498"/>
                </a:cubicBezTo>
                <a:cubicBezTo>
                  <a:pt x="1454746" y="734802"/>
                  <a:pt x="1458387" y="654083"/>
                  <a:pt x="1493587" y="629200"/>
                </a:cubicBezTo>
                <a:cubicBezTo>
                  <a:pt x="1519684" y="610993"/>
                  <a:pt x="1533036" y="575186"/>
                  <a:pt x="1573699" y="579434"/>
                </a:cubicBezTo>
                <a:cubicBezTo>
                  <a:pt x="1576733" y="580041"/>
                  <a:pt x="1582802" y="577614"/>
                  <a:pt x="1583409" y="575186"/>
                </a:cubicBezTo>
                <a:cubicBezTo>
                  <a:pt x="1603437" y="516317"/>
                  <a:pt x="1664127" y="528455"/>
                  <a:pt x="1709038" y="504179"/>
                </a:cubicBezTo>
                <a:cubicBezTo>
                  <a:pt x="1699327" y="495682"/>
                  <a:pt x="1692045" y="489006"/>
                  <a:pt x="1680513" y="478082"/>
                </a:cubicBezTo>
                <a:cubicBezTo>
                  <a:pt x="1695079" y="471406"/>
                  <a:pt x="1709038" y="459268"/>
                  <a:pt x="1716928" y="462302"/>
                </a:cubicBezTo>
                <a:cubicBezTo>
                  <a:pt x="1753342" y="476868"/>
                  <a:pt x="1769121" y="451378"/>
                  <a:pt x="1789149" y="430743"/>
                </a:cubicBezTo>
                <a:cubicBezTo>
                  <a:pt x="1796432" y="423460"/>
                  <a:pt x="1807356" y="417998"/>
                  <a:pt x="1817067" y="414357"/>
                </a:cubicBezTo>
                <a:cubicBezTo>
                  <a:pt x="1846198" y="403433"/>
                  <a:pt x="1878971" y="402219"/>
                  <a:pt x="1892323" y="363377"/>
                </a:cubicBezTo>
                <a:cubicBezTo>
                  <a:pt x="1895964" y="353060"/>
                  <a:pt x="1926916" y="353060"/>
                  <a:pt x="1946337" y="353060"/>
                </a:cubicBezTo>
                <a:cubicBezTo>
                  <a:pt x="2000958" y="317859"/>
                  <a:pt x="2053759" y="275376"/>
                  <a:pt x="2127194" y="320287"/>
                </a:cubicBezTo>
                <a:cubicBezTo>
                  <a:pt x="2127194" y="306328"/>
                  <a:pt x="2127194" y="299045"/>
                  <a:pt x="2127194" y="288728"/>
                </a:cubicBezTo>
                <a:cubicBezTo>
                  <a:pt x="2141760" y="289942"/>
                  <a:pt x="2159360" y="286907"/>
                  <a:pt x="2169070" y="293583"/>
                </a:cubicBezTo>
                <a:cubicBezTo>
                  <a:pt x="2211553" y="325142"/>
                  <a:pt x="2234616" y="288121"/>
                  <a:pt x="2256464" y="266880"/>
                </a:cubicBezTo>
                <a:cubicBezTo>
                  <a:pt x="2277706" y="245638"/>
                  <a:pt x="2288630" y="214079"/>
                  <a:pt x="2305623" y="184948"/>
                </a:cubicBezTo>
                <a:cubicBezTo>
                  <a:pt x="2334148" y="191624"/>
                  <a:pt x="2364493" y="198300"/>
                  <a:pt x="2395445" y="204976"/>
                </a:cubicBezTo>
                <a:cubicBezTo>
                  <a:pt x="2396659" y="189803"/>
                  <a:pt x="2397872" y="177058"/>
                  <a:pt x="2397872" y="169775"/>
                </a:cubicBezTo>
                <a:cubicBezTo>
                  <a:pt x="2428218" y="155210"/>
                  <a:pt x="2453708" y="138216"/>
                  <a:pt x="2481625" y="130933"/>
                </a:cubicBezTo>
                <a:cubicBezTo>
                  <a:pt x="2500439" y="126078"/>
                  <a:pt x="2527750" y="127899"/>
                  <a:pt x="2542922" y="138216"/>
                </a:cubicBezTo>
                <a:cubicBezTo>
                  <a:pt x="2593295" y="174023"/>
                  <a:pt x="2606647" y="174630"/>
                  <a:pt x="2659448" y="143678"/>
                </a:cubicBezTo>
                <a:cubicBezTo>
                  <a:pt x="2682510" y="130326"/>
                  <a:pt x="2713462" y="132147"/>
                  <a:pt x="2728634" y="103623"/>
                </a:cubicBezTo>
                <a:cubicBezTo>
                  <a:pt x="2729848" y="101195"/>
                  <a:pt x="2744414" y="106657"/>
                  <a:pt x="2752304" y="106050"/>
                </a:cubicBezTo>
                <a:cubicBezTo>
                  <a:pt x="2783256" y="103016"/>
                  <a:pt x="2816028" y="103016"/>
                  <a:pt x="2845160" y="93912"/>
                </a:cubicBezTo>
                <a:cubicBezTo>
                  <a:pt x="2887036" y="81774"/>
                  <a:pt x="2927092" y="62353"/>
                  <a:pt x="2969575" y="45967"/>
                </a:cubicBezTo>
                <a:cubicBezTo>
                  <a:pt x="2972002" y="59926"/>
                  <a:pt x="2973823" y="70850"/>
                  <a:pt x="2978678" y="95126"/>
                </a:cubicBezTo>
                <a:cubicBezTo>
                  <a:pt x="2998099" y="76919"/>
                  <a:pt x="3010844" y="64174"/>
                  <a:pt x="3024803" y="53250"/>
                </a:cubicBezTo>
                <a:cubicBezTo>
                  <a:pt x="3039369" y="42326"/>
                  <a:pt x="3054541" y="29581"/>
                  <a:pt x="3071534" y="24119"/>
                </a:cubicBezTo>
                <a:cubicBezTo>
                  <a:pt x="3096417" y="16229"/>
                  <a:pt x="3123728" y="13194"/>
                  <a:pt x="3150432" y="8339"/>
                </a:cubicBezTo>
                <a:cubicBezTo>
                  <a:pt x="3197163" y="59926"/>
                  <a:pt x="3262709" y="19263"/>
                  <a:pt x="3322185" y="29581"/>
                </a:cubicBezTo>
                <a:cubicBezTo>
                  <a:pt x="3320971" y="41112"/>
                  <a:pt x="3319758" y="52643"/>
                  <a:pt x="3317937" y="64781"/>
                </a:cubicBezTo>
                <a:cubicBezTo>
                  <a:pt x="3333716" y="10160"/>
                  <a:pt x="3387731" y="19870"/>
                  <a:pt x="3423538" y="449"/>
                </a:cubicBezTo>
                <a:cubicBezTo>
                  <a:pt x="3428393" y="-1978"/>
                  <a:pt x="3445386" y="5911"/>
                  <a:pt x="3449028" y="12587"/>
                </a:cubicBezTo>
                <a:cubicBezTo>
                  <a:pt x="3468449" y="52643"/>
                  <a:pt x="3495152" y="55677"/>
                  <a:pt x="3529746" y="33222"/>
                </a:cubicBezTo>
                <a:cubicBezTo>
                  <a:pt x="3535815" y="28974"/>
                  <a:pt x="3545525" y="29581"/>
                  <a:pt x="3562519" y="26546"/>
                </a:cubicBezTo>
                <a:cubicBezTo>
                  <a:pt x="3547953" y="38077"/>
                  <a:pt x="3541884" y="44146"/>
                  <a:pt x="3535208" y="52036"/>
                </a:cubicBezTo>
                <a:cubicBezTo>
                  <a:pt x="3579512" y="65388"/>
                  <a:pt x="3603181" y="51429"/>
                  <a:pt x="3601968" y="18656"/>
                </a:cubicBezTo>
                <a:cubicBezTo>
                  <a:pt x="3638382" y="20477"/>
                  <a:pt x="3675403" y="22905"/>
                  <a:pt x="3712423" y="24725"/>
                </a:cubicBezTo>
                <a:cubicBezTo>
                  <a:pt x="3712423" y="21691"/>
                  <a:pt x="3711817" y="19263"/>
                  <a:pt x="3711817" y="16229"/>
                </a:cubicBezTo>
                <a:cubicBezTo>
                  <a:pt x="3739127" y="28974"/>
                  <a:pt x="3765831" y="41719"/>
                  <a:pt x="3793142" y="54464"/>
                </a:cubicBezTo>
                <a:cubicBezTo>
                  <a:pt x="3795569" y="52036"/>
                  <a:pt x="3797997" y="49002"/>
                  <a:pt x="3800424" y="46574"/>
                </a:cubicBezTo>
                <a:cubicBezTo>
                  <a:pt x="3796176" y="39291"/>
                  <a:pt x="3792535" y="32008"/>
                  <a:pt x="3792535" y="32008"/>
                </a:cubicBezTo>
                <a:cubicBezTo>
                  <a:pt x="3861722" y="40505"/>
                  <a:pt x="3937585" y="49608"/>
                  <a:pt x="4013447" y="58712"/>
                </a:cubicBezTo>
                <a:cubicBezTo>
                  <a:pt x="4010413" y="61140"/>
                  <a:pt x="4004951" y="65388"/>
                  <a:pt x="4004344" y="65995"/>
                </a:cubicBezTo>
                <a:cubicBezTo>
                  <a:pt x="4098414" y="69636"/>
                  <a:pt x="4197339" y="73885"/>
                  <a:pt x="4306581" y="78133"/>
                </a:cubicBezTo>
                <a:cubicBezTo>
                  <a:pt x="4289588" y="92092"/>
                  <a:pt x="4283519" y="97554"/>
                  <a:pt x="4277450" y="102409"/>
                </a:cubicBezTo>
                <a:cubicBezTo>
                  <a:pt x="4302940" y="122437"/>
                  <a:pt x="4299299" y="169775"/>
                  <a:pt x="4342996" y="160672"/>
                </a:cubicBezTo>
                <a:cubicBezTo>
                  <a:pt x="4353313" y="158244"/>
                  <a:pt x="4361203" y="144892"/>
                  <a:pt x="4372734" y="134575"/>
                </a:cubicBezTo>
                <a:cubicBezTo>
                  <a:pt x="4361203" y="126078"/>
                  <a:pt x="4351492" y="118795"/>
                  <a:pt x="4339961" y="110906"/>
                </a:cubicBezTo>
                <a:cubicBezTo>
                  <a:pt x="4376982" y="96947"/>
                  <a:pt x="4376982" y="96947"/>
                  <a:pt x="4430997" y="156423"/>
                </a:cubicBezTo>
                <a:lnTo>
                  <a:pt x="4429783" y="155210"/>
                </a:lnTo>
                <a:cubicBezTo>
                  <a:pt x="4430997" y="168561"/>
                  <a:pt x="4432210" y="181913"/>
                  <a:pt x="4434031" y="204369"/>
                </a:cubicBezTo>
                <a:cubicBezTo>
                  <a:pt x="4460735" y="193444"/>
                  <a:pt x="4485618" y="180699"/>
                  <a:pt x="4512322" y="174630"/>
                </a:cubicBezTo>
                <a:cubicBezTo>
                  <a:pt x="4532956" y="169775"/>
                  <a:pt x="4550556" y="158244"/>
                  <a:pt x="4578474" y="173417"/>
                </a:cubicBezTo>
                <a:cubicBezTo>
                  <a:pt x="4610033" y="191017"/>
                  <a:pt x="4653123" y="187375"/>
                  <a:pt x="4693785" y="193444"/>
                </a:cubicBezTo>
                <a:cubicBezTo>
                  <a:pt x="4693179" y="187375"/>
                  <a:pt x="4691965" y="180699"/>
                  <a:pt x="4691358" y="173417"/>
                </a:cubicBezTo>
                <a:cubicBezTo>
                  <a:pt x="4731413" y="163099"/>
                  <a:pt x="4770862" y="155816"/>
                  <a:pt x="4800600" y="199513"/>
                </a:cubicBezTo>
                <a:cubicBezTo>
                  <a:pt x="4783607" y="193444"/>
                  <a:pt x="4766614" y="186768"/>
                  <a:pt x="4745979" y="179486"/>
                </a:cubicBezTo>
                <a:cubicBezTo>
                  <a:pt x="4745372" y="192231"/>
                  <a:pt x="4744765" y="202548"/>
                  <a:pt x="4744765" y="212258"/>
                </a:cubicBezTo>
                <a:cubicBezTo>
                  <a:pt x="4704709" y="237748"/>
                  <a:pt x="4651302" y="241390"/>
                  <a:pt x="4622778" y="288121"/>
                </a:cubicBezTo>
                <a:cubicBezTo>
                  <a:pt x="4658585" y="268093"/>
                  <a:pt x="4699248" y="328784"/>
                  <a:pt x="4730807" y="279625"/>
                </a:cubicBezTo>
                <a:cubicBezTo>
                  <a:pt x="4725344" y="271735"/>
                  <a:pt x="4720489" y="263845"/>
                  <a:pt x="4713813" y="254135"/>
                </a:cubicBezTo>
                <a:cubicBezTo>
                  <a:pt x="4735055" y="246852"/>
                  <a:pt x="4753262" y="240783"/>
                  <a:pt x="4775717" y="233500"/>
                </a:cubicBezTo>
                <a:cubicBezTo>
                  <a:pt x="4755689" y="266273"/>
                  <a:pt x="4737482" y="296011"/>
                  <a:pt x="4715634" y="332425"/>
                </a:cubicBezTo>
                <a:cubicBezTo>
                  <a:pt x="4745372" y="332425"/>
                  <a:pt x="4769648" y="332425"/>
                  <a:pt x="4798779" y="332425"/>
                </a:cubicBezTo>
                <a:cubicBezTo>
                  <a:pt x="4794531" y="345170"/>
                  <a:pt x="4791497" y="353667"/>
                  <a:pt x="4788462" y="362163"/>
                </a:cubicBezTo>
                <a:cubicBezTo>
                  <a:pt x="4810311" y="369446"/>
                  <a:pt x="4831552" y="380977"/>
                  <a:pt x="4853401" y="382191"/>
                </a:cubicBezTo>
                <a:cubicBezTo>
                  <a:pt x="4861897" y="382798"/>
                  <a:pt x="4871608" y="360343"/>
                  <a:pt x="4880711" y="348205"/>
                </a:cubicBezTo>
                <a:cubicBezTo>
                  <a:pt x="4884353" y="343349"/>
                  <a:pt x="4887994" y="337280"/>
                  <a:pt x="4892849" y="333639"/>
                </a:cubicBezTo>
                <a:cubicBezTo>
                  <a:pt x="4908022" y="322108"/>
                  <a:pt x="4923194" y="311183"/>
                  <a:pt x="4936546" y="301473"/>
                </a:cubicBezTo>
                <a:cubicBezTo>
                  <a:pt x="4958395" y="304508"/>
                  <a:pt x="4982671" y="308149"/>
                  <a:pt x="5007554" y="311790"/>
                </a:cubicBezTo>
                <a:cubicBezTo>
                  <a:pt x="5005126" y="325749"/>
                  <a:pt x="5001485" y="345170"/>
                  <a:pt x="4996023" y="375515"/>
                </a:cubicBezTo>
                <a:cubicBezTo>
                  <a:pt x="4966285" y="382191"/>
                  <a:pt x="4927443" y="390688"/>
                  <a:pt x="4888601" y="399184"/>
                </a:cubicBezTo>
                <a:cubicBezTo>
                  <a:pt x="4889208" y="401612"/>
                  <a:pt x="4889208" y="404646"/>
                  <a:pt x="4889815" y="407074"/>
                </a:cubicBezTo>
                <a:cubicBezTo>
                  <a:pt x="4910450" y="407074"/>
                  <a:pt x="4933512" y="412536"/>
                  <a:pt x="4951719" y="405860"/>
                </a:cubicBezTo>
                <a:cubicBezTo>
                  <a:pt x="4981457" y="395543"/>
                  <a:pt x="5002092" y="407074"/>
                  <a:pt x="5023333" y="422854"/>
                </a:cubicBezTo>
                <a:cubicBezTo>
                  <a:pt x="5053678" y="445309"/>
                  <a:pt x="5080382" y="452592"/>
                  <a:pt x="5102231" y="411929"/>
                </a:cubicBezTo>
                <a:cubicBezTo>
                  <a:pt x="5105265" y="406467"/>
                  <a:pt x="5110727" y="402219"/>
                  <a:pt x="5111334" y="401612"/>
                </a:cubicBezTo>
                <a:cubicBezTo>
                  <a:pt x="5136824" y="405253"/>
                  <a:pt x="5158673" y="408895"/>
                  <a:pt x="5184163" y="412536"/>
                </a:cubicBezTo>
                <a:cubicBezTo>
                  <a:pt x="5157459" y="433778"/>
                  <a:pt x="5133183" y="453199"/>
                  <a:pt x="5105872" y="475654"/>
                </a:cubicBezTo>
                <a:cubicBezTo>
                  <a:pt x="5142893" y="480509"/>
                  <a:pt x="5176273" y="483544"/>
                  <a:pt x="5209046" y="489006"/>
                </a:cubicBezTo>
                <a:cubicBezTo>
                  <a:pt x="5224218" y="491434"/>
                  <a:pt x="5238177" y="498716"/>
                  <a:pt x="5252743" y="504179"/>
                </a:cubicBezTo>
                <a:cubicBezTo>
                  <a:pt x="5252136" y="507820"/>
                  <a:pt x="5251529" y="511461"/>
                  <a:pt x="5250922" y="515710"/>
                </a:cubicBezTo>
                <a:cubicBezTo>
                  <a:pt x="5259419" y="510854"/>
                  <a:pt x="5267915" y="505999"/>
                  <a:pt x="5277626" y="499930"/>
                </a:cubicBezTo>
                <a:cubicBezTo>
                  <a:pt x="5280053" y="505392"/>
                  <a:pt x="5282481" y="509034"/>
                  <a:pt x="5281874" y="512068"/>
                </a:cubicBezTo>
                <a:cubicBezTo>
                  <a:pt x="5279446" y="530882"/>
                  <a:pt x="5278840" y="541806"/>
                  <a:pt x="5306150" y="535737"/>
                </a:cubicBezTo>
                <a:cubicBezTo>
                  <a:pt x="5327392" y="530882"/>
                  <a:pt x="5351668" y="538165"/>
                  <a:pt x="5381406" y="540593"/>
                </a:cubicBezTo>
                <a:cubicBezTo>
                  <a:pt x="5370482" y="556372"/>
                  <a:pt x="5363199" y="567903"/>
                  <a:pt x="5355916" y="578828"/>
                </a:cubicBezTo>
                <a:cubicBezTo>
                  <a:pt x="5381406" y="602497"/>
                  <a:pt x="5426317" y="601890"/>
                  <a:pt x="5453627" y="579434"/>
                </a:cubicBezTo>
                <a:cubicBezTo>
                  <a:pt x="5470621" y="565476"/>
                  <a:pt x="5487007" y="530882"/>
                  <a:pt x="5511283" y="575186"/>
                </a:cubicBezTo>
                <a:cubicBezTo>
                  <a:pt x="5514924" y="581862"/>
                  <a:pt x="5537380" y="576400"/>
                  <a:pt x="5550732" y="579434"/>
                </a:cubicBezTo>
                <a:cubicBezTo>
                  <a:pt x="5563477" y="582469"/>
                  <a:pt x="5575615" y="587931"/>
                  <a:pt x="5587146" y="593393"/>
                </a:cubicBezTo>
                <a:cubicBezTo>
                  <a:pt x="5598677" y="598855"/>
                  <a:pt x="5610208" y="604924"/>
                  <a:pt x="5622346" y="611600"/>
                </a:cubicBezTo>
                <a:cubicBezTo>
                  <a:pt x="5619919" y="621918"/>
                  <a:pt x="5616884" y="634056"/>
                  <a:pt x="5615063" y="641945"/>
                </a:cubicBezTo>
                <a:cubicBezTo>
                  <a:pt x="5672719" y="648621"/>
                  <a:pt x="5727948" y="654690"/>
                  <a:pt x="5795314" y="662580"/>
                </a:cubicBezTo>
                <a:cubicBezTo>
                  <a:pt x="5811700" y="671684"/>
                  <a:pt x="5839617" y="688070"/>
                  <a:pt x="5868142" y="704456"/>
                </a:cubicBezTo>
                <a:cubicBezTo>
                  <a:pt x="5867535" y="708098"/>
                  <a:pt x="5866928" y="712346"/>
                  <a:pt x="5865715" y="715988"/>
                </a:cubicBezTo>
                <a:cubicBezTo>
                  <a:pt x="5840831" y="719022"/>
                  <a:pt x="5815948" y="722057"/>
                  <a:pt x="5791065" y="725091"/>
                </a:cubicBezTo>
                <a:cubicBezTo>
                  <a:pt x="5769824" y="686856"/>
                  <a:pt x="5738872" y="710525"/>
                  <a:pt x="5709133" y="712953"/>
                </a:cubicBezTo>
                <a:cubicBezTo>
                  <a:pt x="5716416" y="725698"/>
                  <a:pt x="5727340" y="736622"/>
                  <a:pt x="5737658" y="736622"/>
                </a:cubicBezTo>
                <a:cubicBezTo>
                  <a:pt x="5753438" y="733588"/>
                  <a:pt x="5771645" y="726305"/>
                  <a:pt x="5789852" y="722057"/>
                </a:cubicBezTo>
                <a:close/>
                <a:moveTo>
                  <a:pt x="6053247" y="964818"/>
                </a:moveTo>
                <a:cubicBezTo>
                  <a:pt x="6058102" y="935686"/>
                  <a:pt x="6048392" y="917479"/>
                  <a:pt x="6018654" y="912017"/>
                </a:cubicBezTo>
                <a:cubicBezTo>
                  <a:pt x="6013192" y="910803"/>
                  <a:pt x="6001054" y="916872"/>
                  <a:pt x="6001054" y="919907"/>
                </a:cubicBezTo>
                <a:cubicBezTo>
                  <a:pt x="6001054" y="927190"/>
                  <a:pt x="6004088" y="937507"/>
                  <a:pt x="6009550" y="941148"/>
                </a:cubicBezTo>
                <a:cubicBezTo>
                  <a:pt x="6022295" y="950252"/>
                  <a:pt x="6036861" y="956321"/>
                  <a:pt x="6053247" y="964818"/>
                </a:cubicBezTo>
                <a:close/>
                <a:moveTo>
                  <a:pt x="2041014" y="6022138"/>
                </a:moveTo>
                <a:cubicBezTo>
                  <a:pt x="2000958" y="5984510"/>
                  <a:pt x="2000958" y="5984510"/>
                  <a:pt x="1972434" y="5997255"/>
                </a:cubicBezTo>
                <a:cubicBezTo>
                  <a:pt x="1983358" y="6023352"/>
                  <a:pt x="1983358" y="6023352"/>
                  <a:pt x="2041014" y="6022138"/>
                </a:cubicBezTo>
                <a:close/>
                <a:moveTo>
                  <a:pt x="5010589" y="434992"/>
                </a:moveTo>
                <a:cubicBezTo>
                  <a:pt x="5019085" y="461695"/>
                  <a:pt x="5022727" y="493861"/>
                  <a:pt x="5070065" y="481723"/>
                </a:cubicBezTo>
                <a:cubicBezTo>
                  <a:pt x="5047003" y="463516"/>
                  <a:pt x="5028796" y="449557"/>
                  <a:pt x="5010589" y="434992"/>
                </a:cubicBezTo>
                <a:close/>
              </a:path>
            </a:pathLst>
          </a:custGeom>
          <a:solidFill>
            <a:schemeClr val="accent2"/>
          </a:solidFill>
          <a:ln w="6069"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5731065" y="4735170"/>
            <a:ext cx="4879173" cy="463413"/>
          </a:xfrm>
          <a:prstGeom prst="rect">
            <a:avLst/>
          </a:prstGeom>
          <a:noFill/>
          <a:ln w="12700" cap="sq">
            <a:noFill/>
            <a:miter/>
          </a:ln>
        </p:spPr>
        <p:txBody>
          <a:bodyPr vert="horz" wrap="square" lIns="0" tIns="0" rIns="0" bIns="0" rtlCol="0" anchor="b"/>
          <a:lstStyle/>
          <a:p>
            <a:pPr algn="l">
              <a:lnSpc>
                <a:spcPct val="110000"/>
              </a:lnSpc>
            </a:pPr>
            <a:r>
              <a:rPr kumimoji="1" lang="en-US" altLang="zh-CN" sz="2000">
                <a:ln w="12700">
                  <a:noFill/>
                </a:ln>
                <a:solidFill>
                  <a:srgbClr val="015CB7">
                    <a:alpha val="100000"/>
                  </a:srgbClr>
                </a:solidFill>
                <a:latin typeface="Source Han Sans CN Bold Bold"/>
                <a:ea typeface="Source Han Sans CN Bold Bold"/>
                <a:cs typeface="Source Han Sans CN Bold Bold"/>
              </a:rPr>
              <a:t>教学干预实施</a:t>
            </a:r>
            <a:endParaRPr kumimoji="1" lang="zh-CN" altLang="en-US"/>
          </a:p>
        </p:txBody>
      </p:sp>
      <p:sp>
        <p:nvSpPr>
          <p:cNvPr id="11" name="标题 1"/>
          <p:cNvSpPr txBox="1"/>
          <p:nvPr/>
        </p:nvSpPr>
        <p:spPr>
          <a:xfrm>
            <a:off x="5731065" y="5244303"/>
            <a:ext cx="4889500" cy="1015479"/>
          </a:xfrm>
          <a:prstGeom prst="rect">
            <a:avLst/>
          </a:prstGeom>
          <a:noFill/>
          <a:ln cap="sq">
            <a:noFill/>
          </a:ln>
        </p:spPr>
        <p:txBody>
          <a:bodyPr vert="horz" wrap="square" lIns="0" tIns="0" rIns="0" bIns="0" rtlCol="0" anchor="t">
            <a:spAutoFit/>
          </a:bodyPr>
          <a:lstStyle/>
          <a:p>
            <a:pPr algn="l">
              <a:lnSpc>
                <a:spcPct val="150000"/>
              </a:lnSpc>
            </a:pPr>
            <a:r>
              <a:rPr kumimoji="1" lang="en-US" altLang="zh-CN" sz="1100">
                <a:ln w="12700">
                  <a:noFill/>
                </a:ln>
                <a:solidFill>
                  <a:srgbClr val="262626">
                    <a:alpha val="100000"/>
                  </a:srgbClr>
                </a:solidFill>
                <a:latin typeface="Source Han Sans CN Normal"/>
                <a:ea typeface="Source Han Sans CN Normal"/>
                <a:cs typeface="Source Han Sans CN Normal"/>
              </a:rPr>
              <a:t>教学干预选取完整培训周期，对照组沿用传统讲授模式，实验班严格实施“问题驱动—模型建构—论证反思—创新拓展”策略。通过引入认知冲突情境及变式训练，将科学思维要素显性化，规范教学实施流程，在强化模型建构与逻辑推理能力的确保研究过程的规范性与可复现性。</a:t>
            </a:r>
            <a:endParaRPr kumimoji="1" lang="zh-CN" altLang="en-US"/>
          </a:p>
        </p:txBody>
      </p:sp>
      <p:sp>
        <p:nvSpPr>
          <p:cNvPr id="12" name="标题 1"/>
          <p:cNvSpPr txBox="1"/>
          <p:nvPr/>
        </p:nvSpPr>
        <p:spPr>
          <a:xfrm>
            <a:off x="5484885" y="4971211"/>
            <a:ext cx="137160" cy="128402"/>
          </a:xfrm>
          <a:custGeom>
            <a:avLst/>
            <a:gdLst>
              <a:gd name="connsiteX0" fmla="*/ 5789852 w 7319245"/>
              <a:gd name="connsiteY0" fmla="*/ 722057 h 6851930"/>
              <a:gd name="connsiteX1" fmla="*/ 5810486 w 7319245"/>
              <a:gd name="connsiteY1" fmla="*/ 753616 h 6851930"/>
              <a:gd name="connsiteX2" fmla="*/ 5737051 w 7319245"/>
              <a:gd name="connsiteY2" fmla="*/ 783961 h 6851930"/>
              <a:gd name="connsiteX3" fmla="*/ 5876639 w 7319245"/>
              <a:gd name="connsiteY3" fmla="*/ 833120 h 6851930"/>
              <a:gd name="connsiteX4" fmla="*/ 5924584 w 7319245"/>
              <a:gd name="connsiteY4" fmla="*/ 833727 h 6851930"/>
              <a:gd name="connsiteX5" fmla="*/ 5968281 w 7319245"/>
              <a:gd name="connsiteY5" fmla="*/ 828265 h 6851930"/>
              <a:gd name="connsiteX6" fmla="*/ 5958571 w 7319245"/>
              <a:gd name="connsiteY6" fmla="*/ 868927 h 6851930"/>
              <a:gd name="connsiteX7" fmla="*/ 6044751 w 7319245"/>
              <a:gd name="connsiteY7" fmla="*/ 878637 h 6851930"/>
              <a:gd name="connsiteX8" fmla="*/ 6070848 w 7319245"/>
              <a:gd name="connsiteY8" fmla="*/ 926583 h 6851930"/>
              <a:gd name="connsiteX9" fmla="*/ 6161883 w 7319245"/>
              <a:gd name="connsiteY9" fmla="*/ 966638 h 6851930"/>
              <a:gd name="connsiteX10" fmla="*/ 6177056 w 7319245"/>
              <a:gd name="connsiteY10" fmla="*/ 969066 h 6851930"/>
              <a:gd name="connsiteX11" fmla="*/ 6210435 w 7319245"/>
              <a:gd name="connsiteY11" fmla="*/ 1018225 h 6851930"/>
              <a:gd name="connsiteX12" fmla="*/ 6229856 w 7319245"/>
              <a:gd name="connsiteY12" fmla="*/ 1029149 h 6851930"/>
              <a:gd name="connsiteX13" fmla="*/ 6265664 w 7319245"/>
              <a:gd name="connsiteY13" fmla="*/ 1047356 h 6851930"/>
              <a:gd name="connsiteX14" fmla="*/ 6303291 w 7319245"/>
              <a:gd name="connsiteY14" fmla="*/ 1074667 h 6851930"/>
              <a:gd name="connsiteX15" fmla="*/ 6294794 w 7319245"/>
              <a:gd name="connsiteY15" fmla="*/ 1086805 h 6851930"/>
              <a:gd name="connsiteX16" fmla="*/ 6260201 w 7319245"/>
              <a:gd name="connsiteY16" fmla="*/ 1064350 h 6851930"/>
              <a:gd name="connsiteX17" fmla="*/ 6255346 w 7319245"/>
              <a:gd name="connsiteY17" fmla="*/ 1097729 h 6851930"/>
              <a:gd name="connsiteX18" fmla="*/ 6357912 w 7319245"/>
              <a:gd name="connsiteY18" fmla="*/ 1104405 h 6851930"/>
              <a:gd name="connsiteX19" fmla="*/ 6358519 w 7319245"/>
              <a:gd name="connsiteY19" fmla="*/ 1114116 h 6851930"/>
              <a:gd name="connsiteX20" fmla="*/ 6295401 w 7319245"/>
              <a:gd name="connsiteY20" fmla="*/ 1126254 h 6851930"/>
              <a:gd name="connsiteX21" fmla="*/ 6397968 w 7319245"/>
              <a:gd name="connsiteY21" fmla="*/ 1165702 h 6851930"/>
              <a:gd name="connsiteX22" fmla="*/ 6296009 w 7319245"/>
              <a:gd name="connsiteY22" fmla="*/ 1203937 h 6851930"/>
              <a:gd name="connsiteX23" fmla="*/ 6336064 w 7319245"/>
              <a:gd name="connsiteY23" fmla="*/ 1229427 h 6851930"/>
              <a:gd name="connsiteX24" fmla="*/ 6380975 w 7319245"/>
              <a:gd name="connsiteY24" fmla="*/ 1234889 h 6851930"/>
              <a:gd name="connsiteX25" fmla="*/ 6434989 w 7319245"/>
              <a:gd name="connsiteY25" fmla="*/ 1250669 h 6851930"/>
              <a:gd name="connsiteX26" fmla="*/ 6453196 w 7319245"/>
              <a:gd name="connsiteY26" fmla="*/ 1319856 h 6851930"/>
              <a:gd name="connsiteX27" fmla="*/ 6485969 w 7319245"/>
              <a:gd name="connsiteY27" fmla="*/ 1384187 h 6851930"/>
              <a:gd name="connsiteX28" fmla="*/ 6505997 w 7319245"/>
              <a:gd name="connsiteY28" fmla="*/ 1408464 h 6851930"/>
              <a:gd name="connsiteX29" fmla="*/ 6575184 w 7319245"/>
              <a:gd name="connsiteY29" fmla="*/ 1470975 h 6851930"/>
              <a:gd name="connsiteX30" fmla="*/ 6612205 w 7319245"/>
              <a:gd name="connsiteY30" fmla="*/ 1508602 h 6851930"/>
              <a:gd name="connsiteX31" fmla="*/ 6637694 w 7319245"/>
              <a:gd name="connsiteY31" fmla="*/ 1531665 h 6851930"/>
              <a:gd name="connsiteX32" fmla="*/ 6692922 w 7319245"/>
              <a:gd name="connsiteY32" fmla="*/ 1550479 h 6851930"/>
              <a:gd name="connsiteX33" fmla="*/ 6648619 w 7319245"/>
              <a:gd name="connsiteY33" fmla="*/ 1569900 h 6851930"/>
              <a:gd name="connsiteX34" fmla="*/ 6683819 w 7319245"/>
              <a:gd name="connsiteY34" fmla="*/ 1577789 h 6851930"/>
              <a:gd name="connsiteX35" fmla="*/ 6647405 w 7319245"/>
              <a:gd name="connsiteY35" fmla="*/ 1609348 h 6851930"/>
              <a:gd name="connsiteX36" fmla="*/ 6703240 w 7319245"/>
              <a:gd name="connsiteY36" fmla="*/ 1619059 h 6851930"/>
              <a:gd name="connsiteX37" fmla="*/ 6633446 w 7319245"/>
              <a:gd name="connsiteY37" fmla="*/ 1658508 h 6851930"/>
              <a:gd name="connsiteX38" fmla="*/ 6683212 w 7319245"/>
              <a:gd name="connsiteY38" fmla="*/ 1718591 h 6851930"/>
              <a:gd name="connsiteX39" fmla="*/ 6736620 w 7319245"/>
              <a:gd name="connsiteY39" fmla="*/ 1675501 h 6851930"/>
              <a:gd name="connsiteX40" fmla="*/ 6761503 w 7319245"/>
              <a:gd name="connsiteY40" fmla="*/ 1674287 h 6851930"/>
              <a:gd name="connsiteX41" fmla="*/ 6765751 w 7319245"/>
              <a:gd name="connsiteY41" fmla="*/ 1687639 h 6851930"/>
              <a:gd name="connsiteX42" fmla="*/ 6746330 w 7319245"/>
              <a:gd name="connsiteY42" fmla="*/ 1704025 h 6851930"/>
              <a:gd name="connsiteX43" fmla="*/ 6719020 w 7319245"/>
              <a:gd name="connsiteY43" fmla="*/ 1706453 h 6851930"/>
              <a:gd name="connsiteX44" fmla="*/ 6762109 w 7319245"/>
              <a:gd name="connsiteY44" fmla="*/ 1748329 h 6851930"/>
              <a:gd name="connsiteX45" fmla="*/ 6743902 w 7319245"/>
              <a:gd name="connsiteY45" fmla="*/ 1765929 h 6851930"/>
              <a:gd name="connsiteX46" fmla="*/ 6702633 w 7319245"/>
              <a:gd name="connsiteY46" fmla="*/ 1742260 h 6851930"/>
              <a:gd name="connsiteX47" fmla="*/ 6703240 w 7319245"/>
              <a:gd name="connsiteY47" fmla="*/ 1776247 h 6851930"/>
              <a:gd name="connsiteX48" fmla="*/ 6798524 w 7319245"/>
              <a:gd name="connsiteY48" fmla="*/ 1801130 h 6851930"/>
              <a:gd name="connsiteX49" fmla="*/ 6872566 w 7319245"/>
              <a:gd name="connsiteY49" fmla="*/ 1893986 h 6851930"/>
              <a:gd name="connsiteX50" fmla="*/ 6826441 w 7319245"/>
              <a:gd name="connsiteY50" fmla="*/ 1910979 h 6851930"/>
              <a:gd name="connsiteX51" fmla="*/ 6836759 w 7319245"/>
              <a:gd name="connsiteY51" fmla="*/ 1943752 h 6851930"/>
              <a:gd name="connsiteX52" fmla="*/ 6892594 w 7319245"/>
              <a:gd name="connsiteY52" fmla="*/ 1996552 h 6851930"/>
              <a:gd name="connsiteX53" fmla="*/ 6922939 w 7319245"/>
              <a:gd name="connsiteY53" fmla="*/ 2032966 h 6851930"/>
              <a:gd name="connsiteX54" fmla="*/ 6986057 w 7319245"/>
              <a:gd name="connsiteY54" fmla="*/ 2062705 h 6851930"/>
              <a:gd name="connsiteX55" fmla="*/ 6953891 w 7319245"/>
              <a:gd name="connsiteY55" fmla="*/ 2097298 h 6851930"/>
              <a:gd name="connsiteX56" fmla="*/ 6981809 w 7319245"/>
              <a:gd name="connsiteY56" fmla="*/ 2105795 h 6851930"/>
              <a:gd name="connsiteX57" fmla="*/ 7042499 w 7319245"/>
              <a:gd name="connsiteY57" fmla="*/ 2212610 h 6851930"/>
              <a:gd name="connsiteX58" fmla="*/ 7008512 w 7319245"/>
              <a:gd name="connsiteY58" fmla="*/ 2286652 h 6851930"/>
              <a:gd name="connsiteX59" fmla="*/ 7023078 w 7319245"/>
              <a:gd name="connsiteY59" fmla="*/ 2318211 h 6851930"/>
              <a:gd name="connsiteX60" fmla="*/ 7037037 w 7319245"/>
              <a:gd name="connsiteY60" fmla="*/ 2394073 h 6851930"/>
              <a:gd name="connsiteX61" fmla="*/ 7160237 w 7319245"/>
              <a:gd name="connsiteY61" fmla="*/ 2430488 h 6851930"/>
              <a:gd name="connsiteX62" fmla="*/ 7166306 w 7319245"/>
              <a:gd name="connsiteY62" fmla="*/ 2445053 h 6851930"/>
              <a:gd name="connsiteX63" fmla="*/ 7129892 w 7319245"/>
              <a:gd name="connsiteY63" fmla="*/ 2457191 h 6851930"/>
              <a:gd name="connsiteX64" fmla="*/ 7187548 w 7319245"/>
              <a:gd name="connsiteY64" fmla="*/ 2489357 h 6851930"/>
              <a:gd name="connsiteX65" fmla="*/ 7098334 w 7319245"/>
              <a:gd name="connsiteY65" fmla="*/ 2528806 h 6851930"/>
              <a:gd name="connsiteX66" fmla="*/ 7188156 w 7319245"/>
              <a:gd name="connsiteY66" fmla="*/ 2590103 h 6851930"/>
              <a:gd name="connsiteX67" fmla="*/ 7184514 w 7319245"/>
              <a:gd name="connsiteY67" fmla="*/ 2601027 h 6851930"/>
              <a:gd name="connsiteX68" fmla="*/ 7121396 w 7319245"/>
              <a:gd name="connsiteY68" fmla="*/ 2610131 h 6851930"/>
              <a:gd name="connsiteX69" fmla="*/ 7070416 w 7319245"/>
              <a:gd name="connsiteY69" fmla="*/ 2630159 h 6851930"/>
              <a:gd name="connsiteX70" fmla="*/ 7114113 w 7319245"/>
              <a:gd name="connsiteY70" fmla="*/ 2664752 h 6851930"/>
              <a:gd name="connsiteX71" fmla="*/ 7101368 w 7319245"/>
              <a:gd name="connsiteY71" fmla="*/ 2687814 h 6851930"/>
              <a:gd name="connsiteX72" fmla="*/ 7137782 w 7319245"/>
              <a:gd name="connsiteY72" fmla="*/ 2696918 h 6851930"/>
              <a:gd name="connsiteX73" fmla="*/ 7138996 w 7319245"/>
              <a:gd name="connsiteY73" fmla="*/ 2706021 h 6851930"/>
              <a:gd name="connsiteX74" fmla="*/ 7086196 w 7319245"/>
              <a:gd name="connsiteY74" fmla="*/ 2719373 h 6851930"/>
              <a:gd name="connsiteX75" fmla="*/ 7083768 w 7319245"/>
              <a:gd name="connsiteY75" fmla="*/ 2732118 h 6851930"/>
              <a:gd name="connsiteX76" fmla="*/ 7156596 w 7319245"/>
              <a:gd name="connsiteY76" fmla="*/ 2751539 h 6851930"/>
              <a:gd name="connsiteX77" fmla="*/ 7214252 w 7319245"/>
              <a:gd name="connsiteY77" fmla="*/ 2808588 h 6851930"/>
              <a:gd name="connsiteX78" fmla="*/ 7233066 w 7319245"/>
              <a:gd name="connsiteY78" fmla="*/ 2908727 h 6851930"/>
              <a:gd name="connsiteX79" fmla="*/ 7267053 w 7319245"/>
              <a:gd name="connsiteY79" fmla="*/ 2959707 h 6851930"/>
              <a:gd name="connsiteX80" fmla="*/ 7262804 w 7319245"/>
              <a:gd name="connsiteY80" fmla="*/ 2978521 h 6851930"/>
              <a:gd name="connsiteX81" fmla="*/ 7227604 w 7319245"/>
              <a:gd name="connsiteY81" fmla="*/ 2971238 h 6851930"/>
              <a:gd name="connsiteX82" fmla="*/ 7214252 w 7319245"/>
              <a:gd name="connsiteY82" fmla="*/ 3011294 h 6851930"/>
              <a:gd name="connsiteX83" fmla="*/ 7292543 w 7319245"/>
              <a:gd name="connsiteY83" fmla="*/ 3037390 h 6851930"/>
              <a:gd name="connsiteX84" fmla="*/ 7250666 w 7319245"/>
              <a:gd name="connsiteY84" fmla="*/ 3090798 h 6851930"/>
              <a:gd name="connsiteX85" fmla="*/ 7298612 w 7319245"/>
              <a:gd name="connsiteY85" fmla="*/ 3138743 h 6851930"/>
              <a:gd name="connsiteX86" fmla="*/ 7225783 w 7319245"/>
              <a:gd name="connsiteY86" fmla="*/ 3178799 h 6851930"/>
              <a:gd name="connsiteX87" fmla="*/ 7253094 w 7319245"/>
              <a:gd name="connsiteY87" fmla="*/ 3237668 h 6851930"/>
              <a:gd name="connsiteX88" fmla="*/ 7258556 w 7319245"/>
              <a:gd name="connsiteY88" fmla="*/ 3303214 h 6851930"/>
              <a:gd name="connsiteX89" fmla="*/ 7260984 w 7319245"/>
              <a:gd name="connsiteY89" fmla="*/ 3397890 h 6851930"/>
              <a:gd name="connsiteX90" fmla="*/ 7288901 w 7319245"/>
              <a:gd name="connsiteY90" fmla="*/ 3469505 h 6851930"/>
              <a:gd name="connsiteX91" fmla="*/ 7322888 w 7319245"/>
              <a:gd name="connsiteY91" fmla="*/ 3516844 h 6851930"/>
              <a:gd name="connsiteX92" fmla="*/ 7286473 w 7319245"/>
              <a:gd name="connsiteY92" fmla="*/ 3579354 h 6851930"/>
              <a:gd name="connsiteX93" fmla="*/ 7309536 w 7319245"/>
              <a:gd name="connsiteY93" fmla="*/ 3641865 h 6851930"/>
              <a:gd name="connsiteX94" fmla="*/ 7263411 w 7319245"/>
              <a:gd name="connsiteY94" fmla="*/ 3691024 h 6851930"/>
              <a:gd name="connsiteX95" fmla="*/ 7288901 w 7319245"/>
              <a:gd name="connsiteY95" fmla="*/ 3757177 h 6851930"/>
              <a:gd name="connsiteX96" fmla="*/ 7312571 w 7319245"/>
              <a:gd name="connsiteY96" fmla="*/ 3845785 h 6851930"/>
              <a:gd name="connsiteX97" fmla="*/ 7305287 w 7319245"/>
              <a:gd name="connsiteY97" fmla="*/ 3868240 h 6851930"/>
              <a:gd name="connsiteX98" fmla="*/ 7270087 w 7319245"/>
              <a:gd name="connsiteY98" fmla="*/ 3931358 h 6851930"/>
              <a:gd name="connsiteX99" fmla="*/ 7224570 w 7319245"/>
              <a:gd name="connsiteY99" fmla="*/ 3941068 h 6851930"/>
              <a:gd name="connsiteX100" fmla="*/ 7248846 w 7319245"/>
              <a:gd name="connsiteY100" fmla="*/ 4024214 h 6851930"/>
              <a:gd name="connsiteX101" fmla="*/ 7210004 w 7319245"/>
              <a:gd name="connsiteY101" fmla="*/ 4119498 h 6851930"/>
              <a:gd name="connsiteX102" fmla="*/ 7231852 w 7319245"/>
              <a:gd name="connsiteY102" fmla="*/ 4173512 h 6851930"/>
              <a:gd name="connsiteX103" fmla="*/ 7168734 w 7319245"/>
              <a:gd name="connsiteY103" fmla="*/ 4227527 h 6851930"/>
              <a:gd name="connsiteX104" fmla="*/ 7105009 w 7319245"/>
              <a:gd name="connsiteY104" fmla="*/ 4323417 h 6851930"/>
              <a:gd name="connsiteX105" fmla="*/ 7121396 w 7319245"/>
              <a:gd name="connsiteY105" fmla="*/ 4363473 h 6851930"/>
              <a:gd name="connsiteX106" fmla="*/ 7123217 w 7319245"/>
              <a:gd name="connsiteY106" fmla="*/ 4375611 h 6851930"/>
              <a:gd name="connsiteX107" fmla="*/ 7089230 w 7319245"/>
              <a:gd name="connsiteY107" fmla="*/ 4426591 h 6851930"/>
              <a:gd name="connsiteX108" fmla="*/ 7116541 w 7319245"/>
              <a:gd name="connsiteY108" fmla="*/ 4446012 h 6851930"/>
              <a:gd name="connsiteX109" fmla="*/ 7118362 w 7319245"/>
              <a:gd name="connsiteY109" fmla="*/ 4471502 h 6851930"/>
              <a:gd name="connsiteX110" fmla="*/ 7090444 w 7319245"/>
              <a:gd name="connsiteY110" fmla="*/ 4515199 h 6851930"/>
              <a:gd name="connsiteX111" fmla="*/ 7043712 w 7319245"/>
              <a:gd name="connsiteY111" fmla="*/ 4566178 h 6851930"/>
              <a:gd name="connsiteX112" fmla="*/ 7052209 w 7319245"/>
              <a:gd name="connsiteY112" fmla="*/ 4570427 h 6851930"/>
              <a:gd name="connsiteX113" fmla="*/ 7009119 w 7319245"/>
              <a:gd name="connsiteY113" fmla="*/ 4628689 h 6851930"/>
              <a:gd name="connsiteX114" fmla="*/ 6959960 w 7319245"/>
              <a:gd name="connsiteY114" fmla="*/ 4685738 h 6851930"/>
              <a:gd name="connsiteX115" fmla="*/ 6984236 w 7319245"/>
              <a:gd name="connsiteY115" fmla="*/ 4705159 h 6851930"/>
              <a:gd name="connsiteX116" fmla="*/ 6979988 w 7319245"/>
              <a:gd name="connsiteY116" fmla="*/ 4713049 h 6851930"/>
              <a:gd name="connsiteX117" fmla="*/ 6942967 w 7319245"/>
              <a:gd name="connsiteY117" fmla="*/ 4708194 h 6851930"/>
              <a:gd name="connsiteX118" fmla="*/ 6874386 w 7319245"/>
              <a:gd name="connsiteY118" fmla="*/ 4827753 h 6851930"/>
              <a:gd name="connsiteX119" fmla="*/ 6909587 w 7319245"/>
              <a:gd name="connsiteY119" fmla="*/ 4827753 h 6851930"/>
              <a:gd name="connsiteX120" fmla="*/ 6860428 w 7319245"/>
              <a:gd name="connsiteY120" fmla="*/ 4863560 h 6851930"/>
              <a:gd name="connsiteX121" fmla="*/ 6842828 w 7319245"/>
              <a:gd name="connsiteY121" fmla="*/ 4916361 h 6851930"/>
              <a:gd name="connsiteX122" fmla="*/ 6810055 w 7319245"/>
              <a:gd name="connsiteY122" fmla="*/ 5006790 h 6851930"/>
              <a:gd name="connsiteX123" fmla="*/ 6808234 w 7319245"/>
              <a:gd name="connsiteY123" fmla="*/ 5070514 h 6851930"/>
              <a:gd name="connsiteX124" fmla="*/ 6760896 w 7319245"/>
              <a:gd name="connsiteY124" fmla="*/ 5117246 h 6851930"/>
              <a:gd name="connsiteX125" fmla="*/ 6683212 w 7319245"/>
              <a:gd name="connsiteY125" fmla="*/ 5144556 h 6851930"/>
              <a:gd name="connsiteX126" fmla="*/ 6722661 w 7319245"/>
              <a:gd name="connsiteY126" fmla="*/ 5169440 h 6851930"/>
              <a:gd name="connsiteX127" fmla="*/ 6632840 w 7319245"/>
              <a:gd name="connsiteY127" fmla="*/ 5339372 h 6851930"/>
              <a:gd name="connsiteX128" fmla="*/ 6501748 w 7319245"/>
              <a:gd name="connsiteY128" fmla="*/ 5424945 h 6851930"/>
              <a:gd name="connsiteX129" fmla="*/ 6546052 w 7319245"/>
              <a:gd name="connsiteY129" fmla="*/ 5454077 h 6851930"/>
              <a:gd name="connsiteX130" fmla="*/ 6442879 w 7319245"/>
              <a:gd name="connsiteY130" fmla="*/ 5512340 h 6851930"/>
              <a:gd name="connsiteX131" fmla="*/ 6401002 w 7319245"/>
              <a:gd name="connsiteY131" fmla="*/ 5554823 h 6851930"/>
              <a:gd name="connsiteX132" fmla="*/ 6374298 w 7319245"/>
              <a:gd name="connsiteY132" fmla="*/ 5574244 h 6851930"/>
              <a:gd name="connsiteX133" fmla="*/ 6309967 w 7319245"/>
              <a:gd name="connsiteY133" fmla="*/ 5662245 h 6851930"/>
              <a:gd name="connsiteX134" fmla="*/ 6255346 w 7319245"/>
              <a:gd name="connsiteY134" fmla="*/ 5707762 h 6851930"/>
              <a:gd name="connsiteX135" fmla="*/ 6235318 w 7319245"/>
              <a:gd name="connsiteY135" fmla="*/ 5737500 h 6851930"/>
              <a:gd name="connsiteX136" fmla="*/ 6095124 w 7319245"/>
              <a:gd name="connsiteY136" fmla="*/ 5830963 h 6851930"/>
              <a:gd name="connsiteX137" fmla="*/ 6070848 w 7319245"/>
              <a:gd name="connsiteY137" fmla="*/ 5823074 h 6851930"/>
              <a:gd name="connsiteX138" fmla="*/ 6063565 w 7319245"/>
              <a:gd name="connsiteY138" fmla="*/ 5869805 h 6851930"/>
              <a:gd name="connsiteX139" fmla="*/ 6024723 w 7319245"/>
              <a:gd name="connsiteY139" fmla="*/ 5815791 h 6851930"/>
              <a:gd name="connsiteX140" fmla="*/ 6018047 w 7319245"/>
              <a:gd name="connsiteY140" fmla="*/ 5848563 h 6851930"/>
              <a:gd name="connsiteX141" fmla="*/ 5970101 w 7319245"/>
              <a:gd name="connsiteY141" fmla="*/ 5909254 h 6851930"/>
              <a:gd name="connsiteX142" fmla="*/ 5886956 w 7319245"/>
              <a:gd name="connsiteY142" fmla="*/ 5955378 h 6851930"/>
              <a:gd name="connsiteX143" fmla="*/ 5911232 w 7319245"/>
              <a:gd name="connsiteY143" fmla="*/ 5977227 h 6851930"/>
              <a:gd name="connsiteX144" fmla="*/ 5655726 w 7319245"/>
              <a:gd name="connsiteY144" fmla="*/ 6093752 h 6851930"/>
              <a:gd name="connsiteX145" fmla="*/ 5642374 w 7319245"/>
              <a:gd name="connsiteY145" fmla="*/ 6166581 h 6851930"/>
              <a:gd name="connsiteX146" fmla="*/ 5525849 w 7319245"/>
              <a:gd name="connsiteY146" fmla="*/ 6238195 h 6851930"/>
              <a:gd name="connsiteX147" fmla="*/ 5386868 w 7319245"/>
              <a:gd name="connsiteY147" fmla="*/ 6300099 h 6851930"/>
              <a:gd name="connsiteX148" fmla="*/ 5267915 w 7319245"/>
              <a:gd name="connsiteY148" fmla="*/ 6374141 h 6851930"/>
              <a:gd name="connsiteX149" fmla="*/ 5264274 w 7319245"/>
              <a:gd name="connsiteY149" fmla="*/ 6340155 h 6851930"/>
              <a:gd name="connsiteX150" fmla="*/ 5188411 w 7319245"/>
              <a:gd name="connsiteY150" fmla="*/ 6382638 h 6851930"/>
              <a:gd name="connsiteX151" fmla="*/ 5188411 w 7319245"/>
              <a:gd name="connsiteY151" fmla="*/ 6434224 h 6851930"/>
              <a:gd name="connsiteX152" fmla="*/ 5112548 w 7319245"/>
              <a:gd name="connsiteY152" fmla="*/ 6420873 h 6851930"/>
              <a:gd name="connsiteX153" fmla="*/ 5096769 w 7319245"/>
              <a:gd name="connsiteY153" fmla="*/ 6426942 h 6851930"/>
              <a:gd name="connsiteX154" fmla="*/ 5118010 w 7319245"/>
              <a:gd name="connsiteY154" fmla="*/ 6457894 h 6851930"/>
              <a:gd name="connsiteX155" fmla="*/ 5044575 w 7319245"/>
              <a:gd name="connsiteY155" fmla="*/ 6435439 h 6851930"/>
              <a:gd name="connsiteX156" fmla="*/ 5015444 w 7319245"/>
              <a:gd name="connsiteY156" fmla="*/ 6457894 h 6851930"/>
              <a:gd name="connsiteX157" fmla="*/ 4977209 w 7319245"/>
              <a:gd name="connsiteY157" fmla="*/ 6445149 h 6851930"/>
              <a:gd name="connsiteX158" fmla="*/ 4946864 w 7319245"/>
              <a:gd name="connsiteY158" fmla="*/ 6485204 h 6851930"/>
              <a:gd name="connsiteX159" fmla="*/ 4904987 w 7319245"/>
              <a:gd name="connsiteY159" fmla="*/ 6500984 h 6851930"/>
              <a:gd name="connsiteX160" fmla="*/ 4861897 w 7319245"/>
              <a:gd name="connsiteY160" fmla="*/ 6515550 h 6851930"/>
              <a:gd name="connsiteX161" fmla="*/ 4794531 w 7319245"/>
              <a:gd name="connsiteY161" fmla="*/ 6538005 h 6851930"/>
              <a:gd name="connsiteX162" fmla="*/ 4788462 w 7319245"/>
              <a:gd name="connsiteY162" fmla="*/ 6501591 h 6851930"/>
              <a:gd name="connsiteX163" fmla="*/ 4779966 w 7319245"/>
              <a:gd name="connsiteY163" fmla="*/ 6499770 h 6851930"/>
              <a:gd name="connsiteX164" fmla="*/ 4769041 w 7319245"/>
              <a:gd name="connsiteY164" fmla="*/ 6530115 h 6851930"/>
              <a:gd name="connsiteX165" fmla="*/ 4738696 w 7319245"/>
              <a:gd name="connsiteY165" fmla="*/ 6496129 h 6851930"/>
              <a:gd name="connsiteX166" fmla="*/ 4736268 w 7319245"/>
              <a:gd name="connsiteY166" fmla="*/ 6517977 h 6851930"/>
              <a:gd name="connsiteX167" fmla="*/ 4672544 w 7319245"/>
              <a:gd name="connsiteY167" fmla="*/ 6539826 h 6851930"/>
              <a:gd name="connsiteX168" fmla="*/ 4661013 w 7319245"/>
              <a:gd name="connsiteY168" fmla="*/ 6598695 h 6851930"/>
              <a:gd name="connsiteX169" fmla="*/ 4573012 w 7319245"/>
              <a:gd name="connsiteY169" fmla="*/ 6571384 h 6851930"/>
              <a:gd name="connsiteX170" fmla="*/ 4560874 w 7319245"/>
              <a:gd name="connsiteY170" fmla="*/ 6611440 h 6851930"/>
              <a:gd name="connsiteX171" fmla="*/ 4472266 w 7319245"/>
              <a:gd name="connsiteY171" fmla="*/ 6611440 h 6851930"/>
              <a:gd name="connsiteX172" fmla="*/ 4472873 w 7319245"/>
              <a:gd name="connsiteY172" fmla="*/ 6614475 h 6851930"/>
              <a:gd name="connsiteX173" fmla="*/ 4419465 w 7319245"/>
              <a:gd name="connsiteY173" fmla="*/ 6622971 h 6851930"/>
              <a:gd name="connsiteX174" fmla="*/ 4402472 w 7319245"/>
              <a:gd name="connsiteY174" fmla="*/ 6628433 h 6851930"/>
              <a:gd name="connsiteX175" fmla="*/ 4353313 w 7319245"/>
              <a:gd name="connsiteY175" fmla="*/ 6643606 h 6851930"/>
              <a:gd name="connsiteX176" fmla="*/ 4284733 w 7319245"/>
              <a:gd name="connsiteY176" fmla="*/ 6656351 h 6851930"/>
              <a:gd name="connsiteX177" fmla="*/ 4233146 w 7319245"/>
              <a:gd name="connsiteY177" fmla="*/ 6633289 h 6851930"/>
              <a:gd name="connsiteX178" fmla="*/ 4248319 w 7319245"/>
              <a:gd name="connsiteY178" fmla="*/ 6670917 h 6851930"/>
              <a:gd name="connsiteX179" fmla="*/ 4023158 w 7319245"/>
              <a:gd name="connsiteY179" fmla="*/ 6740104 h 6851930"/>
              <a:gd name="connsiteX180" fmla="*/ 4018303 w 7319245"/>
              <a:gd name="connsiteY180" fmla="*/ 6761345 h 6851930"/>
              <a:gd name="connsiteX181" fmla="*/ 3958826 w 7319245"/>
              <a:gd name="connsiteY181" fmla="*/ 6766201 h 6851930"/>
              <a:gd name="connsiteX182" fmla="*/ 3871432 w 7319245"/>
              <a:gd name="connsiteY182" fmla="*/ 6753455 h 6851930"/>
              <a:gd name="connsiteX183" fmla="*/ 3838660 w 7319245"/>
              <a:gd name="connsiteY183" fmla="*/ 6752848 h 6851930"/>
              <a:gd name="connsiteX184" fmla="*/ 3641416 w 7319245"/>
              <a:gd name="connsiteY184" fmla="*/ 6793511 h 6851930"/>
              <a:gd name="connsiteX185" fmla="*/ 3603788 w 7319245"/>
              <a:gd name="connsiteY185" fmla="*/ 6815966 h 6851930"/>
              <a:gd name="connsiteX186" fmla="*/ 3540670 w 7319245"/>
              <a:gd name="connsiteY186" fmla="*/ 6819001 h 6851930"/>
              <a:gd name="connsiteX187" fmla="*/ 3512753 w 7319245"/>
              <a:gd name="connsiteY187" fmla="*/ 6854202 h 6851930"/>
              <a:gd name="connsiteX188" fmla="*/ 3413828 w 7319245"/>
              <a:gd name="connsiteY188" fmla="*/ 6831139 h 6851930"/>
              <a:gd name="connsiteX189" fmla="*/ 3419897 w 7319245"/>
              <a:gd name="connsiteY189" fmla="*/ 6798973 h 6851930"/>
              <a:gd name="connsiteX190" fmla="*/ 3368310 w 7319245"/>
              <a:gd name="connsiteY190" fmla="*/ 6783800 h 6851930"/>
              <a:gd name="connsiteX191" fmla="*/ 3371345 w 7319245"/>
              <a:gd name="connsiteY191" fmla="*/ 6810504 h 6851930"/>
              <a:gd name="connsiteX192" fmla="*/ 3178349 w 7319245"/>
              <a:gd name="connsiteY192" fmla="*/ 6795938 h 6851930"/>
              <a:gd name="connsiteX193" fmla="*/ 3062431 w 7319245"/>
              <a:gd name="connsiteY193" fmla="*/ 6768021 h 6851930"/>
              <a:gd name="connsiteX194" fmla="*/ 3002348 w 7319245"/>
              <a:gd name="connsiteY194" fmla="*/ 6748600 h 6851930"/>
              <a:gd name="connsiteX195" fmla="*/ 2966540 w 7319245"/>
              <a:gd name="connsiteY195" fmla="*/ 6741317 h 6851930"/>
              <a:gd name="connsiteX196" fmla="*/ 2870650 w 7319245"/>
              <a:gd name="connsiteY196" fmla="*/ 6710365 h 6851930"/>
              <a:gd name="connsiteX197" fmla="*/ 2860939 w 7319245"/>
              <a:gd name="connsiteY197" fmla="*/ 6704903 h 6851930"/>
              <a:gd name="connsiteX198" fmla="*/ 2777794 w 7319245"/>
              <a:gd name="connsiteY198" fmla="*/ 6659993 h 6851930"/>
              <a:gd name="connsiteX199" fmla="*/ 2769904 w 7319245"/>
              <a:gd name="connsiteY199" fmla="*/ 6624185 h 6851930"/>
              <a:gd name="connsiteX200" fmla="*/ 2741379 w 7319245"/>
              <a:gd name="connsiteY200" fmla="*/ 6624185 h 6851930"/>
              <a:gd name="connsiteX201" fmla="*/ 2697075 w 7319245"/>
              <a:gd name="connsiteY201" fmla="*/ 6614475 h 6851930"/>
              <a:gd name="connsiteX202" fmla="*/ 2568412 w 7319245"/>
              <a:gd name="connsiteY202" fmla="*/ 6521619 h 6851930"/>
              <a:gd name="connsiteX203" fmla="*/ 2398479 w 7319245"/>
              <a:gd name="connsiteY203" fmla="*/ 6386887 h 6851930"/>
              <a:gd name="connsiteX204" fmla="*/ 2308658 w 7319245"/>
              <a:gd name="connsiteY204" fmla="*/ 6340155 h 6851930"/>
              <a:gd name="connsiteX205" fmla="*/ 2224298 w 7319245"/>
              <a:gd name="connsiteY205" fmla="*/ 6261257 h 6851930"/>
              <a:gd name="connsiteX206" fmla="*/ 2099276 w 7319245"/>
              <a:gd name="connsiteY206" fmla="*/ 6199353 h 6851930"/>
              <a:gd name="connsiteX207" fmla="*/ 2073786 w 7319245"/>
              <a:gd name="connsiteY207" fmla="*/ 6193284 h 6851930"/>
              <a:gd name="connsiteX208" fmla="*/ 1973648 w 7319245"/>
              <a:gd name="connsiteY208" fmla="*/ 6155049 h 6851930"/>
              <a:gd name="connsiteX209" fmla="*/ 1923274 w 7319245"/>
              <a:gd name="connsiteY209" fmla="*/ 6083435 h 6851930"/>
              <a:gd name="connsiteX210" fmla="*/ 1877150 w 7319245"/>
              <a:gd name="connsiteY210" fmla="*/ 6005751 h 6851930"/>
              <a:gd name="connsiteX211" fmla="*/ 1746059 w 7319245"/>
              <a:gd name="connsiteY211" fmla="*/ 5927461 h 6851930"/>
              <a:gd name="connsiteX212" fmla="*/ 1728459 w 7319245"/>
              <a:gd name="connsiteY212" fmla="*/ 5912895 h 6851930"/>
              <a:gd name="connsiteX213" fmla="*/ 1652596 w 7319245"/>
              <a:gd name="connsiteY213" fmla="*/ 5808508 h 6851930"/>
              <a:gd name="connsiteX214" fmla="*/ 1645313 w 7319245"/>
              <a:gd name="connsiteY214" fmla="*/ 5794549 h 6851930"/>
              <a:gd name="connsiteX215" fmla="*/ 1638637 w 7319245"/>
              <a:gd name="connsiteY215" fmla="*/ 5734466 h 6851930"/>
              <a:gd name="connsiteX216" fmla="*/ 1483877 w 7319245"/>
              <a:gd name="connsiteY216" fmla="*/ 5685914 h 6851930"/>
              <a:gd name="connsiteX217" fmla="*/ 1486305 w 7319245"/>
              <a:gd name="connsiteY217" fmla="*/ 5711404 h 6851930"/>
              <a:gd name="connsiteX218" fmla="*/ 1170715 w 7319245"/>
              <a:gd name="connsiteY218" fmla="*/ 5602768 h 6851930"/>
              <a:gd name="connsiteX219" fmla="*/ 1201060 w 7319245"/>
              <a:gd name="connsiteY219" fmla="*/ 5579706 h 6851930"/>
              <a:gd name="connsiteX220" fmla="*/ 1089997 w 7319245"/>
              <a:gd name="connsiteY220" fmla="*/ 5514160 h 6851930"/>
              <a:gd name="connsiteX221" fmla="*/ 1075432 w 7319245"/>
              <a:gd name="connsiteY221" fmla="*/ 5502022 h 6851930"/>
              <a:gd name="connsiteX222" fmla="*/ 1008065 w 7319245"/>
              <a:gd name="connsiteY222" fmla="*/ 5466215 h 6851930"/>
              <a:gd name="connsiteX223" fmla="*/ 993500 w 7319245"/>
              <a:gd name="connsiteY223" fmla="*/ 5463787 h 6851930"/>
              <a:gd name="connsiteX224" fmla="*/ 1005031 w 7319245"/>
              <a:gd name="connsiteY224" fmla="*/ 5441939 h 6851930"/>
              <a:gd name="connsiteX225" fmla="*/ 944947 w 7319245"/>
              <a:gd name="connsiteY225" fmla="*/ 5275648 h 6851930"/>
              <a:gd name="connsiteX226" fmla="*/ 875761 w 7319245"/>
              <a:gd name="connsiteY226" fmla="*/ 5298710 h 6851930"/>
              <a:gd name="connsiteX227" fmla="*/ 856947 w 7319245"/>
              <a:gd name="connsiteY227" fmla="*/ 5240447 h 6851930"/>
              <a:gd name="connsiteX228" fmla="*/ 751345 w 7319245"/>
              <a:gd name="connsiteY228" fmla="*/ 5131205 h 6851930"/>
              <a:gd name="connsiteX229" fmla="*/ 778656 w 7319245"/>
              <a:gd name="connsiteY229" fmla="*/ 5057769 h 6851930"/>
              <a:gd name="connsiteX230" fmla="*/ 670021 w 7319245"/>
              <a:gd name="connsiteY230" fmla="*/ 5014072 h 6851930"/>
              <a:gd name="connsiteX231" fmla="*/ 723428 w 7319245"/>
              <a:gd name="connsiteY231" fmla="*/ 4965520 h 6851930"/>
              <a:gd name="connsiteX232" fmla="*/ 637248 w 7319245"/>
              <a:gd name="connsiteY232" fmla="*/ 4935175 h 6851930"/>
              <a:gd name="connsiteX233" fmla="*/ 633606 w 7319245"/>
              <a:gd name="connsiteY233" fmla="*/ 4944886 h 6851930"/>
              <a:gd name="connsiteX234" fmla="*/ 579592 w 7319245"/>
              <a:gd name="connsiteY234" fmla="*/ 4864774 h 6851930"/>
              <a:gd name="connsiteX235" fmla="*/ 599620 w 7319245"/>
              <a:gd name="connsiteY235" fmla="*/ 4790125 h 6851930"/>
              <a:gd name="connsiteX236" fmla="*/ 571702 w 7319245"/>
              <a:gd name="connsiteY236" fmla="*/ 4751891 h 6851930"/>
              <a:gd name="connsiteX237" fmla="*/ 526792 w 7319245"/>
              <a:gd name="connsiteY237" fmla="*/ 4678455 h 6851930"/>
              <a:gd name="connsiteX238" fmla="*/ 452749 w 7319245"/>
              <a:gd name="connsiteY238" fmla="*/ 4679062 h 6851930"/>
              <a:gd name="connsiteX239" fmla="*/ 396307 w 7319245"/>
              <a:gd name="connsiteY239" fmla="*/ 4651752 h 6851930"/>
              <a:gd name="connsiteX240" fmla="*/ 430901 w 7319245"/>
              <a:gd name="connsiteY240" fmla="*/ 4671172 h 6851930"/>
              <a:gd name="connsiteX241" fmla="*/ 360500 w 7319245"/>
              <a:gd name="connsiteY241" fmla="*/ 4611696 h 6851930"/>
              <a:gd name="connsiteX242" fmla="*/ 359893 w 7319245"/>
              <a:gd name="connsiteY242" fmla="*/ 4598344 h 6851930"/>
              <a:gd name="connsiteX243" fmla="*/ 415728 w 7319245"/>
              <a:gd name="connsiteY243" fmla="*/ 4549185 h 6851930"/>
              <a:gd name="connsiteX244" fmla="*/ 370818 w 7319245"/>
              <a:gd name="connsiteY244" fmla="*/ 4520054 h 6851930"/>
              <a:gd name="connsiteX245" fmla="*/ 413301 w 7319245"/>
              <a:gd name="connsiteY245" fmla="*/ 4467860 h 6851930"/>
              <a:gd name="connsiteX246" fmla="*/ 350183 w 7319245"/>
              <a:gd name="connsiteY246" fmla="*/ 4452687 h 6851930"/>
              <a:gd name="connsiteX247" fmla="*/ 354431 w 7319245"/>
              <a:gd name="connsiteY247" fmla="*/ 4426591 h 6851930"/>
              <a:gd name="connsiteX248" fmla="*/ 322265 w 7319245"/>
              <a:gd name="connsiteY248" fmla="*/ 4422342 h 6851930"/>
              <a:gd name="connsiteX249" fmla="*/ 320445 w 7319245"/>
              <a:gd name="connsiteY249" fmla="*/ 4413239 h 6851930"/>
              <a:gd name="connsiteX250" fmla="*/ 412694 w 7319245"/>
              <a:gd name="connsiteY250" fmla="*/ 4377432 h 6851930"/>
              <a:gd name="connsiteX251" fmla="*/ 329548 w 7319245"/>
              <a:gd name="connsiteY251" fmla="*/ 4347693 h 6851930"/>
              <a:gd name="connsiteX252" fmla="*/ 350790 w 7319245"/>
              <a:gd name="connsiteY252" fmla="*/ 4332521 h 6851930"/>
              <a:gd name="connsiteX253" fmla="*/ 305272 w 7319245"/>
              <a:gd name="connsiteY253" fmla="*/ 4292465 h 6851930"/>
              <a:gd name="connsiteX254" fmla="*/ 430294 w 7319245"/>
              <a:gd name="connsiteY254" fmla="*/ 4275472 h 6851930"/>
              <a:gd name="connsiteX255" fmla="*/ 284030 w 7319245"/>
              <a:gd name="connsiteY255" fmla="*/ 4217209 h 6851930"/>
              <a:gd name="connsiteX256" fmla="*/ 235478 w 7319245"/>
              <a:gd name="connsiteY256" fmla="*/ 4171085 h 6851930"/>
              <a:gd name="connsiteX257" fmla="*/ 243975 w 7319245"/>
              <a:gd name="connsiteY257" fmla="*/ 4125567 h 6851930"/>
              <a:gd name="connsiteX258" fmla="*/ 195423 w 7319245"/>
              <a:gd name="connsiteY258" fmla="*/ 4112215 h 6851930"/>
              <a:gd name="connsiteX259" fmla="*/ 191781 w 7319245"/>
              <a:gd name="connsiteY259" fmla="*/ 4055773 h 6851930"/>
              <a:gd name="connsiteX260" fmla="*/ 181464 w 7319245"/>
              <a:gd name="connsiteY260" fmla="*/ 4055166 h 6851930"/>
              <a:gd name="connsiteX261" fmla="*/ 200885 w 7319245"/>
              <a:gd name="connsiteY261" fmla="*/ 4028462 h 6851930"/>
              <a:gd name="connsiteX262" fmla="*/ 159009 w 7319245"/>
              <a:gd name="connsiteY262" fmla="*/ 4013897 h 6851930"/>
              <a:gd name="connsiteX263" fmla="*/ 197850 w 7319245"/>
              <a:gd name="connsiteY263" fmla="*/ 3982945 h 6851930"/>
              <a:gd name="connsiteX264" fmla="*/ 152939 w 7319245"/>
              <a:gd name="connsiteY264" fmla="*/ 3922254 h 6851930"/>
              <a:gd name="connsiteX265" fmla="*/ 175395 w 7319245"/>
              <a:gd name="connsiteY265" fmla="*/ 3895551 h 6851930"/>
              <a:gd name="connsiteX266" fmla="*/ 135946 w 7319245"/>
              <a:gd name="connsiteY266" fmla="*/ 3902227 h 6851930"/>
              <a:gd name="connsiteX267" fmla="*/ 133519 w 7319245"/>
              <a:gd name="connsiteY267" fmla="*/ 3896158 h 6851930"/>
              <a:gd name="connsiteX268" fmla="*/ 196636 w 7319245"/>
              <a:gd name="connsiteY268" fmla="*/ 3862778 h 6851930"/>
              <a:gd name="connsiteX269" fmla="*/ 135339 w 7319245"/>
              <a:gd name="connsiteY269" fmla="*/ 3856709 h 6851930"/>
              <a:gd name="connsiteX270" fmla="*/ 182678 w 7319245"/>
              <a:gd name="connsiteY270" fmla="*/ 3804515 h 6851930"/>
              <a:gd name="connsiteX271" fmla="*/ 152333 w 7319245"/>
              <a:gd name="connsiteY271" fmla="*/ 3801481 h 6851930"/>
              <a:gd name="connsiteX272" fmla="*/ 151726 w 7319245"/>
              <a:gd name="connsiteY272" fmla="*/ 3794805 h 6851930"/>
              <a:gd name="connsiteX273" fmla="*/ 188747 w 7319245"/>
              <a:gd name="connsiteY273" fmla="*/ 3783274 h 6851930"/>
              <a:gd name="connsiteX274" fmla="*/ 143229 w 7319245"/>
              <a:gd name="connsiteY274" fmla="*/ 3728652 h 6851930"/>
              <a:gd name="connsiteX275" fmla="*/ 119560 w 7319245"/>
              <a:gd name="connsiteY275" fmla="*/ 3696487 h 6851930"/>
              <a:gd name="connsiteX276" fmla="*/ 109242 w 7319245"/>
              <a:gd name="connsiteY276" fmla="*/ 3675852 h 6851930"/>
              <a:gd name="connsiteX277" fmla="*/ 128056 w 7319245"/>
              <a:gd name="connsiteY277" fmla="*/ 3660679 h 6851930"/>
              <a:gd name="connsiteX278" fmla="*/ 182678 w 7319245"/>
              <a:gd name="connsiteY278" fmla="*/ 3647934 h 6851930"/>
              <a:gd name="connsiteX279" fmla="*/ 61297 w 7319245"/>
              <a:gd name="connsiteY279" fmla="*/ 3640651 h 6851930"/>
              <a:gd name="connsiteX280" fmla="*/ 101353 w 7319245"/>
              <a:gd name="connsiteY280" fmla="*/ 3604237 h 6851930"/>
              <a:gd name="connsiteX281" fmla="*/ 67366 w 7319245"/>
              <a:gd name="connsiteY281" fmla="*/ 3581175 h 6851930"/>
              <a:gd name="connsiteX282" fmla="*/ 110456 w 7319245"/>
              <a:gd name="connsiteY282" fmla="*/ 3546582 h 6851930"/>
              <a:gd name="connsiteX283" fmla="*/ 98318 w 7319245"/>
              <a:gd name="connsiteY283" fmla="*/ 3494995 h 6851930"/>
              <a:gd name="connsiteX284" fmla="*/ 66152 w 7319245"/>
              <a:gd name="connsiteY284" fmla="*/ 3511988 h 6851930"/>
              <a:gd name="connsiteX285" fmla="*/ 61904 w 7319245"/>
              <a:gd name="connsiteY285" fmla="*/ 3445229 h 6851930"/>
              <a:gd name="connsiteX286" fmla="*/ 87394 w 7319245"/>
              <a:gd name="connsiteY286" fmla="*/ 3431270 h 6851930"/>
              <a:gd name="connsiteX287" fmla="*/ 72828 w 7319245"/>
              <a:gd name="connsiteY287" fmla="*/ 3403353 h 6851930"/>
              <a:gd name="connsiteX288" fmla="*/ 133519 w 7319245"/>
              <a:gd name="connsiteY288" fmla="*/ 3394856 h 6851930"/>
              <a:gd name="connsiteX289" fmla="*/ 99532 w 7319245"/>
              <a:gd name="connsiteY289" fmla="*/ 3292290 h 6851930"/>
              <a:gd name="connsiteX290" fmla="*/ 135339 w 7319245"/>
              <a:gd name="connsiteY290" fmla="*/ 3312924 h 6851930"/>
              <a:gd name="connsiteX291" fmla="*/ 148084 w 7319245"/>
              <a:gd name="connsiteY291" fmla="*/ 3302000 h 6851930"/>
              <a:gd name="connsiteX292" fmla="*/ 165684 w 7319245"/>
              <a:gd name="connsiteY292" fmla="*/ 3294110 h 6851930"/>
              <a:gd name="connsiteX293" fmla="*/ 96498 w 7319245"/>
              <a:gd name="connsiteY293" fmla="*/ 3255268 h 6851930"/>
              <a:gd name="connsiteX294" fmla="*/ 127450 w 7319245"/>
              <a:gd name="connsiteY294" fmla="*/ 3238882 h 6851930"/>
              <a:gd name="connsiteX295" fmla="*/ 42483 w 7319245"/>
              <a:gd name="connsiteY295" fmla="*/ 3182440 h 6851930"/>
              <a:gd name="connsiteX296" fmla="*/ 13959 w 7319245"/>
              <a:gd name="connsiteY296" fmla="*/ 3156950 h 6851930"/>
              <a:gd name="connsiteX297" fmla="*/ 56442 w 7319245"/>
              <a:gd name="connsiteY297" fmla="*/ 3161198 h 6851930"/>
              <a:gd name="connsiteX298" fmla="*/ 52194 w 7319245"/>
              <a:gd name="connsiteY298" fmla="*/ 3064701 h 6851930"/>
              <a:gd name="connsiteX299" fmla="*/ 61904 w 7319245"/>
              <a:gd name="connsiteY299" fmla="*/ 3019790 h 6851930"/>
              <a:gd name="connsiteX300" fmla="*/ 3641 w 7319245"/>
              <a:gd name="connsiteY300" fmla="*/ 3019790 h 6851930"/>
              <a:gd name="connsiteX301" fmla="*/ 0 w 7319245"/>
              <a:gd name="connsiteY301" fmla="*/ 3011294 h 6851930"/>
              <a:gd name="connsiteX302" fmla="*/ 30952 w 7319245"/>
              <a:gd name="connsiteY302" fmla="*/ 2988231 h 6851930"/>
              <a:gd name="connsiteX303" fmla="*/ 72828 w 7319245"/>
              <a:gd name="connsiteY303" fmla="*/ 2876561 h 6851930"/>
              <a:gd name="connsiteX304" fmla="*/ 10317 w 7319245"/>
              <a:gd name="connsiteY304" fmla="*/ 2752146 h 6851930"/>
              <a:gd name="connsiteX305" fmla="*/ 18814 w 7319245"/>
              <a:gd name="connsiteY305" fmla="*/ 2742436 h 6851930"/>
              <a:gd name="connsiteX306" fmla="*/ 54621 w 7319245"/>
              <a:gd name="connsiteY306" fmla="*/ 2755787 h 6851930"/>
              <a:gd name="connsiteX307" fmla="*/ 117739 w 7319245"/>
              <a:gd name="connsiteY307" fmla="*/ 2741222 h 6851930"/>
              <a:gd name="connsiteX308" fmla="*/ 172967 w 7319245"/>
              <a:gd name="connsiteY308" fmla="*/ 2744256 h 6851930"/>
              <a:gd name="connsiteX309" fmla="*/ 148084 w 7319245"/>
              <a:gd name="connsiteY309" fmla="*/ 2638655 h 6851930"/>
              <a:gd name="connsiteX310" fmla="*/ 208168 w 7319245"/>
              <a:gd name="connsiteY310" fmla="*/ 2591924 h 6851930"/>
              <a:gd name="connsiteX311" fmla="*/ 146264 w 7319245"/>
              <a:gd name="connsiteY311" fmla="*/ 2501495 h 6851930"/>
              <a:gd name="connsiteX312" fmla="*/ 172967 w 7319245"/>
              <a:gd name="connsiteY312" fmla="*/ 2430488 h 6851930"/>
              <a:gd name="connsiteX313" fmla="*/ 146870 w 7319245"/>
              <a:gd name="connsiteY313" fmla="*/ 2423812 h 6851930"/>
              <a:gd name="connsiteX314" fmla="*/ 123808 w 7319245"/>
              <a:gd name="connsiteY314" fmla="*/ 2386184 h 6851930"/>
              <a:gd name="connsiteX315" fmla="*/ 131091 w 7319245"/>
              <a:gd name="connsiteY315" fmla="*/ 2323673 h 6851930"/>
              <a:gd name="connsiteX316" fmla="*/ 188747 w 7319245"/>
              <a:gd name="connsiteY316" fmla="*/ 2232031 h 6851930"/>
              <a:gd name="connsiteX317" fmla="*/ 222733 w 7319245"/>
              <a:gd name="connsiteY317" fmla="*/ 2196223 h 6851930"/>
              <a:gd name="connsiteX318" fmla="*/ 189354 w 7319245"/>
              <a:gd name="connsiteY318" fmla="*/ 2167092 h 6851930"/>
              <a:gd name="connsiteX319" fmla="*/ 296775 w 7319245"/>
              <a:gd name="connsiteY319" fmla="*/ 2134926 h 6851930"/>
              <a:gd name="connsiteX320" fmla="*/ 299810 w 7319245"/>
              <a:gd name="connsiteY320" fmla="*/ 2122181 h 6851930"/>
              <a:gd name="connsiteX321" fmla="*/ 267037 w 7319245"/>
              <a:gd name="connsiteY321" fmla="*/ 2098512 h 6851930"/>
              <a:gd name="connsiteX322" fmla="*/ 251258 w 7319245"/>
              <a:gd name="connsiteY322" fmla="*/ 2045711 h 6851930"/>
              <a:gd name="connsiteX323" fmla="*/ 332583 w 7319245"/>
              <a:gd name="connsiteY323" fmla="*/ 2009904 h 6851930"/>
              <a:gd name="connsiteX324" fmla="*/ 386597 w 7319245"/>
              <a:gd name="connsiteY324" fmla="*/ 2000801 h 6851930"/>
              <a:gd name="connsiteX325" fmla="*/ 384776 w 7319245"/>
              <a:gd name="connsiteY325" fmla="*/ 1986842 h 6851930"/>
              <a:gd name="connsiteX326" fmla="*/ 337438 w 7319245"/>
              <a:gd name="connsiteY326" fmla="*/ 1979559 h 6851930"/>
              <a:gd name="connsiteX327" fmla="*/ 379314 w 7319245"/>
              <a:gd name="connsiteY327" fmla="*/ 1934648 h 6851930"/>
              <a:gd name="connsiteX328" fmla="*/ 400556 w 7319245"/>
              <a:gd name="connsiteY328" fmla="*/ 1917048 h 6851930"/>
              <a:gd name="connsiteX329" fmla="*/ 463067 w 7319245"/>
              <a:gd name="connsiteY329" fmla="*/ 1894593 h 6851930"/>
              <a:gd name="connsiteX330" fmla="*/ 460639 w 7319245"/>
              <a:gd name="connsiteY330" fmla="*/ 1884882 h 6851930"/>
              <a:gd name="connsiteX331" fmla="*/ 418156 w 7319245"/>
              <a:gd name="connsiteY331" fmla="*/ 1880634 h 6851930"/>
              <a:gd name="connsiteX332" fmla="*/ 443646 w 7319245"/>
              <a:gd name="connsiteY332" fmla="*/ 1856965 h 6851930"/>
              <a:gd name="connsiteX333" fmla="*/ 429080 w 7319245"/>
              <a:gd name="connsiteY333" fmla="*/ 1830261 h 6851930"/>
              <a:gd name="connsiteX334" fmla="*/ 479453 w 7319245"/>
              <a:gd name="connsiteY334" fmla="*/ 1788992 h 6851930"/>
              <a:gd name="connsiteX335" fmla="*/ 493412 w 7319245"/>
              <a:gd name="connsiteY335" fmla="*/ 1796274 h 6851930"/>
              <a:gd name="connsiteX336" fmla="*/ 493412 w 7319245"/>
              <a:gd name="connsiteY336" fmla="*/ 1762895 h 6851930"/>
              <a:gd name="connsiteX337" fmla="*/ 524971 w 7319245"/>
              <a:gd name="connsiteY337" fmla="*/ 1755612 h 6851930"/>
              <a:gd name="connsiteX338" fmla="*/ 524971 w 7319245"/>
              <a:gd name="connsiteY338" fmla="*/ 1747115 h 6851930"/>
              <a:gd name="connsiteX339" fmla="*/ 495233 w 7319245"/>
              <a:gd name="connsiteY339" fmla="*/ 1742867 h 6851930"/>
              <a:gd name="connsiteX340" fmla="*/ 588089 w 7319245"/>
              <a:gd name="connsiteY340" fmla="*/ 1651225 h 6851930"/>
              <a:gd name="connsiteX341" fmla="*/ 523150 w 7319245"/>
              <a:gd name="connsiteY341" fmla="*/ 1582038 h 6851930"/>
              <a:gd name="connsiteX342" fmla="*/ 590516 w 7319245"/>
              <a:gd name="connsiteY342" fmla="*/ 1586286 h 6851930"/>
              <a:gd name="connsiteX343" fmla="*/ 560778 w 7319245"/>
              <a:gd name="connsiteY343" fmla="*/ 1549872 h 6851930"/>
              <a:gd name="connsiteX344" fmla="*/ 565026 w 7319245"/>
              <a:gd name="connsiteY344" fmla="*/ 1543196 h 6851930"/>
              <a:gd name="connsiteX345" fmla="*/ 614792 w 7319245"/>
              <a:gd name="connsiteY345" fmla="*/ 1575969 h 6851930"/>
              <a:gd name="connsiteX346" fmla="*/ 643924 w 7319245"/>
              <a:gd name="connsiteY346" fmla="*/ 1551693 h 6851930"/>
              <a:gd name="connsiteX347" fmla="*/ 583840 w 7319245"/>
              <a:gd name="connsiteY347" fmla="*/ 1504961 h 6851930"/>
              <a:gd name="connsiteX348" fmla="*/ 518902 w 7319245"/>
              <a:gd name="connsiteY348" fmla="*/ 1492823 h 6851930"/>
              <a:gd name="connsiteX349" fmla="*/ 518295 w 7319245"/>
              <a:gd name="connsiteY349" fmla="*/ 1484326 h 6851930"/>
              <a:gd name="connsiteX350" fmla="*/ 571095 w 7319245"/>
              <a:gd name="connsiteY350" fmla="*/ 1476437 h 6851930"/>
              <a:gd name="connsiteX351" fmla="*/ 577771 w 7319245"/>
              <a:gd name="connsiteY351" fmla="*/ 1453981 h 6851930"/>
              <a:gd name="connsiteX352" fmla="*/ 660310 w 7319245"/>
              <a:gd name="connsiteY352" fmla="*/ 1449126 h 6851930"/>
              <a:gd name="connsiteX353" fmla="*/ 665165 w 7319245"/>
              <a:gd name="connsiteY353" fmla="*/ 1438202 h 6851930"/>
              <a:gd name="connsiteX354" fmla="*/ 632999 w 7319245"/>
              <a:gd name="connsiteY354" fmla="*/ 1413319 h 6851930"/>
              <a:gd name="connsiteX355" fmla="*/ 725856 w 7319245"/>
              <a:gd name="connsiteY355" fmla="*/ 1372656 h 6851930"/>
              <a:gd name="connsiteX356" fmla="*/ 762270 w 7319245"/>
              <a:gd name="connsiteY356" fmla="*/ 1359911 h 6851930"/>
              <a:gd name="connsiteX357" fmla="*/ 804146 w 7319245"/>
              <a:gd name="connsiteY357" fmla="*/ 1366587 h 6851930"/>
              <a:gd name="connsiteX358" fmla="*/ 808394 w 7319245"/>
              <a:gd name="connsiteY358" fmla="*/ 1353842 h 6851930"/>
              <a:gd name="connsiteX359" fmla="*/ 744063 w 7319245"/>
              <a:gd name="connsiteY359" fmla="*/ 1313180 h 6851930"/>
              <a:gd name="connsiteX360" fmla="*/ 744063 w 7319245"/>
              <a:gd name="connsiteY360" fmla="*/ 1347773 h 6851930"/>
              <a:gd name="connsiteX361" fmla="*/ 713718 w 7319245"/>
              <a:gd name="connsiteY361" fmla="*/ 1327745 h 6851930"/>
              <a:gd name="connsiteX362" fmla="*/ 761056 w 7319245"/>
              <a:gd name="connsiteY362" fmla="*/ 1273124 h 6851930"/>
              <a:gd name="connsiteX363" fmla="*/ 851484 w 7319245"/>
              <a:gd name="connsiteY363" fmla="*/ 1274945 h 6851930"/>
              <a:gd name="connsiteX364" fmla="*/ 831457 w 7319245"/>
              <a:gd name="connsiteY364" fmla="*/ 1247027 h 6851930"/>
              <a:gd name="connsiteX365" fmla="*/ 872119 w 7319245"/>
              <a:gd name="connsiteY365" fmla="*/ 1245207 h 6851930"/>
              <a:gd name="connsiteX366" fmla="*/ 874547 w 7319245"/>
              <a:gd name="connsiteY366" fmla="*/ 1267055 h 6851930"/>
              <a:gd name="connsiteX367" fmla="*/ 866657 w 7319245"/>
              <a:gd name="connsiteY367" fmla="*/ 1316214 h 6851930"/>
              <a:gd name="connsiteX368" fmla="*/ 881830 w 7319245"/>
              <a:gd name="connsiteY368" fmla="*/ 1299828 h 6851930"/>
              <a:gd name="connsiteX369" fmla="*/ 907926 w 7319245"/>
              <a:gd name="connsiteY369" fmla="*/ 1268876 h 6851930"/>
              <a:gd name="connsiteX370" fmla="*/ 929775 w 7319245"/>
              <a:gd name="connsiteY370" fmla="*/ 1222751 h 6851930"/>
              <a:gd name="connsiteX371" fmla="*/ 930382 w 7319245"/>
              <a:gd name="connsiteY371" fmla="*/ 1165702 h 6851930"/>
              <a:gd name="connsiteX372" fmla="*/ 964975 w 7319245"/>
              <a:gd name="connsiteY372" fmla="*/ 1165702 h 6851930"/>
              <a:gd name="connsiteX373" fmla="*/ 946768 w 7319245"/>
              <a:gd name="connsiteY373" fmla="*/ 1138999 h 6851930"/>
              <a:gd name="connsiteX374" fmla="*/ 994713 w 7319245"/>
              <a:gd name="connsiteY374" fmla="*/ 1120185 h 6851930"/>
              <a:gd name="connsiteX375" fmla="*/ 943127 w 7319245"/>
              <a:gd name="connsiteY375" fmla="*/ 1103798 h 6851930"/>
              <a:gd name="connsiteX376" fmla="*/ 946768 w 7319245"/>
              <a:gd name="connsiteY376" fmla="*/ 1058888 h 6851930"/>
              <a:gd name="connsiteX377" fmla="*/ 938878 w 7319245"/>
              <a:gd name="connsiteY377" fmla="*/ 1049784 h 6851930"/>
              <a:gd name="connsiteX378" fmla="*/ 1061473 w 7319245"/>
              <a:gd name="connsiteY378" fmla="*/ 1013370 h 6851930"/>
              <a:gd name="connsiteX379" fmla="*/ 1045086 w 7319245"/>
              <a:gd name="connsiteY379" fmla="*/ 1002446 h 6851930"/>
              <a:gd name="connsiteX380" fmla="*/ 1048121 w 7319245"/>
              <a:gd name="connsiteY380" fmla="*/ 990308 h 6851930"/>
              <a:gd name="connsiteX381" fmla="*/ 1106991 w 7319245"/>
              <a:gd name="connsiteY381" fmla="*/ 1004873 h 6851930"/>
              <a:gd name="connsiteX382" fmla="*/ 1121556 w 7319245"/>
              <a:gd name="connsiteY382" fmla="*/ 958142 h 6851930"/>
              <a:gd name="connsiteX383" fmla="*/ 1225337 w 7319245"/>
              <a:gd name="connsiteY383" fmla="*/ 924155 h 6851930"/>
              <a:gd name="connsiteX384" fmla="*/ 1232012 w 7319245"/>
              <a:gd name="connsiteY384" fmla="*/ 874996 h 6851930"/>
              <a:gd name="connsiteX385" fmla="*/ 1302413 w 7319245"/>
              <a:gd name="connsiteY385" fmla="*/ 825230 h 6851930"/>
              <a:gd name="connsiteX386" fmla="*/ 1401945 w 7319245"/>
              <a:gd name="connsiteY386" fmla="*/ 764540 h 6851930"/>
              <a:gd name="connsiteX387" fmla="*/ 1373421 w 7319245"/>
              <a:gd name="connsiteY387" fmla="*/ 690498 h 6851930"/>
              <a:gd name="connsiteX388" fmla="*/ 1493587 w 7319245"/>
              <a:gd name="connsiteY388" fmla="*/ 629200 h 6851930"/>
              <a:gd name="connsiteX389" fmla="*/ 1573699 w 7319245"/>
              <a:gd name="connsiteY389" fmla="*/ 579434 h 6851930"/>
              <a:gd name="connsiteX390" fmla="*/ 1583409 w 7319245"/>
              <a:gd name="connsiteY390" fmla="*/ 575186 h 6851930"/>
              <a:gd name="connsiteX391" fmla="*/ 1709038 w 7319245"/>
              <a:gd name="connsiteY391" fmla="*/ 504179 h 6851930"/>
              <a:gd name="connsiteX392" fmla="*/ 1680513 w 7319245"/>
              <a:gd name="connsiteY392" fmla="*/ 478082 h 6851930"/>
              <a:gd name="connsiteX393" fmla="*/ 1716928 w 7319245"/>
              <a:gd name="connsiteY393" fmla="*/ 462302 h 6851930"/>
              <a:gd name="connsiteX394" fmla="*/ 1789149 w 7319245"/>
              <a:gd name="connsiteY394" fmla="*/ 430743 h 6851930"/>
              <a:gd name="connsiteX395" fmla="*/ 1817067 w 7319245"/>
              <a:gd name="connsiteY395" fmla="*/ 414357 h 6851930"/>
              <a:gd name="connsiteX396" fmla="*/ 1892323 w 7319245"/>
              <a:gd name="connsiteY396" fmla="*/ 363377 h 6851930"/>
              <a:gd name="connsiteX397" fmla="*/ 1946337 w 7319245"/>
              <a:gd name="connsiteY397" fmla="*/ 353060 h 6851930"/>
              <a:gd name="connsiteX398" fmla="*/ 2127194 w 7319245"/>
              <a:gd name="connsiteY398" fmla="*/ 320287 h 6851930"/>
              <a:gd name="connsiteX399" fmla="*/ 2127194 w 7319245"/>
              <a:gd name="connsiteY399" fmla="*/ 288728 h 6851930"/>
              <a:gd name="connsiteX400" fmla="*/ 2169070 w 7319245"/>
              <a:gd name="connsiteY400" fmla="*/ 293583 h 6851930"/>
              <a:gd name="connsiteX401" fmla="*/ 2256464 w 7319245"/>
              <a:gd name="connsiteY401" fmla="*/ 266880 h 6851930"/>
              <a:gd name="connsiteX402" fmla="*/ 2305623 w 7319245"/>
              <a:gd name="connsiteY402" fmla="*/ 184948 h 6851930"/>
              <a:gd name="connsiteX403" fmla="*/ 2395445 w 7319245"/>
              <a:gd name="connsiteY403" fmla="*/ 204976 h 6851930"/>
              <a:gd name="connsiteX404" fmla="*/ 2397872 w 7319245"/>
              <a:gd name="connsiteY404" fmla="*/ 169775 h 6851930"/>
              <a:gd name="connsiteX405" fmla="*/ 2481625 w 7319245"/>
              <a:gd name="connsiteY405" fmla="*/ 130933 h 6851930"/>
              <a:gd name="connsiteX406" fmla="*/ 2542922 w 7319245"/>
              <a:gd name="connsiteY406" fmla="*/ 138216 h 6851930"/>
              <a:gd name="connsiteX407" fmla="*/ 2659448 w 7319245"/>
              <a:gd name="connsiteY407" fmla="*/ 143678 h 6851930"/>
              <a:gd name="connsiteX408" fmla="*/ 2728634 w 7319245"/>
              <a:gd name="connsiteY408" fmla="*/ 103623 h 6851930"/>
              <a:gd name="connsiteX409" fmla="*/ 2752304 w 7319245"/>
              <a:gd name="connsiteY409" fmla="*/ 106050 h 6851930"/>
              <a:gd name="connsiteX410" fmla="*/ 2845160 w 7319245"/>
              <a:gd name="connsiteY410" fmla="*/ 93912 h 6851930"/>
              <a:gd name="connsiteX411" fmla="*/ 2969575 w 7319245"/>
              <a:gd name="connsiteY411" fmla="*/ 45967 h 6851930"/>
              <a:gd name="connsiteX412" fmla="*/ 2978678 w 7319245"/>
              <a:gd name="connsiteY412" fmla="*/ 95126 h 6851930"/>
              <a:gd name="connsiteX413" fmla="*/ 3024803 w 7319245"/>
              <a:gd name="connsiteY413" fmla="*/ 53250 h 6851930"/>
              <a:gd name="connsiteX414" fmla="*/ 3071534 w 7319245"/>
              <a:gd name="connsiteY414" fmla="*/ 24119 h 6851930"/>
              <a:gd name="connsiteX415" fmla="*/ 3150432 w 7319245"/>
              <a:gd name="connsiteY415" fmla="*/ 8339 h 6851930"/>
              <a:gd name="connsiteX416" fmla="*/ 3322185 w 7319245"/>
              <a:gd name="connsiteY416" fmla="*/ 29581 h 6851930"/>
              <a:gd name="connsiteX417" fmla="*/ 3317937 w 7319245"/>
              <a:gd name="connsiteY417" fmla="*/ 64781 h 6851930"/>
              <a:gd name="connsiteX418" fmla="*/ 3423538 w 7319245"/>
              <a:gd name="connsiteY418" fmla="*/ 449 h 6851930"/>
              <a:gd name="connsiteX419" fmla="*/ 3449028 w 7319245"/>
              <a:gd name="connsiteY419" fmla="*/ 12587 h 6851930"/>
              <a:gd name="connsiteX420" fmla="*/ 3529746 w 7319245"/>
              <a:gd name="connsiteY420" fmla="*/ 33222 h 6851930"/>
              <a:gd name="connsiteX421" fmla="*/ 3562519 w 7319245"/>
              <a:gd name="connsiteY421" fmla="*/ 26546 h 6851930"/>
              <a:gd name="connsiteX422" fmla="*/ 3535208 w 7319245"/>
              <a:gd name="connsiteY422" fmla="*/ 52036 h 6851930"/>
              <a:gd name="connsiteX423" fmla="*/ 3601968 w 7319245"/>
              <a:gd name="connsiteY423" fmla="*/ 18656 h 6851930"/>
              <a:gd name="connsiteX424" fmla="*/ 3712423 w 7319245"/>
              <a:gd name="connsiteY424" fmla="*/ 24725 h 6851930"/>
              <a:gd name="connsiteX425" fmla="*/ 3711817 w 7319245"/>
              <a:gd name="connsiteY425" fmla="*/ 16229 h 6851930"/>
              <a:gd name="connsiteX426" fmla="*/ 3793142 w 7319245"/>
              <a:gd name="connsiteY426" fmla="*/ 54464 h 6851930"/>
              <a:gd name="connsiteX427" fmla="*/ 3800424 w 7319245"/>
              <a:gd name="connsiteY427" fmla="*/ 46574 h 6851930"/>
              <a:gd name="connsiteX428" fmla="*/ 3792535 w 7319245"/>
              <a:gd name="connsiteY428" fmla="*/ 32008 h 6851930"/>
              <a:gd name="connsiteX429" fmla="*/ 4013447 w 7319245"/>
              <a:gd name="connsiteY429" fmla="*/ 58712 h 6851930"/>
              <a:gd name="connsiteX430" fmla="*/ 4004344 w 7319245"/>
              <a:gd name="connsiteY430" fmla="*/ 65995 h 6851930"/>
              <a:gd name="connsiteX431" fmla="*/ 4306581 w 7319245"/>
              <a:gd name="connsiteY431" fmla="*/ 78133 h 6851930"/>
              <a:gd name="connsiteX432" fmla="*/ 4277450 w 7319245"/>
              <a:gd name="connsiteY432" fmla="*/ 102409 h 6851930"/>
              <a:gd name="connsiteX433" fmla="*/ 4342996 w 7319245"/>
              <a:gd name="connsiteY433" fmla="*/ 160672 h 6851930"/>
              <a:gd name="connsiteX434" fmla="*/ 4372734 w 7319245"/>
              <a:gd name="connsiteY434" fmla="*/ 134575 h 6851930"/>
              <a:gd name="connsiteX435" fmla="*/ 4339961 w 7319245"/>
              <a:gd name="connsiteY435" fmla="*/ 110906 h 6851930"/>
              <a:gd name="connsiteX436" fmla="*/ 4430997 w 7319245"/>
              <a:gd name="connsiteY436" fmla="*/ 156423 h 6851930"/>
              <a:gd name="connsiteX437" fmla="*/ 4429783 w 7319245"/>
              <a:gd name="connsiteY437" fmla="*/ 155210 h 6851930"/>
              <a:gd name="connsiteX438" fmla="*/ 4434031 w 7319245"/>
              <a:gd name="connsiteY438" fmla="*/ 204369 h 6851930"/>
              <a:gd name="connsiteX439" fmla="*/ 4512322 w 7319245"/>
              <a:gd name="connsiteY439" fmla="*/ 174630 h 6851930"/>
              <a:gd name="connsiteX440" fmla="*/ 4578474 w 7319245"/>
              <a:gd name="connsiteY440" fmla="*/ 173417 h 6851930"/>
              <a:gd name="connsiteX441" fmla="*/ 4693785 w 7319245"/>
              <a:gd name="connsiteY441" fmla="*/ 193444 h 6851930"/>
              <a:gd name="connsiteX442" fmla="*/ 4691358 w 7319245"/>
              <a:gd name="connsiteY442" fmla="*/ 173417 h 6851930"/>
              <a:gd name="connsiteX443" fmla="*/ 4800600 w 7319245"/>
              <a:gd name="connsiteY443" fmla="*/ 199513 h 6851930"/>
              <a:gd name="connsiteX444" fmla="*/ 4745979 w 7319245"/>
              <a:gd name="connsiteY444" fmla="*/ 179486 h 6851930"/>
              <a:gd name="connsiteX445" fmla="*/ 4744765 w 7319245"/>
              <a:gd name="connsiteY445" fmla="*/ 212258 h 6851930"/>
              <a:gd name="connsiteX446" fmla="*/ 4622778 w 7319245"/>
              <a:gd name="connsiteY446" fmla="*/ 288121 h 6851930"/>
              <a:gd name="connsiteX447" fmla="*/ 4730807 w 7319245"/>
              <a:gd name="connsiteY447" fmla="*/ 279625 h 6851930"/>
              <a:gd name="connsiteX448" fmla="*/ 4713813 w 7319245"/>
              <a:gd name="connsiteY448" fmla="*/ 254135 h 6851930"/>
              <a:gd name="connsiteX449" fmla="*/ 4775717 w 7319245"/>
              <a:gd name="connsiteY449" fmla="*/ 233500 h 6851930"/>
              <a:gd name="connsiteX450" fmla="*/ 4715634 w 7319245"/>
              <a:gd name="connsiteY450" fmla="*/ 332425 h 6851930"/>
              <a:gd name="connsiteX451" fmla="*/ 4798779 w 7319245"/>
              <a:gd name="connsiteY451" fmla="*/ 332425 h 6851930"/>
              <a:gd name="connsiteX452" fmla="*/ 4788462 w 7319245"/>
              <a:gd name="connsiteY452" fmla="*/ 362163 h 6851930"/>
              <a:gd name="connsiteX453" fmla="*/ 4853401 w 7319245"/>
              <a:gd name="connsiteY453" fmla="*/ 382191 h 6851930"/>
              <a:gd name="connsiteX454" fmla="*/ 4880711 w 7319245"/>
              <a:gd name="connsiteY454" fmla="*/ 348205 h 6851930"/>
              <a:gd name="connsiteX455" fmla="*/ 4892849 w 7319245"/>
              <a:gd name="connsiteY455" fmla="*/ 333639 h 6851930"/>
              <a:gd name="connsiteX456" fmla="*/ 4936546 w 7319245"/>
              <a:gd name="connsiteY456" fmla="*/ 301473 h 6851930"/>
              <a:gd name="connsiteX457" fmla="*/ 5007554 w 7319245"/>
              <a:gd name="connsiteY457" fmla="*/ 311790 h 6851930"/>
              <a:gd name="connsiteX458" fmla="*/ 4996023 w 7319245"/>
              <a:gd name="connsiteY458" fmla="*/ 375515 h 6851930"/>
              <a:gd name="connsiteX459" fmla="*/ 4888601 w 7319245"/>
              <a:gd name="connsiteY459" fmla="*/ 399184 h 6851930"/>
              <a:gd name="connsiteX460" fmla="*/ 4889815 w 7319245"/>
              <a:gd name="connsiteY460" fmla="*/ 407074 h 6851930"/>
              <a:gd name="connsiteX461" fmla="*/ 4951719 w 7319245"/>
              <a:gd name="connsiteY461" fmla="*/ 405860 h 6851930"/>
              <a:gd name="connsiteX462" fmla="*/ 5023333 w 7319245"/>
              <a:gd name="connsiteY462" fmla="*/ 422854 h 6851930"/>
              <a:gd name="connsiteX463" fmla="*/ 5102231 w 7319245"/>
              <a:gd name="connsiteY463" fmla="*/ 411929 h 6851930"/>
              <a:gd name="connsiteX464" fmla="*/ 5111334 w 7319245"/>
              <a:gd name="connsiteY464" fmla="*/ 401612 h 6851930"/>
              <a:gd name="connsiteX465" fmla="*/ 5184163 w 7319245"/>
              <a:gd name="connsiteY465" fmla="*/ 412536 h 6851930"/>
              <a:gd name="connsiteX466" fmla="*/ 5105872 w 7319245"/>
              <a:gd name="connsiteY466" fmla="*/ 475654 h 6851930"/>
              <a:gd name="connsiteX467" fmla="*/ 5209046 w 7319245"/>
              <a:gd name="connsiteY467" fmla="*/ 489006 h 6851930"/>
              <a:gd name="connsiteX468" fmla="*/ 5252743 w 7319245"/>
              <a:gd name="connsiteY468" fmla="*/ 504179 h 6851930"/>
              <a:gd name="connsiteX469" fmla="*/ 5250922 w 7319245"/>
              <a:gd name="connsiteY469" fmla="*/ 515710 h 6851930"/>
              <a:gd name="connsiteX470" fmla="*/ 5277626 w 7319245"/>
              <a:gd name="connsiteY470" fmla="*/ 499930 h 6851930"/>
              <a:gd name="connsiteX471" fmla="*/ 5281874 w 7319245"/>
              <a:gd name="connsiteY471" fmla="*/ 512068 h 6851930"/>
              <a:gd name="connsiteX472" fmla="*/ 5306150 w 7319245"/>
              <a:gd name="connsiteY472" fmla="*/ 535737 h 6851930"/>
              <a:gd name="connsiteX473" fmla="*/ 5381406 w 7319245"/>
              <a:gd name="connsiteY473" fmla="*/ 540593 h 6851930"/>
              <a:gd name="connsiteX474" fmla="*/ 5355916 w 7319245"/>
              <a:gd name="connsiteY474" fmla="*/ 578828 h 6851930"/>
              <a:gd name="connsiteX475" fmla="*/ 5453627 w 7319245"/>
              <a:gd name="connsiteY475" fmla="*/ 579434 h 6851930"/>
              <a:gd name="connsiteX476" fmla="*/ 5511283 w 7319245"/>
              <a:gd name="connsiteY476" fmla="*/ 575186 h 6851930"/>
              <a:gd name="connsiteX477" fmla="*/ 5550732 w 7319245"/>
              <a:gd name="connsiteY477" fmla="*/ 579434 h 6851930"/>
              <a:gd name="connsiteX478" fmla="*/ 5587146 w 7319245"/>
              <a:gd name="connsiteY478" fmla="*/ 593393 h 6851930"/>
              <a:gd name="connsiteX479" fmla="*/ 5622346 w 7319245"/>
              <a:gd name="connsiteY479" fmla="*/ 611600 h 6851930"/>
              <a:gd name="connsiteX480" fmla="*/ 5615063 w 7319245"/>
              <a:gd name="connsiteY480" fmla="*/ 641945 h 6851930"/>
              <a:gd name="connsiteX481" fmla="*/ 5795314 w 7319245"/>
              <a:gd name="connsiteY481" fmla="*/ 662580 h 6851930"/>
              <a:gd name="connsiteX482" fmla="*/ 5868142 w 7319245"/>
              <a:gd name="connsiteY482" fmla="*/ 704456 h 6851930"/>
              <a:gd name="connsiteX483" fmla="*/ 5865715 w 7319245"/>
              <a:gd name="connsiteY483" fmla="*/ 715988 h 6851930"/>
              <a:gd name="connsiteX484" fmla="*/ 5791065 w 7319245"/>
              <a:gd name="connsiteY484" fmla="*/ 725091 h 6851930"/>
              <a:gd name="connsiteX485" fmla="*/ 5709133 w 7319245"/>
              <a:gd name="connsiteY485" fmla="*/ 712953 h 6851930"/>
              <a:gd name="connsiteX486" fmla="*/ 5737658 w 7319245"/>
              <a:gd name="connsiteY486" fmla="*/ 736622 h 6851930"/>
              <a:gd name="connsiteX487" fmla="*/ 5789852 w 7319245"/>
              <a:gd name="connsiteY487" fmla="*/ 722057 h 6851930"/>
              <a:gd name="connsiteX488" fmla="*/ 6053247 w 7319245"/>
              <a:gd name="connsiteY488" fmla="*/ 964818 h 6851930"/>
              <a:gd name="connsiteX489" fmla="*/ 6018654 w 7319245"/>
              <a:gd name="connsiteY489" fmla="*/ 912017 h 6851930"/>
              <a:gd name="connsiteX490" fmla="*/ 6001054 w 7319245"/>
              <a:gd name="connsiteY490" fmla="*/ 919907 h 6851930"/>
              <a:gd name="connsiteX491" fmla="*/ 6009550 w 7319245"/>
              <a:gd name="connsiteY491" fmla="*/ 941148 h 6851930"/>
              <a:gd name="connsiteX492" fmla="*/ 6053247 w 7319245"/>
              <a:gd name="connsiteY492" fmla="*/ 964818 h 6851930"/>
              <a:gd name="connsiteX493" fmla="*/ 2041014 w 7319245"/>
              <a:gd name="connsiteY493" fmla="*/ 6022138 h 6851930"/>
              <a:gd name="connsiteX494" fmla="*/ 1972434 w 7319245"/>
              <a:gd name="connsiteY494" fmla="*/ 5997255 h 6851930"/>
              <a:gd name="connsiteX495" fmla="*/ 2041014 w 7319245"/>
              <a:gd name="connsiteY495" fmla="*/ 6022138 h 6851930"/>
              <a:gd name="connsiteX496" fmla="*/ 5010589 w 7319245"/>
              <a:gd name="connsiteY496" fmla="*/ 434992 h 6851930"/>
              <a:gd name="connsiteX497" fmla="*/ 5070065 w 7319245"/>
              <a:gd name="connsiteY497" fmla="*/ 481723 h 6851930"/>
              <a:gd name="connsiteX498" fmla="*/ 5010589 w 7319245"/>
              <a:gd name="connsiteY498" fmla="*/ 434992 h 6851930"/>
            </a:gdLst>
            <a:ahLst/>
            <a:cxnLst/>
            <a:rect l="l" t="t" r="r" b="b"/>
            <a:pathLst>
              <a:path w="7319245" h="6851930">
                <a:moveTo>
                  <a:pt x="5789852" y="722057"/>
                </a:moveTo>
                <a:cubicBezTo>
                  <a:pt x="5797134" y="733588"/>
                  <a:pt x="5805024" y="745119"/>
                  <a:pt x="5810486" y="753616"/>
                </a:cubicBezTo>
                <a:cubicBezTo>
                  <a:pt x="5792279" y="760898"/>
                  <a:pt x="5764362" y="772430"/>
                  <a:pt x="5737051" y="783961"/>
                </a:cubicBezTo>
                <a:cubicBezTo>
                  <a:pt x="5783783" y="800954"/>
                  <a:pt x="5829907" y="818554"/>
                  <a:pt x="5876639" y="833120"/>
                </a:cubicBezTo>
                <a:cubicBezTo>
                  <a:pt x="5891204" y="837975"/>
                  <a:pt x="5908198" y="834334"/>
                  <a:pt x="5924584" y="833727"/>
                </a:cubicBezTo>
                <a:cubicBezTo>
                  <a:pt x="5937936" y="833120"/>
                  <a:pt x="5950681" y="830692"/>
                  <a:pt x="5968281" y="828265"/>
                </a:cubicBezTo>
                <a:cubicBezTo>
                  <a:pt x="5964032" y="845258"/>
                  <a:pt x="5961605" y="856182"/>
                  <a:pt x="5958571" y="868927"/>
                </a:cubicBezTo>
                <a:cubicBezTo>
                  <a:pt x="5989522" y="871962"/>
                  <a:pt x="6019261" y="868927"/>
                  <a:pt x="6044751" y="878637"/>
                </a:cubicBezTo>
                <a:cubicBezTo>
                  <a:pt x="6057496" y="883493"/>
                  <a:pt x="6062351" y="910196"/>
                  <a:pt x="6070848" y="926583"/>
                </a:cubicBezTo>
                <a:cubicBezTo>
                  <a:pt x="6098158" y="980597"/>
                  <a:pt x="6098158" y="980597"/>
                  <a:pt x="6161883" y="966638"/>
                </a:cubicBezTo>
                <a:cubicBezTo>
                  <a:pt x="6166738" y="965425"/>
                  <a:pt x="6171593" y="967852"/>
                  <a:pt x="6177056" y="969066"/>
                </a:cubicBezTo>
                <a:cubicBezTo>
                  <a:pt x="6161883" y="1011549"/>
                  <a:pt x="6161883" y="1010942"/>
                  <a:pt x="6210435" y="1018225"/>
                </a:cubicBezTo>
                <a:cubicBezTo>
                  <a:pt x="6217111" y="1019439"/>
                  <a:pt x="6223180" y="1025508"/>
                  <a:pt x="6229856" y="1029149"/>
                </a:cubicBezTo>
                <a:cubicBezTo>
                  <a:pt x="6241994" y="1035218"/>
                  <a:pt x="6254739" y="1040074"/>
                  <a:pt x="6265664" y="1047356"/>
                </a:cubicBezTo>
                <a:cubicBezTo>
                  <a:pt x="6279015" y="1055246"/>
                  <a:pt x="6291153" y="1065564"/>
                  <a:pt x="6303291" y="1074667"/>
                </a:cubicBezTo>
                <a:cubicBezTo>
                  <a:pt x="6300257" y="1078915"/>
                  <a:pt x="6297829" y="1082557"/>
                  <a:pt x="6294794" y="1086805"/>
                </a:cubicBezTo>
                <a:cubicBezTo>
                  <a:pt x="6283871" y="1079522"/>
                  <a:pt x="6272946" y="1072240"/>
                  <a:pt x="6260201" y="1064350"/>
                </a:cubicBezTo>
                <a:cubicBezTo>
                  <a:pt x="6258987" y="1073453"/>
                  <a:pt x="6257167" y="1084378"/>
                  <a:pt x="6255346" y="1097729"/>
                </a:cubicBezTo>
                <a:cubicBezTo>
                  <a:pt x="6289332" y="1100157"/>
                  <a:pt x="6323926" y="1101978"/>
                  <a:pt x="6357912" y="1104405"/>
                </a:cubicBezTo>
                <a:cubicBezTo>
                  <a:pt x="6357912" y="1107440"/>
                  <a:pt x="6358519" y="1110474"/>
                  <a:pt x="6358519" y="1114116"/>
                </a:cubicBezTo>
                <a:cubicBezTo>
                  <a:pt x="6340919" y="1117757"/>
                  <a:pt x="6323319" y="1120792"/>
                  <a:pt x="6295401" y="1126254"/>
                </a:cubicBezTo>
                <a:cubicBezTo>
                  <a:pt x="6331815" y="1154171"/>
                  <a:pt x="6379154" y="1127468"/>
                  <a:pt x="6397968" y="1165702"/>
                </a:cubicBezTo>
                <a:cubicBezTo>
                  <a:pt x="6360947" y="1179661"/>
                  <a:pt x="6325746" y="1193013"/>
                  <a:pt x="6296009" y="1203937"/>
                </a:cubicBezTo>
                <a:cubicBezTo>
                  <a:pt x="6308753" y="1212434"/>
                  <a:pt x="6321498" y="1223358"/>
                  <a:pt x="6336064" y="1229427"/>
                </a:cubicBezTo>
                <a:cubicBezTo>
                  <a:pt x="6350022" y="1234889"/>
                  <a:pt x="6370050" y="1240352"/>
                  <a:pt x="6380975" y="1234889"/>
                </a:cubicBezTo>
                <a:cubicBezTo>
                  <a:pt x="6407071" y="1220931"/>
                  <a:pt x="6425885" y="1236103"/>
                  <a:pt x="6434989" y="1250669"/>
                </a:cubicBezTo>
                <a:cubicBezTo>
                  <a:pt x="6446520" y="1269483"/>
                  <a:pt x="6468368" y="1286476"/>
                  <a:pt x="6453196" y="1319856"/>
                </a:cubicBezTo>
                <a:cubicBezTo>
                  <a:pt x="6447127" y="1333208"/>
                  <a:pt x="6473224" y="1362339"/>
                  <a:pt x="6485969" y="1384187"/>
                </a:cubicBezTo>
                <a:cubicBezTo>
                  <a:pt x="6491431" y="1393291"/>
                  <a:pt x="6499928" y="1399967"/>
                  <a:pt x="6505997" y="1408464"/>
                </a:cubicBezTo>
                <a:cubicBezTo>
                  <a:pt x="6523597" y="1435167"/>
                  <a:pt x="6537555" y="1463085"/>
                  <a:pt x="6575184" y="1470975"/>
                </a:cubicBezTo>
                <a:cubicBezTo>
                  <a:pt x="6589749" y="1474009"/>
                  <a:pt x="6600067" y="1495857"/>
                  <a:pt x="6612205" y="1508602"/>
                </a:cubicBezTo>
                <a:cubicBezTo>
                  <a:pt x="6620094" y="1517099"/>
                  <a:pt x="6627984" y="1526810"/>
                  <a:pt x="6637694" y="1531665"/>
                </a:cubicBezTo>
                <a:cubicBezTo>
                  <a:pt x="6651653" y="1538948"/>
                  <a:pt x="6668040" y="1542589"/>
                  <a:pt x="6692922" y="1550479"/>
                </a:cubicBezTo>
                <a:cubicBezTo>
                  <a:pt x="6672895" y="1558975"/>
                  <a:pt x="6662577" y="1563831"/>
                  <a:pt x="6648619" y="1569900"/>
                </a:cubicBezTo>
                <a:cubicBezTo>
                  <a:pt x="6661364" y="1572934"/>
                  <a:pt x="6670467" y="1574755"/>
                  <a:pt x="6683819" y="1577789"/>
                </a:cubicBezTo>
                <a:cubicBezTo>
                  <a:pt x="6672288" y="1588107"/>
                  <a:pt x="6663185" y="1595389"/>
                  <a:pt x="6647405" y="1609348"/>
                </a:cubicBezTo>
                <a:cubicBezTo>
                  <a:pt x="6669254" y="1612990"/>
                  <a:pt x="6683212" y="1615417"/>
                  <a:pt x="6703240" y="1619059"/>
                </a:cubicBezTo>
                <a:cubicBezTo>
                  <a:pt x="6688674" y="1656080"/>
                  <a:pt x="6648619" y="1645156"/>
                  <a:pt x="6633446" y="1658508"/>
                </a:cubicBezTo>
                <a:cubicBezTo>
                  <a:pt x="6650439" y="1679142"/>
                  <a:pt x="6667433" y="1699170"/>
                  <a:pt x="6683212" y="1718591"/>
                </a:cubicBezTo>
                <a:cubicBezTo>
                  <a:pt x="6697778" y="1706453"/>
                  <a:pt x="6715985" y="1690066"/>
                  <a:pt x="6736620" y="1675501"/>
                </a:cubicBezTo>
                <a:cubicBezTo>
                  <a:pt x="6742689" y="1671252"/>
                  <a:pt x="6753006" y="1673073"/>
                  <a:pt x="6761503" y="1674287"/>
                </a:cubicBezTo>
                <a:cubicBezTo>
                  <a:pt x="6763930" y="1674894"/>
                  <a:pt x="6767572" y="1685211"/>
                  <a:pt x="6765751" y="1687639"/>
                </a:cubicBezTo>
                <a:cubicBezTo>
                  <a:pt x="6760896" y="1694315"/>
                  <a:pt x="6753613" y="1700991"/>
                  <a:pt x="6746330" y="1704025"/>
                </a:cubicBezTo>
                <a:cubicBezTo>
                  <a:pt x="6737833" y="1707060"/>
                  <a:pt x="6727516" y="1705846"/>
                  <a:pt x="6719020" y="1706453"/>
                </a:cubicBezTo>
                <a:cubicBezTo>
                  <a:pt x="6734799" y="1721625"/>
                  <a:pt x="6748151" y="1734977"/>
                  <a:pt x="6762109" y="1748329"/>
                </a:cubicBezTo>
                <a:cubicBezTo>
                  <a:pt x="6756040" y="1754398"/>
                  <a:pt x="6747544" y="1767143"/>
                  <a:pt x="6743902" y="1765929"/>
                </a:cubicBezTo>
                <a:cubicBezTo>
                  <a:pt x="6731158" y="1761681"/>
                  <a:pt x="6720233" y="1752577"/>
                  <a:pt x="6702633" y="1742260"/>
                </a:cubicBezTo>
                <a:cubicBezTo>
                  <a:pt x="6702633" y="1753184"/>
                  <a:pt x="6697778" y="1768357"/>
                  <a:pt x="6703240" y="1776247"/>
                </a:cubicBezTo>
                <a:cubicBezTo>
                  <a:pt x="6728730" y="1812054"/>
                  <a:pt x="6766965" y="1802343"/>
                  <a:pt x="6798524" y="1801130"/>
                </a:cubicBezTo>
                <a:cubicBezTo>
                  <a:pt x="6824014" y="1833295"/>
                  <a:pt x="6848290" y="1863034"/>
                  <a:pt x="6872566" y="1893986"/>
                </a:cubicBezTo>
                <a:cubicBezTo>
                  <a:pt x="6851931" y="1900662"/>
                  <a:pt x="6836152" y="1902482"/>
                  <a:pt x="6826441" y="1910979"/>
                </a:cubicBezTo>
                <a:cubicBezTo>
                  <a:pt x="6822800" y="1914013"/>
                  <a:pt x="6828869" y="1935862"/>
                  <a:pt x="6836759" y="1943752"/>
                </a:cubicBezTo>
                <a:cubicBezTo>
                  <a:pt x="6853752" y="1962566"/>
                  <a:pt x="6878028" y="1975918"/>
                  <a:pt x="6892594" y="1996552"/>
                </a:cubicBezTo>
                <a:cubicBezTo>
                  <a:pt x="6901697" y="2009904"/>
                  <a:pt x="6941752" y="1998373"/>
                  <a:pt x="6922939" y="2032966"/>
                </a:cubicBezTo>
                <a:cubicBezTo>
                  <a:pt x="6942360" y="2042070"/>
                  <a:pt x="6961781" y="2051173"/>
                  <a:pt x="6986057" y="2062705"/>
                </a:cubicBezTo>
                <a:cubicBezTo>
                  <a:pt x="6979381" y="2069987"/>
                  <a:pt x="6967850" y="2082125"/>
                  <a:pt x="6953891" y="2097298"/>
                </a:cubicBezTo>
                <a:cubicBezTo>
                  <a:pt x="6965422" y="2100940"/>
                  <a:pt x="6973312" y="2102760"/>
                  <a:pt x="6981809" y="2105795"/>
                </a:cubicBezTo>
                <a:cubicBezTo>
                  <a:pt x="6952070" y="2163450"/>
                  <a:pt x="6988484" y="2189547"/>
                  <a:pt x="7042499" y="2212610"/>
                </a:cubicBezTo>
                <a:cubicBezTo>
                  <a:pt x="6995767" y="2228389"/>
                  <a:pt x="6988484" y="2249631"/>
                  <a:pt x="7008512" y="2286652"/>
                </a:cubicBezTo>
                <a:cubicBezTo>
                  <a:pt x="7012154" y="2293935"/>
                  <a:pt x="7020043" y="2307286"/>
                  <a:pt x="7023078" y="2318211"/>
                </a:cubicBezTo>
                <a:cubicBezTo>
                  <a:pt x="7029753" y="2341273"/>
                  <a:pt x="7032181" y="2365549"/>
                  <a:pt x="7037037" y="2394073"/>
                </a:cubicBezTo>
                <a:cubicBezTo>
                  <a:pt x="7071023" y="2404391"/>
                  <a:pt x="7115934" y="2417136"/>
                  <a:pt x="7160237" y="2430488"/>
                </a:cubicBezTo>
                <a:cubicBezTo>
                  <a:pt x="7162058" y="2435343"/>
                  <a:pt x="7163879" y="2440198"/>
                  <a:pt x="7166306" y="2445053"/>
                </a:cubicBezTo>
                <a:cubicBezTo>
                  <a:pt x="7155383" y="2448695"/>
                  <a:pt x="7145065" y="2452336"/>
                  <a:pt x="7129892" y="2457191"/>
                </a:cubicBezTo>
                <a:cubicBezTo>
                  <a:pt x="7155383" y="2471757"/>
                  <a:pt x="7171162" y="2480254"/>
                  <a:pt x="7187548" y="2489357"/>
                </a:cubicBezTo>
                <a:cubicBezTo>
                  <a:pt x="7159024" y="2502102"/>
                  <a:pt x="7131713" y="2514240"/>
                  <a:pt x="7098334" y="2528806"/>
                </a:cubicBezTo>
                <a:cubicBezTo>
                  <a:pt x="7132320" y="2551868"/>
                  <a:pt x="7160237" y="2571289"/>
                  <a:pt x="7188156" y="2590103"/>
                </a:cubicBezTo>
                <a:cubicBezTo>
                  <a:pt x="7186941" y="2593744"/>
                  <a:pt x="7185728" y="2597386"/>
                  <a:pt x="7184514" y="2601027"/>
                </a:cubicBezTo>
                <a:cubicBezTo>
                  <a:pt x="7163272" y="2604062"/>
                  <a:pt x="7142030" y="2605276"/>
                  <a:pt x="7121396" y="2610131"/>
                </a:cubicBezTo>
                <a:cubicBezTo>
                  <a:pt x="7103796" y="2614379"/>
                  <a:pt x="7087409" y="2623483"/>
                  <a:pt x="7070416" y="2630159"/>
                </a:cubicBezTo>
                <a:cubicBezTo>
                  <a:pt x="7083768" y="2641083"/>
                  <a:pt x="7097120" y="2651400"/>
                  <a:pt x="7114113" y="2664752"/>
                </a:cubicBezTo>
                <a:cubicBezTo>
                  <a:pt x="7112293" y="2667787"/>
                  <a:pt x="7107437" y="2676890"/>
                  <a:pt x="7101368" y="2687814"/>
                </a:cubicBezTo>
                <a:cubicBezTo>
                  <a:pt x="7114720" y="2691456"/>
                  <a:pt x="7126251" y="2693883"/>
                  <a:pt x="7137782" y="2696918"/>
                </a:cubicBezTo>
                <a:cubicBezTo>
                  <a:pt x="7138389" y="2699952"/>
                  <a:pt x="7138389" y="2702987"/>
                  <a:pt x="7138996" y="2706021"/>
                </a:cubicBezTo>
                <a:cubicBezTo>
                  <a:pt x="7121396" y="2710270"/>
                  <a:pt x="7103796" y="2714518"/>
                  <a:pt x="7086196" y="2719373"/>
                </a:cubicBezTo>
                <a:cubicBezTo>
                  <a:pt x="7085589" y="2723622"/>
                  <a:pt x="7084982" y="2727870"/>
                  <a:pt x="7083768" y="2732118"/>
                </a:cubicBezTo>
                <a:cubicBezTo>
                  <a:pt x="7106830" y="2738187"/>
                  <a:pt x="7129892" y="2744256"/>
                  <a:pt x="7156596" y="2751539"/>
                </a:cubicBezTo>
                <a:cubicBezTo>
                  <a:pt x="7149314" y="2785526"/>
                  <a:pt x="7183907" y="2794022"/>
                  <a:pt x="7214252" y="2808588"/>
                </a:cubicBezTo>
                <a:cubicBezTo>
                  <a:pt x="7195438" y="2846823"/>
                  <a:pt x="7203935" y="2877168"/>
                  <a:pt x="7233066" y="2908727"/>
                </a:cubicBezTo>
                <a:cubicBezTo>
                  <a:pt x="7245811" y="2922079"/>
                  <a:pt x="7246418" y="2948176"/>
                  <a:pt x="7267053" y="2959707"/>
                </a:cubicBezTo>
                <a:cubicBezTo>
                  <a:pt x="7268873" y="2960921"/>
                  <a:pt x="7263411" y="2978521"/>
                  <a:pt x="7262804" y="2978521"/>
                </a:cubicBezTo>
                <a:cubicBezTo>
                  <a:pt x="7251273" y="2977307"/>
                  <a:pt x="7239742" y="2974272"/>
                  <a:pt x="7227604" y="2971238"/>
                </a:cubicBezTo>
                <a:cubicBezTo>
                  <a:pt x="7225783" y="2977307"/>
                  <a:pt x="7220928" y="2991873"/>
                  <a:pt x="7214252" y="3011294"/>
                </a:cubicBezTo>
                <a:cubicBezTo>
                  <a:pt x="7237921" y="3019183"/>
                  <a:pt x="7260984" y="3027073"/>
                  <a:pt x="7292543" y="3037390"/>
                </a:cubicBezTo>
                <a:cubicBezTo>
                  <a:pt x="7280404" y="3052563"/>
                  <a:pt x="7269480" y="3067128"/>
                  <a:pt x="7250666" y="3090798"/>
                </a:cubicBezTo>
                <a:cubicBezTo>
                  <a:pt x="7260376" y="3100508"/>
                  <a:pt x="7279191" y="3119322"/>
                  <a:pt x="7298612" y="3138743"/>
                </a:cubicBezTo>
                <a:cubicBezTo>
                  <a:pt x="7274942" y="3152095"/>
                  <a:pt x="7254915" y="3163019"/>
                  <a:pt x="7225783" y="3178799"/>
                </a:cubicBezTo>
                <a:cubicBezTo>
                  <a:pt x="7266445" y="3193364"/>
                  <a:pt x="7277370" y="3206109"/>
                  <a:pt x="7253094" y="3237668"/>
                </a:cubicBezTo>
                <a:cubicBezTo>
                  <a:pt x="7242777" y="3250413"/>
                  <a:pt x="7250059" y="3283793"/>
                  <a:pt x="7258556" y="3303214"/>
                </a:cubicBezTo>
                <a:cubicBezTo>
                  <a:pt x="7274335" y="3340842"/>
                  <a:pt x="7274335" y="3374828"/>
                  <a:pt x="7260984" y="3397890"/>
                </a:cubicBezTo>
                <a:cubicBezTo>
                  <a:pt x="7272514" y="3427629"/>
                  <a:pt x="7278583" y="3449477"/>
                  <a:pt x="7288901" y="3469505"/>
                </a:cubicBezTo>
                <a:cubicBezTo>
                  <a:pt x="7298005" y="3486498"/>
                  <a:pt x="7311356" y="3501671"/>
                  <a:pt x="7322888" y="3516844"/>
                </a:cubicBezTo>
                <a:cubicBezTo>
                  <a:pt x="7322888" y="3544761"/>
                  <a:pt x="7270087" y="3539906"/>
                  <a:pt x="7286473" y="3579354"/>
                </a:cubicBezTo>
                <a:cubicBezTo>
                  <a:pt x="7294970" y="3599382"/>
                  <a:pt x="7259163" y="3630334"/>
                  <a:pt x="7309536" y="3641865"/>
                </a:cubicBezTo>
                <a:cubicBezTo>
                  <a:pt x="7291329" y="3661286"/>
                  <a:pt x="7277370" y="3675852"/>
                  <a:pt x="7263411" y="3691024"/>
                </a:cubicBezTo>
                <a:cubicBezTo>
                  <a:pt x="7273122" y="3713480"/>
                  <a:pt x="7321067" y="3720763"/>
                  <a:pt x="7288901" y="3757177"/>
                </a:cubicBezTo>
                <a:cubicBezTo>
                  <a:pt x="7337453" y="3775384"/>
                  <a:pt x="7280404" y="3822116"/>
                  <a:pt x="7312571" y="3845785"/>
                </a:cubicBezTo>
                <a:cubicBezTo>
                  <a:pt x="7314998" y="3847606"/>
                  <a:pt x="7308929" y="3860957"/>
                  <a:pt x="7305287" y="3868240"/>
                </a:cubicBezTo>
                <a:cubicBezTo>
                  <a:pt x="7294364" y="3889482"/>
                  <a:pt x="7285260" y="3913151"/>
                  <a:pt x="7270087" y="3931358"/>
                </a:cubicBezTo>
                <a:cubicBezTo>
                  <a:pt x="7262804" y="3939854"/>
                  <a:pt x="7243384" y="3937427"/>
                  <a:pt x="7224570" y="3941068"/>
                </a:cubicBezTo>
                <a:cubicBezTo>
                  <a:pt x="7205755" y="3971413"/>
                  <a:pt x="7199686" y="4004186"/>
                  <a:pt x="7248846" y="4024214"/>
                </a:cubicBezTo>
                <a:cubicBezTo>
                  <a:pt x="7234887" y="4056987"/>
                  <a:pt x="7217893" y="4087332"/>
                  <a:pt x="7210004" y="4119498"/>
                </a:cubicBezTo>
                <a:cubicBezTo>
                  <a:pt x="7206969" y="4132850"/>
                  <a:pt x="7222142" y="4151057"/>
                  <a:pt x="7231852" y="4173512"/>
                </a:cubicBezTo>
                <a:cubicBezTo>
                  <a:pt x="7213645" y="4189292"/>
                  <a:pt x="7191190" y="4208106"/>
                  <a:pt x="7168734" y="4227527"/>
                </a:cubicBezTo>
                <a:cubicBezTo>
                  <a:pt x="7191190" y="4258478"/>
                  <a:pt x="7186335" y="4266368"/>
                  <a:pt x="7105009" y="4323417"/>
                </a:cubicBezTo>
                <a:cubicBezTo>
                  <a:pt x="7120182" y="4332521"/>
                  <a:pt x="7149314" y="4336769"/>
                  <a:pt x="7121396" y="4363473"/>
                </a:cubicBezTo>
                <a:cubicBezTo>
                  <a:pt x="7119575" y="4365294"/>
                  <a:pt x="7121396" y="4371969"/>
                  <a:pt x="7123217" y="4375611"/>
                </a:cubicBezTo>
                <a:cubicBezTo>
                  <a:pt x="7138389" y="4405349"/>
                  <a:pt x="7128072" y="4421129"/>
                  <a:pt x="7089230" y="4426591"/>
                </a:cubicBezTo>
                <a:cubicBezTo>
                  <a:pt x="7101975" y="4435087"/>
                  <a:pt x="7112293" y="4438729"/>
                  <a:pt x="7116541" y="4446012"/>
                </a:cubicBezTo>
                <a:cubicBezTo>
                  <a:pt x="7120789" y="4452687"/>
                  <a:pt x="7121396" y="4464825"/>
                  <a:pt x="7118362" y="4471502"/>
                </a:cubicBezTo>
                <a:cubicBezTo>
                  <a:pt x="7110472" y="4486674"/>
                  <a:pt x="7094692" y="4499419"/>
                  <a:pt x="7090444" y="4515199"/>
                </a:cubicBezTo>
                <a:cubicBezTo>
                  <a:pt x="7080733" y="4549792"/>
                  <a:pt x="7078306" y="4555861"/>
                  <a:pt x="7043712" y="4566178"/>
                </a:cubicBezTo>
                <a:cubicBezTo>
                  <a:pt x="7049781" y="4569213"/>
                  <a:pt x="7055850" y="4572247"/>
                  <a:pt x="7052209" y="4570427"/>
                </a:cubicBezTo>
                <a:cubicBezTo>
                  <a:pt x="7037037" y="4591061"/>
                  <a:pt x="7024292" y="4610482"/>
                  <a:pt x="7009119" y="4628689"/>
                </a:cubicBezTo>
                <a:cubicBezTo>
                  <a:pt x="6993339" y="4648110"/>
                  <a:pt x="6975740" y="4666924"/>
                  <a:pt x="6959960" y="4685738"/>
                </a:cubicBezTo>
                <a:cubicBezTo>
                  <a:pt x="6969671" y="4693628"/>
                  <a:pt x="6976953" y="4699090"/>
                  <a:pt x="6984236" y="4705159"/>
                </a:cubicBezTo>
                <a:cubicBezTo>
                  <a:pt x="6983022" y="4707586"/>
                  <a:pt x="6981201" y="4710621"/>
                  <a:pt x="6979988" y="4713049"/>
                </a:cubicBezTo>
                <a:cubicBezTo>
                  <a:pt x="6968456" y="4711835"/>
                  <a:pt x="6956925" y="4710014"/>
                  <a:pt x="6942967" y="4708194"/>
                </a:cubicBezTo>
                <a:cubicBezTo>
                  <a:pt x="6981809" y="4784056"/>
                  <a:pt x="6903518" y="4789518"/>
                  <a:pt x="6874386" y="4827753"/>
                </a:cubicBezTo>
                <a:cubicBezTo>
                  <a:pt x="6886524" y="4827753"/>
                  <a:pt x="6897449" y="4827753"/>
                  <a:pt x="6909587" y="4827753"/>
                </a:cubicBezTo>
                <a:cubicBezTo>
                  <a:pt x="6902911" y="4854457"/>
                  <a:pt x="6902911" y="4854457"/>
                  <a:pt x="6860428" y="4863560"/>
                </a:cubicBezTo>
                <a:cubicBezTo>
                  <a:pt x="6853145" y="4883588"/>
                  <a:pt x="6837972" y="4903616"/>
                  <a:pt x="6842828" y="4916361"/>
                </a:cubicBezTo>
                <a:cubicBezTo>
                  <a:pt x="6859821" y="4959451"/>
                  <a:pt x="6824621" y="4978265"/>
                  <a:pt x="6810055" y="5006790"/>
                </a:cubicBezTo>
                <a:cubicBezTo>
                  <a:pt x="6801558" y="5023783"/>
                  <a:pt x="6808234" y="5048059"/>
                  <a:pt x="6808234" y="5070514"/>
                </a:cubicBezTo>
                <a:cubicBezTo>
                  <a:pt x="6779103" y="5075370"/>
                  <a:pt x="6743902" y="5072942"/>
                  <a:pt x="6760896" y="5117246"/>
                </a:cubicBezTo>
                <a:cubicBezTo>
                  <a:pt x="6734192" y="5128170"/>
                  <a:pt x="6695350" y="5097825"/>
                  <a:pt x="6683212" y="5144556"/>
                </a:cubicBezTo>
                <a:cubicBezTo>
                  <a:pt x="6697171" y="5153660"/>
                  <a:pt x="6709916" y="5161550"/>
                  <a:pt x="6722661" y="5169440"/>
                </a:cubicBezTo>
                <a:cubicBezTo>
                  <a:pt x="6701419" y="5232557"/>
                  <a:pt x="6622522" y="5263509"/>
                  <a:pt x="6632840" y="5339372"/>
                </a:cubicBezTo>
                <a:cubicBezTo>
                  <a:pt x="6589142" y="5365469"/>
                  <a:pt x="6533307" y="5373359"/>
                  <a:pt x="6501748" y="5424945"/>
                </a:cubicBezTo>
                <a:cubicBezTo>
                  <a:pt x="6513279" y="5432835"/>
                  <a:pt x="6524811" y="5440118"/>
                  <a:pt x="6546052" y="5454077"/>
                </a:cubicBezTo>
                <a:cubicBezTo>
                  <a:pt x="6509031" y="5474712"/>
                  <a:pt x="6478686" y="5492312"/>
                  <a:pt x="6442879" y="5512340"/>
                </a:cubicBezTo>
                <a:cubicBezTo>
                  <a:pt x="6451376" y="5535402"/>
                  <a:pt x="6440451" y="5554216"/>
                  <a:pt x="6401002" y="5554823"/>
                </a:cubicBezTo>
                <a:cubicBezTo>
                  <a:pt x="6391899" y="5554823"/>
                  <a:pt x="6379761" y="5565140"/>
                  <a:pt x="6374298" y="5574244"/>
                </a:cubicBezTo>
                <a:cubicBezTo>
                  <a:pt x="6356091" y="5604589"/>
                  <a:pt x="6300863" y="5606409"/>
                  <a:pt x="6309967" y="5662245"/>
                </a:cubicBezTo>
                <a:cubicBezTo>
                  <a:pt x="6311788" y="5673776"/>
                  <a:pt x="6274160" y="5691983"/>
                  <a:pt x="6255346" y="5707762"/>
                </a:cubicBezTo>
                <a:cubicBezTo>
                  <a:pt x="6246242" y="5715652"/>
                  <a:pt x="6238960" y="5725362"/>
                  <a:pt x="6235318" y="5737500"/>
                </a:cubicBezTo>
                <a:cubicBezTo>
                  <a:pt x="6191014" y="5767239"/>
                  <a:pt x="6146710" y="5796977"/>
                  <a:pt x="6095124" y="5830963"/>
                </a:cubicBezTo>
                <a:cubicBezTo>
                  <a:pt x="6095124" y="5830963"/>
                  <a:pt x="6084199" y="5827322"/>
                  <a:pt x="6070848" y="5823074"/>
                </a:cubicBezTo>
                <a:cubicBezTo>
                  <a:pt x="6069027" y="5835819"/>
                  <a:pt x="6067206" y="5846743"/>
                  <a:pt x="6063565" y="5869805"/>
                </a:cubicBezTo>
                <a:cubicBezTo>
                  <a:pt x="6048392" y="5849171"/>
                  <a:pt x="6039895" y="5836425"/>
                  <a:pt x="6024723" y="5815791"/>
                </a:cubicBezTo>
                <a:cubicBezTo>
                  <a:pt x="6021081" y="5832177"/>
                  <a:pt x="6017440" y="5840674"/>
                  <a:pt x="6018047" y="5848563"/>
                </a:cubicBezTo>
                <a:cubicBezTo>
                  <a:pt x="6021688" y="5898937"/>
                  <a:pt x="6019868" y="5896509"/>
                  <a:pt x="5970101" y="5909254"/>
                </a:cubicBezTo>
                <a:cubicBezTo>
                  <a:pt x="5941577" y="5916537"/>
                  <a:pt x="5916694" y="5938385"/>
                  <a:pt x="5886956" y="5955378"/>
                </a:cubicBezTo>
                <a:cubicBezTo>
                  <a:pt x="5895453" y="5963268"/>
                  <a:pt x="5902735" y="5969944"/>
                  <a:pt x="5911232" y="5977227"/>
                </a:cubicBezTo>
                <a:cubicBezTo>
                  <a:pt x="5825052" y="6016069"/>
                  <a:pt x="5740692" y="6054910"/>
                  <a:pt x="5655726" y="6093752"/>
                </a:cubicBezTo>
                <a:cubicBezTo>
                  <a:pt x="5683644" y="6120456"/>
                  <a:pt x="5659974" y="6153836"/>
                  <a:pt x="5642374" y="6166581"/>
                </a:cubicBezTo>
                <a:cubicBezTo>
                  <a:pt x="5605353" y="6192677"/>
                  <a:pt x="5582898" y="6249119"/>
                  <a:pt x="5525849" y="6238195"/>
                </a:cubicBezTo>
                <a:cubicBezTo>
                  <a:pt x="5482152" y="6275823"/>
                  <a:pt x="5434207" y="6300099"/>
                  <a:pt x="5386868" y="6300099"/>
                </a:cubicBezTo>
                <a:cubicBezTo>
                  <a:pt x="5342564" y="6328017"/>
                  <a:pt x="5305543" y="6350472"/>
                  <a:pt x="5267915" y="6374141"/>
                </a:cubicBezTo>
                <a:cubicBezTo>
                  <a:pt x="5267308" y="6368679"/>
                  <a:pt x="5265488" y="6354720"/>
                  <a:pt x="5264274" y="6340155"/>
                </a:cubicBezTo>
                <a:cubicBezTo>
                  <a:pt x="5255777" y="6381424"/>
                  <a:pt x="5232715" y="6399025"/>
                  <a:pt x="5188411" y="6382638"/>
                </a:cubicBezTo>
                <a:cubicBezTo>
                  <a:pt x="5188411" y="6400238"/>
                  <a:pt x="5188411" y="6414197"/>
                  <a:pt x="5188411" y="6434224"/>
                </a:cubicBezTo>
                <a:cubicBezTo>
                  <a:pt x="5162314" y="6429370"/>
                  <a:pt x="5137431" y="6424514"/>
                  <a:pt x="5112548" y="6420873"/>
                </a:cubicBezTo>
                <a:cubicBezTo>
                  <a:pt x="5107693" y="6420266"/>
                  <a:pt x="5101624" y="6424514"/>
                  <a:pt x="5096769" y="6426942"/>
                </a:cubicBezTo>
                <a:cubicBezTo>
                  <a:pt x="5101017" y="6433618"/>
                  <a:pt x="5105872" y="6439687"/>
                  <a:pt x="5118010" y="6457894"/>
                </a:cubicBezTo>
                <a:cubicBezTo>
                  <a:pt x="5088272" y="6448790"/>
                  <a:pt x="5067030" y="6442114"/>
                  <a:pt x="5044575" y="6435439"/>
                </a:cubicBezTo>
                <a:cubicBezTo>
                  <a:pt x="5039720" y="6439080"/>
                  <a:pt x="5029402" y="6452432"/>
                  <a:pt x="5015444" y="6457894"/>
                </a:cubicBezTo>
                <a:cubicBezTo>
                  <a:pt x="5006947" y="6460928"/>
                  <a:pt x="4994202" y="6451218"/>
                  <a:pt x="4977209" y="6445149"/>
                </a:cubicBezTo>
                <a:cubicBezTo>
                  <a:pt x="4969926" y="6455466"/>
                  <a:pt x="4960822" y="6473066"/>
                  <a:pt x="4946864" y="6485204"/>
                </a:cubicBezTo>
                <a:cubicBezTo>
                  <a:pt x="4936546" y="6494308"/>
                  <a:pt x="4919553" y="6496129"/>
                  <a:pt x="4904987" y="6500984"/>
                </a:cubicBezTo>
                <a:cubicBezTo>
                  <a:pt x="4890422" y="6505839"/>
                  <a:pt x="4875856" y="6510694"/>
                  <a:pt x="4861897" y="6515550"/>
                </a:cubicBezTo>
                <a:cubicBezTo>
                  <a:pt x="4840656" y="6522832"/>
                  <a:pt x="4818807" y="6530115"/>
                  <a:pt x="4794531" y="6538005"/>
                </a:cubicBezTo>
                <a:cubicBezTo>
                  <a:pt x="4792104" y="6521619"/>
                  <a:pt x="4790283" y="6511908"/>
                  <a:pt x="4788462" y="6501591"/>
                </a:cubicBezTo>
                <a:cubicBezTo>
                  <a:pt x="4785428" y="6500984"/>
                  <a:pt x="4783000" y="6500377"/>
                  <a:pt x="4779966" y="6499770"/>
                </a:cubicBezTo>
                <a:cubicBezTo>
                  <a:pt x="4776324" y="6510087"/>
                  <a:pt x="4772683" y="6519798"/>
                  <a:pt x="4769041" y="6530115"/>
                </a:cubicBezTo>
                <a:cubicBezTo>
                  <a:pt x="4760545" y="6521012"/>
                  <a:pt x="4752655" y="6511908"/>
                  <a:pt x="4738696" y="6496129"/>
                </a:cubicBezTo>
                <a:cubicBezTo>
                  <a:pt x="4736876" y="6513729"/>
                  <a:pt x="4736268" y="6521619"/>
                  <a:pt x="4736268" y="6517977"/>
                </a:cubicBezTo>
                <a:cubicBezTo>
                  <a:pt x="4709565" y="6526474"/>
                  <a:pt x="4685289" y="6527081"/>
                  <a:pt x="4672544" y="6539826"/>
                </a:cubicBezTo>
                <a:cubicBezTo>
                  <a:pt x="4661620" y="6550750"/>
                  <a:pt x="4664654" y="6575026"/>
                  <a:pt x="4661013" y="6598695"/>
                </a:cubicBezTo>
                <a:cubicBezTo>
                  <a:pt x="4637343" y="6592019"/>
                  <a:pt x="4599715" y="6610833"/>
                  <a:pt x="4573012" y="6571384"/>
                </a:cubicBezTo>
                <a:cubicBezTo>
                  <a:pt x="4568763" y="6585950"/>
                  <a:pt x="4565122" y="6597481"/>
                  <a:pt x="4560874" y="6611440"/>
                </a:cubicBezTo>
                <a:cubicBezTo>
                  <a:pt x="4531135" y="6611440"/>
                  <a:pt x="4502004" y="6611440"/>
                  <a:pt x="4472266" y="6611440"/>
                </a:cubicBezTo>
                <a:cubicBezTo>
                  <a:pt x="4472266" y="6612654"/>
                  <a:pt x="4472266" y="6613261"/>
                  <a:pt x="4472873" y="6614475"/>
                </a:cubicBezTo>
                <a:cubicBezTo>
                  <a:pt x="4455273" y="6617510"/>
                  <a:pt x="4437672" y="6619937"/>
                  <a:pt x="4419465" y="6622971"/>
                </a:cubicBezTo>
                <a:cubicBezTo>
                  <a:pt x="4413396" y="6624185"/>
                  <a:pt x="4407934" y="6626613"/>
                  <a:pt x="4402472" y="6628433"/>
                </a:cubicBezTo>
                <a:cubicBezTo>
                  <a:pt x="4386086" y="6633896"/>
                  <a:pt x="4369699" y="6639358"/>
                  <a:pt x="4353313" y="6643606"/>
                </a:cubicBezTo>
                <a:cubicBezTo>
                  <a:pt x="4330858" y="6649068"/>
                  <a:pt x="4307188" y="6657565"/>
                  <a:pt x="4284733" y="6656351"/>
                </a:cubicBezTo>
                <a:cubicBezTo>
                  <a:pt x="4267133" y="6655137"/>
                  <a:pt x="4250746" y="6641786"/>
                  <a:pt x="4233146" y="6633289"/>
                </a:cubicBezTo>
                <a:cubicBezTo>
                  <a:pt x="4236788" y="6641786"/>
                  <a:pt x="4240429" y="6651496"/>
                  <a:pt x="4248319" y="6670917"/>
                </a:cubicBezTo>
                <a:cubicBezTo>
                  <a:pt x="4173063" y="6693979"/>
                  <a:pt x="4100234" y="6716434"/>
                  <a:pt x="4023158" y="6740104"/>
                </a:cubicBezTo>
                <a:cubicBezTo>
                  <a:pt x="4021944" y="6743745"/>
                  <a:pt x="4020123" y="6753455"/>
                  <a:pt x="4018303" y="6761345"/>
                </a:cubicBezTo>
                <a:cubicBezTo>
                  <a:pt x="3997061" y="6763166"/>
                  <a:pt x="3977640" y="6763166"/>
                  <a:pt x="3958826" y="6766201"/>
                </a:cubicBezTo>
                <a:cubicBezTo>
                  <a:pt x="3928481" y="6771055"/>
                  <a:pt x="3898136" y="6783800"/>
                  <a:pt x="3871432" y="6753455"/>
                </a:cubicBezTo>
                <a:cubicBezTo>
                  <a:pt x="3866577" y="6747994"/>
                  <a:pt x="3846549" y="6747994"/>
                  <a:pt x="3838660" y="6752848"/>
                </a:cubicBezTo>
                <a:cubicBezTo>
                  <a:pt x="3777362" y="6791084"/>
                  <a:pt x="3712423" y="6804435"/>
                  <a:pt x="3641416" y="6793511"/>
                </a:cubicBezTo>
                <a:cubicBezTo>
                  <a:pt x="3629885" y="6791690"/>
                  <a:pt x="3612892" y="6805042"/>
                  <a:pt x="3603788" y="6815966"/>
                </a:cubicBezTo>
                <a:cubicBezTo>
                  <a:pt x="3583760" y="6840242"/>
                  <a:pt x="3565553" y="6853594"/>
                  <a:pt x="3540670" y="6819001"/>
                </a:cubicBezTo>
                <a:cubicBezTo>
                  <a:pt x="3528532" y="6834173"/>
                  <a:pt x="3520036" y="6845098"/>
                  <a:pt x="3512753" y="6854202"/>
                </a:cubicBezTo>
                <a:cubicBezTo>
                  <a:pt x="3479373" y="6846312"/>
                  <a:pt x="3447814" y="6839029"/>
                  <a:pt x="3413828" y="6831139"/>
                </a:cubicBezTo>
                <a:cubicBezTo>
                  <a:pt x="3416255" y="6819001"/>
                  <a:pt x="3418076" y="6809291"/>
                  <a:pt x="3419897" y="6798973"/>
                </a:cubicBezTo>
                <a:cubicBezTo>
                  <a:pt x="3403510" y="6794118"/>
                  <a:pt x="3387731" y="6789263"/>
                  <a:pt x="3368310" y="6783800"/>
                </a:cubicBezTo>
                <a:cubicBezTo>
                  <a:pt x="3368917" y="6792297"/>
                  <a:pt x="3370131" y="6800187"/>
                  <a:pt x="3371345" y="6810504"/>
                </a:cubicBezTo>
                <a:cubicBezTo>
                  <a:pt x="3305799" y="6818394"/>
                  <a:pt x="3240253" y="6837815"/>
                  <a:pt x="3178349" y="6795938"/>
                </a:cubicBezTo>
                <a:cubicBezTo>
                  <a:pt x="3143149" y="6771662"/>
                  <a:pt x="3106128" y="6763166"/>
                  <a:pt x="3062431" y="6768021"/>
                </a:cubicBezTo>
                <a:cubicBezTo>
                  <a:pt x="3043617" y="6770449"/>
                  <a:pt x="3022375" y="6754669"/>
                  <a:pt x="3002348" y="6748600"/>
                </a:cubicBezTo>
                <a:cubicBezTo>
                  <a:pt x="2990816" y="6744959"/>
                  <a:pt x="2978678" y="6742531"/>
                  <a:pt x="2966540" y="6741317"/>
                </a:cubicBezTo>
                <a:cubicBezTo>
                  <a:pt x="2932554" y="6737069"/>
                  <a:pt x="2890678" y="6758917"/>
                  <a:pt x="2870650" y="6710365"/>
                </a:cubicBezTo>
                <a:cubicBezTo>
                  <a:pt x="2869436" y="6707331"/>
                  <a:pt x="2863367" y="6704296"/>
                  <a:pt x="2860939" y="6704903"/>
                </a:cubicBezTo>
                <a:cubicBezTo>
                  <a:pt x="2816028" y="6722503"/>
                  <a:pt x="2804497" y="6676986"/>
                  <a:pt x="2777794" y="6659993"/>
                </a:cubicBezTo>
                <a:cubicBezTo>
                  <a:pt x="2771725" y="6655744"/>
                  <a:pt x="2772938" y="6639965"/>
                  <a:pt x="2769904" y="6624185"/>
                </a:cubicBezTo>
                <a:cubicBezTo>
                  <a:pt x="2766262" y="6624185"/>
                  <a:pt x="2753517" y="6625399"/>
                  <a:pt x="2741379" y="6624185"/>
                </a:cubicBezTo>
                <a:cubicBezTo>
                  <a:pt x="2726207" y="6622364"/>
                  <a:pt x="2703751" y="6623579"/>
                  <a:pt x="2697075" y="6614475"/>
                </a:cubicBezTo>
                <a:cubicBezTo>
                  <a:pt x="2664303" y="6569564"/>
                  <a:pt x="2604826" y="6568350"/>
                  <a:pt x="2568412" y="6521619"/>
                </a:cubicBezTo>
                <a:cubicBezTo>
                  <a:pt x="2525322" y="6465784"/>
                  <a:pt x="2459777" y="6425121"/>
                  <a:pt x="2398479" y="6386887"/>
                </a:cubicBezTo>
                <a:cubicBezTo>
                  <a:pt x="2370562" y="6369286"/>
                  <a:pt x="2338396" y="6357148"/>
                  <a:pt x="2308658" y="6340155"/>
                </a:cubicBezTo>
                <a:cubicBezTo>
                  <a:pt x="2271030" y="6318913"/>
                  <a:pt x="2256464" y="6281285"/>
                  <a:pt x="2224298" y="6261257"/>
                </a:cubicBezTo>
                <a:cubicBezTo>
                  <a:pt x="2184850" y="6236981"/>
                  <a:pt x="2141760" y="6219381"/>
                  <a:pt x="2099276" y="6199353"/>
                </a:cubicBezTo>
                <a:cubicBezTo>
                  <a:pt x="2091387" y="6195712"/>
                  <a:pt x="2076821" y="6198140"/>
                  <a:pt x="2073786" y="6193284"/>
                </a:cubicBezTo>
                <a:cubicBezTo>
                  <a:pt x="2051331" y="6152622"/>
                  <a:pt x="2010062" y="6165367"/>
                  <a:pt x="1973648" y="6155049"/>
                </a:cubicBezTo>
                <a:cubicBezTo>
                  <a:pt x="1982144" y="6114387"/>
                  <a:pt x="1957261" y="6096787"/>
                  <a:pt x="1923274" y="6083435"/>
                </a:cubicBezTo>
                <a:cubicBezTo>
                  <a:pt x="1895357" y="6072511"/>
                  <a:pt x="1872295" y="6031241"/>
                  <a:pt x="1877150" y="6005751"/>
                </a:cubicBezTo>
                <a:cubicBezTo>
                  <a:pt x="1826777" y="5991186"/>
                  <a:pt x="1777011" y="5974799"/>
                  <a:pt x="1746059" y="5927461"/>
                </a:cubicBezTo>
                <a:cubicBezTo>
                  <a:pt x="1741811" y="5921392"/>
                  <a:pt x="1735135" y="5915323"/>
                  <a:pt x="1728459" y="5912895"/>
                </a:cubicBezTo>
                <a:cubicBezTo>
                  <a:pt x="1679907" y="5894688"/>
                  <a:pt x="1664127" y="5853419"/>
                  <a:pt x="1652596" y="5808508"/>
                </a:cubicBezTo>
                <a:cubicBezTo>
                  <a:pt x="1651382" y="5803653"/>
                  <a:pt x="1648348" y="5798798"/>
                  <a:pt x="1645313" y="5794549"/>
                </a:cubicBezTo>
                <a:cubicBezTo>
                  <a:pt x="1623465" y="5765418"/>
                  <a:pt x="1623465" y="5765418"/>
                  <a:pt x="1638637" y="5734466"/>
                </a:cubicBezTo>
                <a:cubicBezTo>
                  <a:pt x="1587657" y="5718686"/>
                  <a:pt x="1536678" y="5702300"/>
                  <a:pt x="1483877" y="5685914"/>
                </a:cubicBezTo>
                <a:cubicBezTo>
                  <a:pt x="1484484" y="5688948"/>
                  <a:pt x="1485091" y="5695624"/>
                  <a:pt x="1486305" y="5711404"/>
                </a:cubicBezTo>
                <a:cubicBezTo>
                  <a:pt x="1395269" y="5631292"/>
                  <a:pt x="1283599" y="5627651"/>
                  <a:pt x="1170715" y="5602768"/>
                </a:cubicBezTo>
                <a:cubicBezTo>
                  <a:pt x="1185281" y="5591844"/>
                  <a:pt x="1195598" y="5583954"/>
                  <a:pt x="1201060" y="5579706"/>
                </a:cubicBezTo>
                <a:cubicBezTo>
                  <a:pt x="1165253" y="5558464"/>
                  <a:pt x="1127625" y="5536616"/>
                  <a:pt x="1089997" y="5514160"/>
                </a:cubicBezTo>
                <a:cubicBezTo>
                  <a:pt x="1084535" y="5511126"/>
                  <a:pt x="1075432" y="5506271"/>
                  <a:pt x="1075432" y="5502022"/>
                </a:cubicBezTo>
                <a:cubicBezTo>
                  <a:pt x="1077252" y="5443760"/>
                  <a:pt x="1039624" y="5461967"/>
                  <a:pt x="1008065" y="5466215"/>
                </a:cubicBezTo>
                <a:cubicBezTo>
                  <a:pt x="1004424" y="5466822"/>
                  <a:pt x="1000783" y="5465001"/>
                  <a:pt x="993500" y="5463787"/>
                </a:cubicBezTo>
                <a:cubicBezTo>
                  <a:pt x="998355" y="5454077"/>
                  <a:pt x="1003210" y="5446187"/>
                  <a:pt x="1005031" y="5441939"/>
                </a:cubicBezTo>
                <a:cubicBezTo>
                  <a:pt x="974686" y="5389745"/>
                  <a:pt x="915816" y="5355152"/>
                  <a:pt x="944947" y="5275648"/>
                </a:cubicBezTo>
                <a:cubicBezTo>
                  <a:pt x="920671" y="5283537"/>
                  <a:pt x="904892" y="5288999"/>
                  <a:pt x="875761" y="5298710"/>
                </a:cubicBezTo>
                <a:cubicBezTo>
                  <a:pt x="929775" y="5245909"/>
                  <a:pt x="889719" y="5244089"/>
                  <a:pt x="856947" y="5240447"/>
                </a:cubicBezTo>
                <a:cubicBezTo>
                  <a:pt x="873333" y="5212529"/>
                  <a:pt x="811429" y="5147591"/>
                  <a:pt x="751345" y="5131205"/>
                </a:cubicBezTo>
                <a:cubicBezTo>
                  <a:pt x="760449" y="5106929"/>
                  <a:pt x="769553" y="5083259"/>
                  <a:pt x="778656" y="5057769"/>
                </a:cubicBezTo>
                <a:cubicBezTo>
                  <a:pt x="745276" y="5044417"/>
                  <a:pt x="708255" y="5029245"/>
                  <a:pt x="670021" y="5014072"/>
                </a:cubicBezTo>
                <a:cubicBezTo>
                  <a:pt x="687014" y="4998900"/>
                  <a:pt x="702793" y="4983727"/>
                  <a:pt x="723428" y="4965520"/>
                </a:cubicBezTo>
                <a:cubicBezTo>
                  <a:pt x="691262" y="4953989"/>
                  <a:pt x="663952" y="4944278"/>
                  <a:pt x="637248" y="4935175"/>
                </a:cubicBezTo>
                <a:cubicBezTo>
                  <a:pt x="636034" y="4938209"/>
                  <a:pt x="634820" y="4941851"/>
                  <a:pt x="633606" y="4944886"/>
                </a:cubicBezTo>
                <a:cubicBezTo>
                  <a:pt x="614792" y="4917575"/>
                  <a:pt x="596585" y="4889657"/>
                  <a:pt x="579592" y="4864774"/>
                </a:cubicBezTo>
                <a:cubicBezTo>
                  <a:pt x="587482" y="4838678"/>
                  <a:pt x="598406" y="4815008"/>
                  <a:pt x="599620" y="4790125"/>
                </a:cubicBezTo>
                <a:cubicBezTo>
                  <a:pt x="600227" y="4777380"/>
                  <a:pt x="584447" y="4760387"/>
                  <a:pt x="571702" y="4751891"/>
                </a:cubicBezTo>
                <a:cubicBezTo>
                  <a:pt x="545606" y="4734290"/>
                  <a:pt x="515867" y="4721545"/>
                  <a:pt x="526792" y="4678455"/>
                </a:cubicBezTo>
                <a:cubicBezTo>
                  <a:pt x="498267" y="4687559"/>
                  <a:pt x="472777" y="4731863"/>
                  <a:pt x="452749" y="4679062"/>
                </a:cubicBezTo>
                <a:cubicBezTo>
                  <a:pt x="406018" y="4693021"/>
                  <a:pt x="396307" y="4688166"/>
                  <a:pt x="396307" y="4651752"/>
                </a:cubicBezTo>
                <a:cubicBezTo>
                  <a:pt x="407839" y="4657821"/>
                  <a:pt x="419370" y="4664496"/>
                  <a:pt x="430901" y="4671172"/>
                </a:cubicBezTo>
                <a:cubicBezTo>
                  <a:pt x="413908" y="4642041"/>
                  <a:pt x="428473" y="4579530"/>
                  <a:pt x="360500" y="4611696"/>
                </a:cubicBezTo>
                <a:cubicBezTo>
                  <a:pt x="360500" y="4607447"/>
                  <a:pt x="359893" y="4603199"/>
                  <a:pt x="359893" y="4598344"/>
                </a:cubicBezTo>
                <a:cubicBezTo>
                  <a:pt x="377493" y="4583171"/>
                  <a:pt x="395094" y="4567392"/>
                  <a:pt x="415728" y="4549185"/>
                </a:cubicBezTo>
                <a:cubicBezTo>
                  <a:pt x="402983" y="4540688"/>
                  <a:pt x="387811" y="4530978"/>
                  <a:pt x="370818" y="4520054"/>
                </a:cubicBezTo>
                <a:cubicBezTo>
                  <a:pt x="386597" y="4501240"/>
                  <a:pt x="401163" y="4482426"/>
                  <a:pt x="413301" y="4467860"/>
                </a:cubicBezTo>
                <a:cubicBezTo>
                  <a:pt x="391452" y="4463005"/>
                  <a:pt x="370818" y="4458756"/>
                  <a:pt x="350183" y="4452687"/>
                </a:cubicBezTo>
                <a:cubicBezTo>
                  <a:pt x="348969" y="4452081"/>
                  <a:pt x="352610" y="4436301"/>
                  <a:pt x="354431" y="4426591"/>
                </a:cubicBezTo>
                <a:cubicBezTo>
                  <a:pt x="345328" y="4425377"/>
                  <a:pt x="333796" y="4423556"/>
                  <a:pt x="322265" y="4422342"/>
                </a:cubicBezTo>
                <a:cubicBezTo>
                  <a:pt x="321658" y="4419308"/>
                  <a:pt x="321052" y="4416273"/>
                  <a:pt x="320445" y="4413239"/>
                </a:cubicBezTo>
                <a:cubicBezTo>
                  <a:pt x="351397" y="4401101"/>
                  <a:pt x="382349" y="4389570"/>
                  <a:pt x="412694" y="4377432"/>
                </a:cubicBezTo>
                <a:cubicBezTo>
                  <a:pt x="382349" y="4368328"/>
                  <a:pt x="349576" y="4386535"/>
                  <a:pt x="329548" y="4347693"/>
                </a:cubicBezTo>
                <a:cubicBezTo>
                  <a:pt x="338652" y="4341624"/>
                  <a:pt x="346541" y="4335555"/>
                  <a:pt x="350790" y="4332521"/>
                </a:cubicBezTo>
                <a:cubicBezTo>
                  <a:pt x="336831" y="4319776"/>
                  <a:pt x="322872" y="4307638"/>
                  <a:pt x="305272" y="4292465"/>
                </a:cubicBezTo>
                <a:cubicBezTo>
                  <a:pt x="347148" y="4287003"/>
                  <a:pt x="383562" y="4281541"/>
                  <a:pt x="430294" y="4275472"/>
                </a:cubicBezTo>
                <a:cubicBezTo>
                  <a:pt x="374459" y="4253623"/>
                  <a:pt x="327727" y="4238451"/>
                  <a:pt x="284030" y="4217209"/>
                </a:cubicBezTo>
                <a:cubicBezTo>
                  <a:pt x="264610" y="4208106"/>
                  <a:pt x="247616" y="4189898"/>
                  <a:pt x="235478" y="4171085"/>
                </a:cubicBezTo>
                <a:cubicBezTo>
                  <a:pt x="230016" y="4163195"/>
                  <a:pt x="239727" y="4144988"/>
                  <a:pt x="243975" y="4125567"/>
                </a:cubicBezTo>
                <a:cubicBezTo>
                  <a:pt x="228195" y="4121318"/>
                  <a:pt x="209988" y="4116463"/>
                  <a:pt x="195423" y="4112215"/>
                </a:cubicBezTo>
                <a:cubicBezTo>
                  <a:pt x="194209" y="4092794"/>
                  <a:pt x="192995" y="4074587"/>
                  <a:pt x="191781" y="4055773"/>
                </a:cubicBezTo>
                <a:cubicBezTo>
                  <a:pt x="188140" y="4055773"/>
                  <a:pt x="184498" y="4055166"/>
                  <a:pt x="181464" y="4055166"/>
                </a:cubicBezTo>
                <a:cubicBezTo>
                  <a:pt x="186926" y="4047276"/>
                  <a:pt x="192995" y="4039387"/>
                  <a:pt x="200885" y="4028462"/>
                </a:cubicBezTo>
                <a:cubicBezTo>
                  <a:pt x="186319" y="4023607"/>
                  <a:pt x="174788" y="4019359"/>
                  <a:pt x="159009" y="4013897"/>
                </a:cubicBezTo>
                <a:cubicBezTo>
                  <a:pt x="171753" y="4003579"/>
                  <a:pt x="182678" y="3995083"/>
                  <a:pt x="197850" y="3982945"/>
                </a:cubicBezTo>
                <a:cubicBezTo>
                  <a:pt x="183285" y="3962917"/>
                  <a:pt x="168719" y="3944103"/>
                  <a:pt x="152939" y="3922254"/>
                </a:cubicBezTo>
                <a:cubicBezTo>
                  <a:pt x="156581" y="3917399"/>
                  <a:pt x="163864" y="3909509"/>
                  <a:pt x="175395" y="3895551"/>
                </a:cubicBezTo>
                <a:cubicBezTo>
                  <a:pt x="158402" y="3898585"/>
                  <a:pt x="147477" y="3900406"/>
                  <a:pt x="135946" y="3902227"/>
                </a:cubicBezTo>
                <a:cubicBezTo>
                  <a:pt x="135339" y="3900406"/>
                  <a:pt x="134732" y="3897978"/>
                  <a:pt x="133519" y="3896158"/>
                </a:cubicBezTo>
                <a:cubicBezTo>
                  <a:pt x="153546" y="3885840"/>
                  <a:pt x="173574" y="3874916"/>
                  <a:pt x="196636" y="3862778"/>
                </a:cubicBezTo>
                <a:cubicBezTo>
                  <a:pt x="178429" y="3860957"/>
                  <a:pt x="162650" y="3859744"/>
                  <a:pt x="135339" y="3856709"/>
                </a:cubicBezTo>
                <a:cubicBezTo>
                  <a:pt x="154760" y="3834860"/>
                  <a:pt x="168112" y="3820295"/>
                  <a:pt x="182678" y="3804515"/>
                </a:cubicBezTo>
                <a:cubicBezTo>
                  <a:pt x="171753" y="3803301"/>
                  <a:pt x="162043" y="3802695"/>
                  <a:pt x="152333" y="3801481"/>
                </a:cubicBezTo>
                <a:cubicBezTo>
                  <a:pt x="152333" y="3799053"/>
                  <a:pt x="151726" y="3797232"/>
                  <a:pt x="151726" y="3794805"/>
                </a:cubicBezTo>
                <a:cubicBezTo>
                  <a:pt x="163864" y="3791163"/>
                  <a:pt x="176002" y="3786915"/>
                  <a:pt x="188747" y="3783274"/>
                </a:cubicBezTo>
                <a:cubicBezTo>
                  <a:pt x="151119" y="3780846"/>
                  <a:pt x="145050" y="3758391"/>
                  <a:pt x="143229" y="3728652"/>
                </a:cubicBezTo>
                <a:cubicBezTo>
                  <a:pt x="142622" y="3717728"/>
                  <a:pt x="127450" y="3707411"/>
                  <a:pt x="119560" y="3696487"/>
                </a:cubicBezTo>
                <a:cubicBezTo>
                  <a:pt x="114705" y="3689811"/>
                  <a:pt x="107422" y="3681314"/>
                  <a:pt x="109242" y="3675852"/>
                </a:cubicBezTo>
                <a:cubicBezTo>
                  <a:pt x="111063" y="3669783"/>
                  <a:pt x="120774" y="3662500"/>
                  <a:pt x="128056" y="3660679"/>
                </a:cubicBezTo>
                <a:cubicBezTo>
                  <a:pt x="145657" y="3657038"/>
                  <a:pt x="163864" y="3657038"/>
                  <a:pt x="182678" y="3647934"/>
                </a:cubicBezTo>
                <a:cubicBezTo>
                  <a:pt x="143836" y="3645507"/>
                  <a:pt x="104387" y="3643079"/>
                  <a:pt x="61297" y="3640651"/>
                </a:cubicBezTo>
                <a:cubicBezTo>
                  <a:pt x="74042" y="3629121"/>
                  <a:pt x="86180" y="3617589"/>
                  <a:pt x="101353" y="3604237"/>
                </a:cubicBezTo>
                <a:cubicBezTo>
                  <a:pt x="89822" y="3596348"/>
                  <a:pt x="80111" y="3590279"/>
                  <a:pt x="67366" y="3581175"/>
                </a:cubicBezTo>
                <a:cubicBezTo>
                  <a:pt x="81325" y="3569644"/>
                  <a:pt x="94677" y="3559327"/>
                  <a:pt x="110456" y="3546582"/>
                </a:cubicBezTo>
                <a:cubicBezTo>
                  <a:pt x="107422" y="3532623"/>
                  <a:pt x="103173" y="3515630"/>
                  <a:pt x="98318" y="3494995"/>
                </a:cubicBezTo>
                <a:cubicBezTo>
                  <a:pt x="87394" y="3501064"/>
                  <a:pt x="77077" y="3506526"/>
                  <a:pt x="66152" y="3511988"/>
                </a:cubicBezTo>
                <a:cubicBezTo>
                  <a:pt x="64939" y="3490140"/>
                  <a:pt x="63725" y="3470719"/>
                  <a:pt x="61904" y="3445229"/>
                </a:cubicBezTo>
                <a:cubicBezTo>
                  <a:pt x="65545" y="3443408"/>
                  <a:pt x="75256" y="3437946"/>
                  <a:pt x="87394" y="3431270"/>
                </a:cubicBezTo>
                <a:cubicBezTo>
                  <a:pt x="81932" y="3420953"/>
                  <a:pt x="77684" y="3412456"/>
                  <a:pt x="72828" y="3403353"/>
                </a:cubicBezTo>
                <a:cubicBezTo>
                  <a:pt x="93463" y="3400318"/>
                  <a:pt x="112884" y="3397890"/>
                  <a:pt x="133519" y="3394856"/>
                </a:cubicBezTo>
                <a:cubicBezTo>
                  <a:pt x="122594" y="3362083"/>
                  <a:pt x="112884" y="3332952"/>
                  <a:pt x="99532" y="3292290"/>
                </a:cubicBezTo>
                <a:cubicBezTo>
                  <a:pt x="114705" y="3300786"/>
                  <a:pt x="123201" y="3305641"/>
                  <a:pt x="135339" y="3312924"/>
                </a:cubicBezTo>
                <a:cubicBezTo>
                  <a:pt x="136553" y="3311710"/>
                  <a:pt x="141408" y="3306248"/>
                  <a:pt x="148084" y="3302000"/>
                </a:cubicBezTo>
                <a:cubicBezTo>
                  <a:pt x="152939" y="3298965"/>
                  <a:pt x="158402" y="3297145"/>
                  <a:pt x="165684" y="3294110"/>
                </a:cubicBezTo>
                <a:cubicBezTo>
                  <a:pt x="146264" y="3269227"/>
                  <a:pt x="100139" y="3305034"/>
                  <a:pt x="96498" y="3255268"/>
                </a:cubicBezTo>
                <a:cubicBezTo>
                  <a:pt x="106208" y="3249806"/>
                  <a:pt x="117739" y="3243737"/>
                  <a:pt x="127450" y="3238882"/>
                </a:cubicBezTo>
                <a:cubicBezTo>
                  <a:pt x="111063" y="3202468"/>
                  <a:pt x="93463" y="3167267"/>
                  <a:pt x="42483" y="3182440"/>
                </a:cubicBezTo>
                <a:cubicBezTo>
                  <a:pt x="37628" y="3183654"/>
                  <a:pt x="28524" y="3170302"/>
                  <a:pt x="13959" y="3156950"/>
                </a:cubicBezTo>
                <a:cubicBezTo>
                  <a:pt x="35200" y="3159378"/>
                  <a:pt x="46125" y="3159985"/>
                  <a:pt x="56442" y="3161198"/>
                </a:cubicBezTo>
                <a:cubicBezTo>
                  <a:pt x="67973" y="3127212"/>
                  <a:pt x="84359" y="3096260"/>
                  <a:pt x="52194" y="3064701"/>
                </a:cubicBezTo>
                <a:cubicBezTo>
                  <a:pt x="46732" y="3059239"/>
                  <a:pt x="57656" y="3037997"/>
                  <a:pt x="61904" y="3019790"/>
                </a:cubicBezTo>
                <a:cubicBezTo>
                  <a:pt x="40056" y="3019790"/>
                  <a:pt x="21848" y="3019790"/>
                  <a:pt x="3641" y="3019790"/>
                </a:cubicBezTo>
                <a:cubicBezTo>
                  <a:pt x="2428" y="3016756"/>
                  <a:pt x="1214" y="3013721"/>
                  <a:pt x="0" y="3011294"/>
                </a:cubicBezTo>
                <a:cubicBezTo>
                  <a:pt x="10317" y="3003404"/>
                  <a:pt x="20635" y="2996121"/>
                  <a:pt x="30952" y="2988231"/>
                </a:cubicBezTo>
                <a:cubicBezTo>
                  <a:pt x="20635" y="2941500"/>
                  <a:pt x="32166" y="2902051"/>
                  <a:pt x="72828" y="2876561"/>
                </a:cubicBezTo>
                <a:cubicBezTo>
                  <a:pt x="51587" y="2834078"/>
                  <a:pt x="30952" y="2792809"/>
                  <a:pt x="10317" y="2752146"/>
                </a:cubicBezTo>
                <a:cubicBezTo>
                  <a:pt x="13352" y="2749112"/>
                  <a:pt x="15779" y="2746077"/>
                  <a:pt x="18814" y="2742436"/>
                </a:cubicBezTo>
                <a:cubicBezTo>
                  <a:pt x="30952" y="2746684"/>
                  <a:pt x="44911" y="2748505"/>
                  <a:pt x="54621" y="2755787"/>
                </a:cubicBezTo>
                <a:cubicBezTo>
                  <a:pt x="82539" y="2777029"/>
                  <a:pt x="108636" y="2760643"/>
                  <a:pt x="117739" y="2741222"/>
                </a:cubicBezTo>
                <a:cubicBezTo>
                  <a:pt x="135339" y="2704201"/>
                  <a:pt x="148084" y="2721801"/>
                  <a:pt x="172967" y="2744256"/>
                </a:cubicBezTo>
                <a:cubicBezTo>
                  <a:pt x="163257" y="2703594"/>
                  <a:pt x="155974" y="2672035"/>
                  <a:pt x="148084" y="2638655"/>
                </a:cubicBezTo>
                <a:cubicBezTo>
                  <a:pt x="164471" y="2625910"/>
                  <a:pt x="186319" y="2608917"/>
                  <a:pt x="208168" y="2591924"/>
                </a:cubicBezTo>
                <a:cubicBezTo>
                  <a:pt x="143836" y="2585855"/>
                  <a:pt x="176002" y="2522737"/>
                  <a:pt x="146264" y="2501495"/>
                </a:cubicBezTo>
                <a:cubicBezTo>
                  <a:pt x="155367" y="2477826"/>
                  <a:pt x="163864" y="2455371"/>
                  <a:pt x="172967" y="2430488"/>
                </a:cubicBezTo>
                <a:cubicBezTo>
                  <a:pt x="168112" y="2429274"/>
                  <a:pt x="154153" y="2430488"/>
                  <a:pt x="146870" y="2423812"/>
                </a:cubicBezTo>
                <a:cubicBezTo>
                  <a:pt x="135946" y="2414101"/>
                  <a:pt x="125022" y="2399536"/>
                  <a:pt x="123808" y="2386184"/>
                </a:cubicBezTo>
                <a:cubicBezTo>
                  <a:pt x="121987" y="2365549"/>
                  <a:pt x="126843" y="2344308"/>
                  <a:pt x="131091" y="2323673"/>
                </a:cubicBezTo>
                <a:cubicBezTo>
                  <a:pt x="138374" y="2286045"/>
                  <a:pt x="142015" y="2247203"/>
                  <a:pt x="188747" y="2232031"/>
                </a:cubicBezTo>
                <a:cubicBezTo>
                  <a:pt x="202705" y="2227175"/>
                  <a:pt x="212416" y="2207754"/>
                  <a:pt x="222733" y="2196223"/>
                </a:cubicBezTo>
                <a:cubicBezTo>
                  <a:pt x="213630" y="2188334"/>
                  <a:pt x="201492" y="2177409"/>
                  <a:pt x="189354" y="2167092"/>
                </a:cubicBezTo>
                <a:cubicBezTo>
                  <a:pt x="213023" y="2119147"/>
                  <a:pt x="251865" y="2119147"/>
                  <a:pt x="296775" y="2134926"/>
                </a:cubicBezTo>
                <a:cubicBezTo>
                  <a:pt x="297989" y="2130678"/>
                  <a:pt x="298596" y="2126429"/>
                  <a:pt x="299810" y="2122181"/>
                </a:cubicBezTo>
                <a:cubicBezTo>
                  <a:pt x="288886" y="2114291"/>
                  <a:pt x="278568" y="2105188"/>
                  <a:pt x="267037" y="2098512"/>
                </a:cubicBezTo>
                <a:cubicBezTo>
                  <a:pt x="243368" y="2085767"/>
                  <a:pt x="234871" y="2070594"/>
                  <a:pt x="251258" y="2045711"/>
                </a:cubicBezTo>
                <a:cubicBezTo>
                  <a:pt x="270679" y="2016580"/>
                  <a:pt x="290706" y="1994125"/>
                  <a:pt x="332583" y="2009904"/>
                </a:cubicBezTo>
                <a:cubicBezTo>
                  <a:pt x="347148" y="2015366"/>
                  <a:pt x="368390" y="2004442"/>
                  <a:pt x="386597" y="2000801"/>
                </a:cubicBezTo>
                <a:cubicBezTo>
                  <a:pt x="385990" y="1995945"/>
                  <a:pt x="385383" y="1991697"/>
                  <a:pt x="384776" y="1986842"/>
                </a:cubicBezTo>
                <a:cubicBezTo>
                  <a:pt x="368997" y="1984414"/>
                  <a:pt x="353217" y="1981987"/>
                  <a:pt x="337438" y="1979559"/>
                </a:cubicBezTo>
                <a:cubicBezTo>
                  <a:pt x="361107" y="1973490"/>
                  <a:pt x="386597" y="1970455"/>
                  <a:pt x="379314" y="1934648"/>
                </a:cubicBezTo>
                <a:cubicBezTo>
                  <a:pt x="378707" y="1930400"/>
                  <a:pt x="392059" y="1920689"/>
                  <a:pt x="400556" y="1917048"/>
                </a:cubicBezTo>
                <a:cubicBezTo>
                  <a:pt x="420584" y="1908551"/>
                  <a:pt x="441825" y="1901875"/>
                  <a:pt x="463067" y="1894593"/>
                </a:cubicBezTo>
                <a:cubicBezTo>
                  <a:pt x="462460" y="1891558"/>
                  <a:pt x="461853" y="1887917"/>
                  <a:pt x="460639" y="1884882"/>
                </a:cubicBezTo>
                <a:cubicBezTo>
                  <a:pt x="449108" y="1883668"/>
                  <a:pt x="436970" y="1882455"/>
                  <a:pt x="418156" y="1880634"/>
                </a:cubicBezTo>
                <a:cubicBezTo>
                  <a:pt x="428473" y="1870923"/>
                  <a:pt x="435149" y="1864854"/>
                  <a:pt x="443646" y="1856965"/>
                </a:cubicBezTo>
                <a:cubicBezTo>
                  <a:pt x="438791" y="1848468"/>
                  <a:pt x="433329" y="1838757"/>
                  <a:pt x="429080" y="1830261"/>
                </a:cubicBezTo>
                <a:cubicBezTo>
                  <a:pt x="445467" y="1816909"/>
                  <a:pt x="460639" y="1804164"/>
                  <a:pt x="479453" y="1788992"/>
                </a:cubicBezTo>
                <a:cubicBezTo>
                  <a:pt x="479453" y="1788992"/>
                  <a:pt x="485522" y="1792026"/>
                  <a:pt x="493412" y="1796274"/>
                </a:cubicBezTo>
                <a:cubicBezTo>
                  <a:pt x="493412" y="1784743"/>
                  <a:pt x="493412" y="1775033"/>
                  <a:pt x="493412" y="1762895"/>
                </a:cubicBezTo>
                <a:cubicBezTo>
                  <a:pt x="503729" y="1760467"/>
                  <a:pt x="514047" y="1758040"/>
                  <a:pt x="524971" y="1755612"/>
                </a:cubicBezTo>
                <a:cubicBezTo>
                  <a:pt x="524971" y="1752577"/>
                  <a:pt x="524971" y="1750150"/>
                  <a:pt x="524971" y="1747115"/>
                </a:cubicBezTo>
                <a:cubicBezTo>
                  <a:pt x="515260" y="1745901"/>
                  <a:pt x="505550" y="1744081"/>
                  <a:pt x="495233" y="1742867"/>
                </a:cubicBezTo>
                <a:cubicBezTo>
                  <a:pt x="489770" y="1682784"/>
                  <a:pt x="527398" y="1639087"/>
                  <a:pt x="588089" y="1651225"/>
                </a:cubicBezTo>
                <a:cubicBezTo>
                  <a:pt x="561992" y="1623914"/>
                  <a:pt x="541964" y="1602065"/>
                  <a:pt x="523150" y="1582038"/>
                </a:cubicBezTo>
                <a:cubicBezTo>
                  <a:pt x="540750" y="1583251"/>
                  <a:pt x="562599" y="1584465"/>
                  <a:pt x="590516" y="1586286"/>
                </a:cubicBezTo>
                <a:cubicBezTo>
                  <a:pt x="578985" y="1571720"/>
                  <a:pt x="569882" y="1560796"/>
                  <a:pt x="560778" y="1549872"/>
                </a:cubicBezTo>
                <a:cubicBezTo>
                  <a:pt x="561992" y="1547444"/>
                  <a:pt x="563813" y="1545017"/>
                  <a:pt x="565026" y="1543196"/>
                </a:cubicBezTo>
                <a:cubicBezTo>
                  <a:pt x="581413" y="1554120"/>
                  <a:pt x="597799" y="1565044"/>
                  <a:pt x="614792" y="1575969"/>
                </a:cubicBezTo>
                <a:cubicBezTo>
                  <a:pt x="622075" y="1569900"/>
                  <a:pt x="631786" y="1562010"/>
                  <a:pt x="643924" y="1551693"/>
                </a:cubicBezTo>
                <a:cubicBezTo>
                  <a:pt x="619041" y="1540768"/>
                  <a:pt x="579592" y="1551086"/>
                  <a:pt x="583840" y="1504961"/>
                </a:cubicBezTo>
                <a:cubicBezTo>
                  <a:pt x="563206" y="1501320"/>
                  <a:pt x="541357" y="1497071"/>
                  <a:pt x="518902" y="1492823"/>
                </a:cubicBezTo>
                <a:cubicBezTo>
                  <a:pt x="518902" y="1489788"/>
                  <a:pt x="518295" y="1487361"/>
                  <a:pt x="518295" y="1484326"/>
                </a:cubicBezTo>
                <a:cubicBezTo>
                  <a:pt x="538323" y="1481292"/>
                  <a:pt x="558350" y="1478257"/>
                  <a:pt x="571095" y="1476437"/>
                </a:cubicBezTo>
                <a:cubicBezTo>
                  <a:pt x="573523" y="1467333"/>
                  <a:pt x="574737" y="1453981"/>
                  <a:pt x="577771" y="1453981"/>
                </a:cubicBezTo>
                <a:cubicBezTo>
                  <a:pt x="605082" y="1450947"/>
                  <a:pt x="632999" y="1450340"/>
                  <a:pt x="660310" y="1449126"/>
                </a:cubicBezTo>
                <a:cubicBezTo>
                  <a:pt x="662131" y="1445485"/>
                  <a:pt x="663345" y="1441843"/>
                  <a:pt x="665165" y="1438202"/>
                </a:cubicBezTo>
                <a:cubicBezTo>
                  <a:pt x="654848" y="1430312"/>
                  <a:pt x="644531" y="1421815"/>
                  <a:pt x="632999" y="1413319"/>
                </a:cubicBezTo>
                <a:cubicBezTo>
                  <a:pt x="654241" y="1386008"/>
                  <a:pt x="680945" y="1362339"/>
                  <a:pt x="725856" y="1372656"/>
                </a:cubicBezTo>
                <a:cubicBezTo>
                  <a:pt x="735566" y="1375084"/>
                  <a:pt x="748311" y="1365373"/>
                  <a:pt x="762270" y="1359911"/>
                </a:cubicBezTo>
                <a:cubicBezTo>
                  <a:pt x="773194" y="1361732"/>
                  <a:pt x="788367" y="1364160"/>
                  <a:pt x="804146" y="1366587"/>
                </a:cubicBezTo>
                <a:cubicBezTo>
                  <a:pt x="805360" y="1362339"/>
                  <a:pt x="807181" y="1358091"/>
                  <a:pt x="808394" y="1353842"/>
                </a:cubicBezTo>
                <a:cubicBezTo>
                  <a:pt x="788367" y="1341097"/>
                  <a:pt x="768946" y="1328352"/>
                  <a:pt x="744063" y="1313180"/>
                </a:cubicBezTo>
                <a:cubicBezTo>
                  <a:pt x="744063" y="1328352"/>
                  <a:pt x="744063" y="1335028"/>
                  <a:pt x="744063" y="1347773"/>
                </a:cubicBezTo>
                <a:cubicBezTo>
                  <a:pt x="731925" y="1339884"/>
                  <a:pt x="723428" y="1334421"/>
                  <a:pt x="713718" y="1327745"/>
                </a:cubicBezTo>
                <a:cubicBezTo>
                  <a:pt x="730104" y="1308932"/>
                  <a:pt x="742849" y="1293759"/>
                  <a:pt x="761056" y="1273124"/>
                </a:cubicBezTo>
                <a:cubicBezTo>
                  <a:pt x="784725" y="1284655"/>
                  <a:pt x="815677" y="1325318"/>
                  <a:pt x="851484" y="1274945"/>
                </a:cubicBezTo>
                <a:cubicBezTo>
                  <a:pt x="846629" y="1267662"/>
                  <a:pt x="840560" y="1259772"/>
                  <a:pt x="831457" y="1247027"/>
                </a:cubicBezTo>
                <a:cubicBezTo>
                  <a:pt x="847843" y="1245814"/>
                  <a:pt x="860588" y="1243993"/>
                  <a:pt x="872119" y="1245207"/>
                </a:cubicBezTo>
                <a:cubicBezTo>
                  <a:pt x="873940" y="1245207"/>
                  <a:pt x="876367" y="1260379"/>
                  <a:pt x="874547" y="1267055"/>
                </a:cubicBezTo>
                <a:cubicBezTo>
                  <a:pt x="870905" y="1282228"/>
                  <a:pt x="864836" y="1296793"/>
                  <a:pt x="866657" y="1316214"/>
                </a:cubicBezTo>
                <a:cubicBezTo>
                  <a:pt x="871512" y="1310752"/>
                  <a:pt x="876974" y="1305290"/>
                  <a:pt x="881830" y="1299828"/>
                </a:cubicBezTo>
                <a:cubicBezTo>
                  <a:pt x="890933" y="1289511"/>
                  <a:pt x="900644" y="1280407"/>
                  <a:pt x="907926" y="1268876"/>
                </a:cubicBezTo>
                <a:cubicBezTo>
                  <a:pt x="917030" y="1254310"/>
                  <a:pt x="926133" y="1239138"/>
                  <a:pt x="929775" y="1222751"/>
                </a:cubicBezTo>
                <a:cubicBezTo>
                  <a:pt x="933416" y="1206365"/>
                  <a:pt x="930382" y="1188158"/>
                  <a:pt x="930382" y="1165702"/>
                </a:cubicBezTo>
                <a:cubicBezTo>
                  <a:pt x="933416" y="1165702"/>
                  <a:pt x="946161" y="1165702"/>
                  <a:pt x="964975" y="1165702"/>
                </a:cubicBezTo>
                <a:cubicBezTo>
                  <a:pt x="957086" y="1154778"/>
                  <a:pt x="952230" y="1146888"/>
                  <a:pt x="946768" y="1138999"/>
                </a:cubicBezTo>
                <a:cubicBezTo>
                  <a:pt x="958906" y="1134144"/>
                  <a:pt x="971044" y="1129895"/>
                  <a:pt x="994713" y="1120185"/>
                </a:cubicBezTo>
                <a:cubicBezTo>
                  <a:pt x="970437" y="1112295"/>
                  <a:pt x="956479" y="1108047"/>
                  <a:pt x="943127" y="1103798"/>
                </a:cubicBezTo>
                <a:cubicBezTo>
                  <a:pt x="944341" y="1089233"/>
                  <a:pt x="945554" y="1074060"/>
                  <a:pt x="946768" y="1058888"/>
                </a:cubicBezTo>
                <a:cubicBezTo>
                  <a:pt x="944341" y="1055853"/>
                  <a:pt x="941913" y="1052819"/>
                  <a:pt x="938878" y="1049784"/>
                </a:cubicBezTo>
                <a:cubicBezTo>
                  <a:pt x="979541" y="1037646"/>
                  <a:pt x="1020203" y="1025508"/>
                  <a:pt x="1061473" y="1013370"/>
                </a:cubicBezTo>
                <a:cubicBezTo>
                  <a:pt x="1059045" y="1011549"/>
                  <a:pt x="1051762" y="1006694"/>
                  <a:pt x="1045086" y="1002446"/>
                </a:cubicBezTo>
                <a:cubicBezTo>
                  <a:pt x="1046300" y="998197"/>
                  <a:pt x="1046907" y="994556"/>
                  <a:pt x="1048121" y="990308"/>
                </a:cubicBezTo>
                <a:cubicBezTo>
                  <a:pt x="1066328" y="994556"/>
                  <a:pt x="1083928" y="998804"/>
                  <a:pt x="1106991" y="1004873"/>
                </a:cubicBezTo>
                <a:cubicBezTo>
                  <a:pt x="1110632" y="993342"/>
                  <a:pt x="1116701" y="974528"/>
                  <a:pt x="1121556" y="958142"/>
                </a:cubicBezTo>
                <a:cubicBezTo>
                  <a:pt x="1153115" y="947824"/>
                  <a:pt x="1185888" y="936900"/>
                  <a:pt x="1225337" y="924155"/>
                </a:cubicBezTo>
                <a:cubicBezTo>
                  <a:pt x="1193171" y="891989"/>
                  <a:pt x="1189529" y="881065"/>
                  <a:pt x="1232012" y="874996"/>
                </a:cubicBezTo>
                <a:cubicBezTo>
                  <a:pt x="1258109" y="871355"/>
                  <a:pt x="1289061" y="848292"/>
                  <a:pt x="1302413" y="825230"/>
                </a:cubicBezTo>
                <a:cubicBezTo>
                  <a:pt x="1328510" y="781533"/>
                  <a:pt x="1364317" y="766360"/>
                  <a:pt x="1401945" y="764540"/>
                </a:cubicBezTo>
                <a:cubicBezTo>
                  <a:pt x="1394055" y="743905"/>
                  <a:pt x="1385559" y="722664"/>
                  <a:pt x="1373421" y="690498"/>
                </a:cubicBezTo>
                <a:cubicBezTo>
                  <a:pt x="1454746" y="734802"/>
                  <a:pt x="1458387" y="654083"/>
                  <a:pt x="1493587" y="629200"/>
                </a:cubicBezTo>
                <a:cubicBezTo>
                  <a:pt x="1519684" y="610993"/>
                  <a:pt x="1533036" y="575186"/>
                  <a:pt x="1573699" y="579434"/>
                </a:cubicBezTo>
                <a:cubicBezTo>
                  <a:pt x="1576733" y="580041"/>
                  <a:pt x="1582802" y="577614"/>
                  <a:pt x="1583409" y="575186"/>
                </a:cubicBezTo>
                <a:cubicBezTo>
                  <a:pt x="1603437" y="516317"/>
                  <a:pt x="1664127" y="528455"/>
                  <a:pt x="1709038" y="504179"/>
                </a:cubicBezTo>
                <a:cubicBezTo>
                  <a:pt x="1699327" y="495682"/>
                  <a:pt x="1692045" y="489006"/>
                  <a:pt x="1680513" y="478082"/>
                </a:cubicBezTo>
                <a:cubicBezTo>
                  <a:pt x="1695079" y="471406"/>
                  <a:pt x="1709038" y="459268"/>
                  <a:pt x="1716928" y="462302"/>
                </a:cubicBezTo>
                <a:cubicBezTo>
                  <a:pt x="1753342" y="476868"/>
                  <a:pt x="1769121" y="451378"/>
                  <a:pt x="1789149" y="430743"/>
                </a:cubicBezTo>
                <a:cubicBezTo>
                  <a:pt x="1796432" y="423460"/>
                  <a:pt x="1807356" y="417998"/>
                  <a:pt x="1817067" y="414357"/>
                </a:cubicBezTo>
                <a:cubicBezTo>
                  <a:pt x="1846198" y="403433"/>
                  <a:pt x="1878971" y="402219"/>
                  <a:pt x="1892323" y="363377"/>
                </a:cubicBezTo>
                <a:cubicBezTo>
                  <a:pt x="1895964" y="353060"/>
                  <a:pt x="1926916" y="353060"/>
                  <a:pt x="1946337" y="353060"/>
                </a:cubicBezTo>
                <a:cubicBezTo>
                  <a:pt x="2000958" y="317859"/>
                  <a:pt x="2053759" y="275376"/>
                  <a:pt x="2127194" y="320287"/>
                </a:cubicBezTo>
                <a:cubicBezTo>
                  <a:pt x="2127194" y="306328"/>
                  <a:pt x="2127194" y="299045"/>
                  <a:pt x="2127194" y="288728"/>
                </a:cubicBezTo>
                <a:cubicBezTo>
                  <a:pt x="2141760" y="289942"/>
                  <a:pt x="2159360" y="286907"/>
                  <a:pt x="2169070" y="293583"/>
                </a:cubicBezTo>
                <a:cubicBezTo>
                  <a:pt x="2211553" y="325142"/>
                  <a:pt x="2234616" y="288121"/>
                  <a:pt x="2256464" y="266880"/>
                </a:cubicBezTo>
                <a:cubicBezTo>
                  <a:pt x="2277706" y="245638"/>
                  <a:pt x="2288630" y="214079"/>
                  <a:pt x="2305623" y="184948"/>
                </a:cubicBezTo>
                <a:cubicBezTo>
                  <a:pt x="2334148" y="191624"/>
                  <a:pt x="2364493" y="198300"/>
                  <a:pt x="2395445" y="204976"/>
                </a:cubicBezTo>
                <a:cubicBezTo>
                  <a:pt x="2396659" y="189803"/>
                  <a:pt x="2397872" y="177058"/>
                  <a:pt x="2397872" y="169775"/>
                </a:cubicBezTo>
                <a:cubicBezTo>
                  <a:pt x="2428218" y="155210"/>
                  <a:pt x="2453708" y="138216"/>
                  <a:pt x="2481625" y="130933"/>
                </a:cubicBezTo>
                <a:cubicBezTo>
                  <a:pt x="2500439" y="126078"/>
                  <a:pt x="2527750" y="127899"/>
                  <a:pt x="2542922" y="138216"/>
                </a:cubicBezTo>
                <a:cubicBezTo>
                  <a:pt x="2593295" y="174023"/>
                  <a:pt x="2606647" y="174630"/>
                  <a:pt x="2659448" y="143678"/>
                </a:cubicBezTo>
                <a:cubicBezTo>
                  <a:pt x="2682510" y="130326"/>
                  <a:pt x="2713462" y="132147"/>
                  <a:pt x="2728634" y="103623"/>
                </a:cubicBezTo>
                <a:cubicBezTo>
                  <a:pt x="2729848" y="101195"/>
                  <a:pt x="2744414" y="106657"/>
                  <a:pt x="2752304" y="106050"/>
                </a:cubicBezTo>
                <a:cubicBezTo>
                  <a:pt x="2783256" y="103016"/>
                  <a:pt x="2816028" y="103016"/>
                  <a:pt x="2845160" y="93912"/>
                </a:cubicBezTo>
                <a:cubicBezTo>
                  <a:pt x="2887036" y="81774"/>
                  <a:pt x="2927092" y="62353"/>
                  <a:pt x="2969575" y="45967"/>
                </a:cubicBezTo>
                <a:cubicBezTo>
                  <a:pt x="2972002" y="59926"/>
                  <a:pt x="2973823" y="70850"/>
                  <a:pt x="2978678" y="95126"/>
                </a:cubicBezTo>
                <a:cubicBezTo>
                  <a:pt x="2998099" y="76919"/>
                  <a:pt x="3010844" y="64174"/>
                  <a:pt x="3024803" y="53250"/>
                </a:cubicBezTo>
                <a:cubicBezTo>
                  <a:pt x="3039369" y="42326"/>
                  <a:pt x="3054541" y="29581"/>
                  <a:pt x="3071534" y="24119"/>
                </a:cubicBezTo>
                <a:cubicBezTo>
                  <a:pt x="3096417" y="16229"/>
                  <a:pt x="3123728" y="13194"/>
                  <a:pt x="3150432" y="8339"/>
                </a:cubicBezTo>
                <a:cubicBezTo>
                  <a:pt x="3197163" y="59926"/>
                  <a:pt x="3262709" y="19263"/>
                  <a:pt x="3322185" y="29581"/>
                </a:cubicBezTo>
                <a:cubicBezTo>
                  <a:pt x="3320971" y="41112"/>
                  <a:pt x="3319758" y="52643"/>
                  <a:pt x="3317937" y="64781"/>
                </a:cubicBezTo>
                <a:cubicBezTo>
                  <a:pt x="3333716" y="10160"/>
                  <a:pt x="3387731" y="19870"/>
                  <a:pt x="3423538" y="449"/>
                </a:cubicBezTo>
                <a:cubicBezTo>
                  <a:pt x="3428393" y="-1978"/>
                  <a:pt x="3445386" y="5911"/>
                  <a:pt x="3449028" y="12587"/>
                </a:cubicBezTo>
                <a:cubicBezTo>
                  <a:pt x="3468449" y="52643"/>
                  <a:pt x="3495152" y="55677"/>
                  <a:pt x="3529746" y="33222"/>
                </a:cubicBezTo>
                <a:cubicBezTo>
                  <a:pt x="3535815" y="28974"/>
                  <a:pt x="3545525" y="29581"/>
                  <a:pt x="3562519" y="26546"/>
                </a:cubicBezTo>
                <a:cubicBezTo>
                  <a:pt x="3547953" y="38077"/>
                  <a:pt x="3541884" y="44146"/>
                  <a:pt x="3535208" y="52036"/>
                </a:cubicBezTo>
                <a:cubicBezTo>
                  <a:pt x="3579512" y="65388"/>
                  <a:pt x="3603181" y="51429"/>
                  <a:pt x="3601968" y="18656"/>
                </a:cubicBezTo>
                <a:cubicBezTo>
                  <a:pt x="3638382" y="20477"/>
                  <a:pt x="3675403" y="22905"/>
                  <a:pt x="3712423" y="24725"/>
                </a:cubicBezTo>
                <a:cubicBezTo>
                  <a:pt x="3712423" y="21691"/>
                  <a:pt x="3711817" y="19263"/>
                  <a:pt x="3711817" y="16229"/>
                </a:cubicBezTo>
                <a:cubicBezTo>
                  <a:pt x="3739127" y="28974"/>
                  <a:pt x="3765831" y="41719"/>
                  <a:pt x="3793142" y="54464"/>
                </a:cubicBezTo>
                <a:cubicBezTo>
                  <a:pt x="3795569" y="52036"/>
                  <a:pt x="3797997" y="49002"/>
                  <a:pt x="3800424" y="46574"/>
                </a:cubicBezTo>
                <a:cubicBezTo>
                  <a:pt x="3796176" y="39291"/>
                  <a:pt x="3792535" y="32008"/>
                  <a:pt x="3792535" y="32008"/>
                </a:cubicBezTo>
                <a:cubicBezTo>
                  <a:pt x="3861722" y="40505"/>
                  <a:pt x="3937585" y="49608"/>
                  <a:pt x="4013447" y="58712"/>
                </a:cubicBezTo>
                <a:cubicBezTo>
                  <a:pt x="4010413" y="61140"/>
                  <a:pt x="4004951" y="65388"/>
                  <a:pt x="4004344" y="65995"/>
                </a:cubicBezTo>
                <a:cubicBezTo>
                  <a:pt x="4098414" y="69636"/>
                  <a:pt x="4197339" y="73885"/>
                  <a:pt x="4306581" y="78133"/>
                </a:cubicBezTo>
                <a:cubicBezTo>
                  <a:pt x="4289588" y="92092"/>
                  <a:pt x="4283519" y="97554"/>
                  <a:pt x="4277450" y="102409"/>
                </a:cubicBezTo>
                <a:cubicBezTo>
                  <a:pt x="4302940" y="122437"/>
                  <a:pt x="4299299" y="169775"/>
                  <a:pt x="4342996" y="160672"/>
                </a:cubicBezTo>
                <a:cubicBezTo>
                  <a:pt x="4353313" y="158244"/>
                  <a:pt x="4361203" y="144892"/>
                  <a:pt x="4372734" y="134575"/>
                </a:cubicBezTo>
                <a:cubicBezTo>
                  <a:pt x="4361203" y="126078"/>
                  <a:pt x="4351492" y="118795"/>
                  <a:pt x="4339961" y="110906"/>
                </a:cubicBezTo>
                <a:cubicBezTo>
                  <a:pt x="4376982" y="96947"/>
                  <a:pt x="4376982" y="96947"/>
                  <a:pt x="4430997" y="156423"/>
                </a:cubicBezTo>
                <a:lnTo>
                  <a:pt x="4429783" y="155210"/>
                </a:lnTo>
                <a:cubicBezTo>
                  <a:pt x="4430997" y="168561"/>
                  <a:pt x="4432210" y="181913"/>
                  <a:pt x="4434031" y="204369"/>
                </a:cubicBezTo>
                <a:cubicBezTo>
                  <a:pt x="4460735" y="193444"/>
                  <a:pt x="4485618" y="180699"/>
                  <a:pt x="4512322" y="174630"/>
                </a:cubicBezTo>
                <a:cubicBezTo>
                  <a:pt x="4532956" y="169775"/>
                  <a:pt x="4550556" y="158244"/>
                  <a:pt x="4578474" y="173417"/>
                </a:cubicBezTo>
                <a:cubicBezTo>
                  <a:pt x="4610033" y="191017"/>
                  <a:pt x="4653123" y="187375"/>
                  <a:pt x="4693785" y="193444"/>
                </a:cubicBezTo>
                <a:cubicBezTo>
                  <a:pt x="4693179" y="187375"/>
                  <a:pt x="4691965" y="180699"/>
                  <a:pt x="4691358" y="173417"/>
                </a:cubicBezTo>
                <a:cubicBezTo>
                  <a:pt x="4731413" y="163099"/>
                  <a:pt x="4770862" y="155816"/>
                  <a:pt x="4800600" y="199513"/>
                </a:cubicBezTo>
                <a:cubicBezTo>
                  <a:pt x="4783607" y="193444"/>
                  <a:pt x="4766614" y="186768"/>
                  <a:pt x="4745979" y="179486"/>
                </a:cubicBezTo>
                <a:cubicBezTo>
                  <a:pt x="4745372" y="192231"/>
                  <a:pt x="4744765" y="202548"/>
                  <a:pt x="4744765" y="212258"/>
                </a:cubicBezTo>
                <a:cubicBezTo>
                  <a:pt x="4704709" y="237748"/>
                  <a:pt x="4651302" y="241390"/>
                  <a:pt x="4622778" y="288121"/>
                </a:cubicBezTo>
                <a:cubicBezTo>
                  <a:pt x="4658585" y="268093"/>
                  <a:pt x="4699248" y="328784"/>
                  <a:pt x="4730807" y="279625"/>
                </a:cubicBezTo>
                <a:cubicBezTo>
                  <a:pt x="4725344" y="271735"/>
                  <a:pt x="4720489" y="263845"/>
                  <a:pt x="4713813" y="254135"/>
                </a:cubicBezTo>
                <a:cubicBezTo>
                  <a:pt x="4735055" y="246852"/>
                  <a:pt x="4753262" y="240783"/>
                  <a:pt x="4775717" y="233500"/>
                </a:cubicBezTo>
                <a:cubicBezTo>
                  <a:pt x="4755689" y="266273"/>
                  <a:pt x="4737482" y="296011"/>
                  <a:pt x="4715634" y="332425"/>
                </a:cubicBezTo>
                <a:cubicBezTo>
                  <a:pt x="4745372" y="332425"/>
                  <a:pt x="4769648" y="332425"/>
                  <a:pt x="4798779" y="332425"/>
                </a:cubicBezTo>
                <a:cubicBezTo>
                  <a:pt x="4794531" y="345170"/>
                  <a:pt x="4791497" y="353667"/>
                  <a:pt x="4788462" y="362163"/>
                </a:cubicBezTo>
                <a:cubicBezTo>
                  <a:pt x="4810311" y="369446"/>
                  <a:pt x="4831552" y="380977"/>
                  <a:pt x="4853401" y="382191"/>
                </a:cubicBezTo>
                <a:cubicBezTo>
                  <a:pt x="4861897" y="382798"/>
                  <a:pt x="4871608" y="360343"/>
                  <a:pt x="4880711" y="348205"/>
                </a:cubicBezTo>
                <a:cubicBezTo>
                  <a:pt x="4884353" y="343349"/>
                  <a:pt x="4887994" y="337280"/>
                  <a:pt x="4892849" y="333639"/>
                </a:cubicBezTo>
                <a:cubicBezTo>
                  <a:pt x="4908022" y="322108"/>
                  <a:pt x="4923194" y="311183"/>
                  <a:pt x="4936546" y="301473"/>
                </a:cubicBezTo>
                <a:cubicBezTo>
                  <a:pt x="4958395" y="304508"/>
                  <a:pt x="4982671" y="308149"/>
                  <a:pt x="5007554" y="311790"/>
                </a:cubicBezTo>
                <a:cubicBezTo>
                  <a:pt x="5005126" y="325749"/>
                  <a:pt x="5001485" y="345170"/>
                  <a:pt x="4996023" y="375515"/>
                </a:cubicBezTo>
                <a:cubicBezTo>
                  <a:pt x="4966285" y="382191"/>
                  <a:pt x="4927443" y="390688"/>
                  <a:pt x="4888601" y="399184"/>
                </a:cubicBezTo>
                <a:cubicBezTo>
                  <a:pt x="4889208" y="401612"/>
                  <a:pt x="4889208" y="404646"/>
                  <a:pt x="4889815" y="407074"/>
                </a:cubicBezTo>
                <a:cubicBezTo>
                  <a:pt x="4910450" y="407074"/>
                  <a:pt x="4933512" y="412536"/>
                  <a:pt x="4951719" y="405860"/>
                </a:cubicBezTo>
                <a:cubicBezTo>
                  <a:pt x="4981457" y="395543"/>
                  <a:pt x="5002092" y="407074"/>
                  <a:pt x="5023333" y="422854"/>
                </a:cubicBezTo>
                <a:cubicBezTo>
                  <a:pt x="5053678" y="445309"/>
                  <a:pt x="5080382" y="452592"/>
                  <a:pt x="5102231" y="411929"/>
                </a:cubicBezTo>
                <a:cubicBezTo>
                  <a:pt x="5105265" y="406467"/>
                  <a:pt x="5110727" y="402219"/>
                  <a:pt x="5111334" y="401612"/>
                </a:cubicBezTo>
                <a:cubicBezTo>
                  <a:pt x="5136824" y="405253"/>
                  <a:pt x="5158673" y="408895"/>
                  <a:pt x="5184163" y="412536"/>
                </a:cubicBezTo>
                <a:cubicBezTo>
                  <a:pt x="5157459" y="433778"/>
                  <a:pt x="5133183" y="453199"/>
                  <a:pt x="5105872" y="475654"/>
                </a:cubicBezTo>
                <a:cubicBezTo>
                  <a:pt x="5142893" y="480509"/>
                  <a:pt x="5176273" y="483544"/>
                  <a:pt x="5209046" y="489006"/>
                </a:cubicBezTo>
                <a:cubicBezTo>
                  <a:pt x="5224218" y="491434"/>
                  <a:pt x="5238177" y="498716"/>
                  <a:pt x="5252743" y="504179"/>
                </a:cubicBezTo>
                <a:cubicBezTo>
                  <a:pt x="5252136" y="507820"/>
                  <a:pt x="5251529" y="511461"/>
                  <a:pt x="5250922" y="515710"/>
                </a:cubicBezTo>
                <a:cubicBezTo>
                  <a:pt x="5259419" y="510854"/>
                  <a:pt x="5267915" y="505999"/>
                  <a:pt x="5277626" y="499930"/>
                </a:cubicBezTo>
                <a:cubicBezTo>
                  <a:pt x="5280053" y="505392"/>
                  <a:pt x="5282481" y="509034"/>
                  <a:pt x="5281874" y="512068"/>
                </a:cubicBezTo>
                <a:cubicBezTo>
                  <a:pt x="5279446" y="530882"/>
                  <a:pt x="5278840" y="541806"/>
                  <a:pt x="5306150" y="535737"/>
                </a:cubicBezTo>
                <a:cubicBezTo>
                  <a:pt x="5327392" y="530882"/>
                  <a:pt x="5351668" y="538165"/>
                  <a:pt x="5381406" y="540593"/>
                </a:cubicBezTo>
                <a:cubicBezTo>
                  <a:pt x="5370482" y="556372"/>
                  <a:pt x="5363199" y="567903"/>
                  <a:pt x="5355916" y="578828"/>
                </a:cubicBezTo>
                <a:cubicBezTo>
                  <a:pt x="5381406" y="602497"/>
                  <a:pt x="5426317" y="601890"/>
                  <a:pt x="5453627" y="579434"/>
                </a:cubicBezTo>
                <a:cubicBezTo>
                  <a:pt x="5470621" y="565476"/>
                  <a:pt x="5487007" y="530882"/>
                  <a:pt x="5511283" y="575186"/>
                </a:cubicBezTo>
                <a:cubicBezTo>
                  <a:pt x="5514924" y="581862"/>
                  <a:pt x="5537380" y="576400"/>
                  <a:pt x="5550732" y="579434"/>
                </a:cubicBezTo>
                <a:cubicBezTo>
                  <a:pt x="5563477" y="582469"/>
                  <a:pt x="5575615" y="587931"/>
                  <a:pt x="5587146" y="593393"/>
                </a:cubicBezTo>
                <a:cubicBezTo>
                  <a:pt x="5598677" y="598855"/>
                  <a:pt x="5610208" y="604924"/>
                  <a:pt x="5622346" y="611600"/>
                </a:cubicBezTo>
                <a:cubicBezTo>
                  <a:pt x="5619919" y="621918"/>
                  <a:pt x="5616884" y="634056"/>
                  <a:pt x="5615063" y="641945"/>
                </a:cubicBezTo>
                <a:cubicBezTo>
                  <a:pt x="5672719" y="648621"/>
                  <a:pt x="5727948" y="654690"/>
                  <a:pt x="5795314" y="662580"/>
                </a:cubicBezTo>
                <a:cubicBezTo>
                  <a:pt x="5811700" y="671684"/>
                  <a:pt x="5839617" y="688070"/>
                  <a:pt x="5868142" y="704456"/>
                </a:cubicBezTo>
                <a:cubicBezTo>
                  <a:pt x="5867535" y="708098"/>
                  <a:pt x="5866928" y="712346"/>
                  <a:pt x="5865715" y="715988"/>
                </a:cubicBezTo>
                <a:cubicBezTo>
                  <a:pt x="5840831" y="719022"/>
                  <a:pt x="5815948" y="722057"/>
                  <a:pt x="5791065" y="725091"/>
                </a:cubicBezTo>
                <a:cubicBezTo>
                  <a:pt x="5769824" y="686856"/>
                  <a:pt x="5738872" y="710525"/>
                  <a:pt x="5709133" y="712953"/>
                </a:cubicBezTo>
                <a:cubicBezTo>
                  <a:pt x="5716416" y="725698"/>
                  <a:pt x="5727340" y="736622"/>
                  <a:pt x="5737658" y="736622"/>
                </a:cubicBezTo>
                <a:cubicBezTo>
                  <a:pt x="5753438" y="733588"/>
                  <a:pt x="5771645" y="726305"/>
                  <a:pt x="5789852" y="722057"/>
                </a:cubicBezTo>
                <a:close/>
                <a:moveTo>
                  <a:pt x="6053247" y="964818"/>
                </a:moveTo>
                <a:cubicBezTo>
                  <a:pt x="6058102" y="935686"/>
                  <a:pt x="6048392" y="917479"/>
                  <a:pt x="6018654" y="912017"/>
                </a:cubicBezTo>
                <a:cubicBezTo>
                  <a:pt x="6013192" y="910803"/>
                  <a:pt x="6001054" y="916872"/>
                  <a:pt x="6001054" y="919907"/>
                </a:cubicBezTo>
                <a:cubicBezTo>
                  <a:pt x="6001054" y="927190"/>
                  <a:pt x="6004088" y="937507"/>
                  <a:pt x="6009550" y="941148"/>
                </a:cubicBezTo>
                <a:cubicBezTo>
                  <a:pt x="6022295" y="950252"/>
                  <a:pt x="6036861" y="956321"/>
                  <a:pt x="6053247" y="964818"/>
                </a:cubicBezTo>
                <a:close/>
                <a:moveTo>
                  <a:pt x="2041014" y="6022138"/>
                </a:moveTo>
                <a:cubicBezTo>
                  <a:pt x="2000958" y="5984510"/>
                  <a:pt x="2000958" y="5984510"/>
                  <a:pt x="1972434" y="5997255"/>
                </a:cubicBezTo>
                <a:cubicBezTo>
                  <a:pt x="1983358" y="6023352"/>
                  <a:pt x="1983358" y="6023352"/>
                  <a:pt x="2041014" y="6022138"/>
                </a:cubicBezTo>
                <a:close/>
                <a:moveTo>
                  <a:pt x="5010589" y="434992"/>
                </a:moveTo>
                <a:cubicBezTo>
                  <a:pt x="5019085" y="461695"/>
                  <a:pt x="5022727" y="493861"/>
                  <a:pt x="5070065" y="481723"/>
                </a:cubicBezTo>
                <a:cubicBezTo>
                  <a:pt x="5047003" y="463516"/>
                  <a:pt x="5028796" y="449557"/>
                  <a:pt x="5010589" y="434992"/>
                </a:cubicBezTo>
                <a:close/>
              </a:path>
            </a:pathLst>
          </a:custGeom>
          <a:solidFill>
            <a:schemeClr val="accent2"/>
          </a:solidFill>
          <a:ln w="6069"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实证研究的设计</a:t>
            </a:r>
            <a:endParaRPr kumimoji="1" lang="zh-CN" altLang="en-US"/>
          </a:p>
        </p:txBody>
      </p:sp>
      <p:sp>
        <p:nvSpPr>
          <p:cNvPr id="14"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H="1">
            <a:off x="7137997" y="1278746"/>
            <a:ext cx="1895617" cy="3867244"/>
          </a:xfrm>
          <a:custGeom>
            <a:avLst/>
            <a:gdLst>
              <a:gd name="connsiteX0" fmla="*/ 556271 w 3337560"/>
              <a:gd name="connsiteY0" fmla="*/ 228600 h 6385560"/>
              <a:gd name="connsiteX1" fmla="*/ 3337560 w 3337560"/>
              <a:gd name="connsiteY1" fmla="*/ 0 h 6385560"/>
              <a:gd name="connsiteX2" fmla="*/ 3337560 w 3337560"/>
              <a:gd name="connsiteY2" fmla="*/ 5585449 h 6385560"/>
              <a:gd name="connsiteX3" fmla="*/ 2781289 w 3337560"/>
              <a:gd name="connsiteY3" fmla="*/ 6141720 h 6385560"/>
              <a:gd name="connsiteX4" fmla="*/ 0 w 3337560"/>
              <a:gd name="connsiteY4" fmla="*/ 6385560 h 6385560"/>
              <a:gd name="connsiteX5" fmla="*/ 0 w 3337560"/>
              <a:gd name="connsiteY5" fmla="*/ 784871 h 6385560"/>
              <a:gd name="connsiteX6" fmla="*/ 556271 w 3337560"/>
              <a:gd name="connsiteY6" fmla="*/ 228600 h 6385560"/>
              <a:gd name="connsiteX7" fmla="*/ 556271 w 3337560"/>
              <a:gd name="connsiteY7" fmla="*/ 228600 h 6431280"/>
              <a:gd name="connsiteX8" fmla="*/ 556271 w 3352800"/>
              <a:gd name="connsiteY8" fmla="*/ 335280 h 6248400"/>
            </a:gdLst>
            <a:ahLst/>
            <a:cxnLst/>
            <a:rect l="l" t="t" r="r" b="b"/>
            <a:pathLst>
              <a:path w="3337560" h="6385560">
                <a:moveTo>
                  <a:pt x="556271" y="228600"/>
                </a:moveTo>
                <a:lnTo>
                  <a:pt x="3337560" y="0"/>
                </a:lnTo>
                <a:lnTo>
                  <a:pt x="3337560" y="5585449"/>
                </a:lnTo>
                <a:cubicBezTo>
                  <a:pt x="3337560" y="5892669"/>
                  <a:pt x="3088509" y="6141720"/>
                  <a:pt x="2781289" y="6141720"/>
                </a:cubicBezTo>
                <a:lnTo>
                  <a:pt x="0" y="6385560"/>
                </a:lnTo>
                <a:lnTo>
                  <a:pt x="0" y="784871"/>
                </a:lnTo>
                <a:cubicBezTo>
                  <a:pt x="0" y="477651"/>
                  <a:pt x="249051" y="228600"/>
                  <a:pt x="556271" y="228600"/>
                </a:cubicBezTo>
                <a:close/>
              </a:path>
            </a:pathLst>
          </a:custGeom>
          <a:solidFill>
            <a:schemeClr val="accent1">
              <a:alpha val="4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 name="图片"/>
          <p:cNvPicPr>
            <a:picLocks noChangeAspect="1"/>
          </p:cNvPicPr>
          <p:nvPr/>
        </p:nvPicPr>
        <p:blipFill>
          <a:blip r:embed="rId1">
            <a:alphaModFix amt="100000"/>
          </a:blip>
          <a:srcRect l="36264" r="36264"/>
          <a:stretch>
            <a:fillRect/>
          </a:stretch>
        </p:blipFill>
        <p:spPr>
          <a:xfrm>
            <a:off x="9080015" y="1138218"/>
            <a:ext cx="2438885" cy="4975563"/>
          </a:xfrm>
          <a:custGeom>
            <a:avLst/>
            <a:gdLst>
              <a:gd name="connsiteX0" fmla="*/ 2438885 w 2438885"/>
              <a:gd name="connsiteY0" fmla="*/ 0 h 4975563"/>
              <a:gd name="connsiteX1" fmla="*/ 2438885 w 2438885"/>
              <a:gd name="connsiteY1" fmla="*/ 4352125 h 4975563"/>
              <a:gd name="connsiteX2" fmla="*/ 2032396 w 2438885"/>
              <a:gd name="connsiteY2" fmla="*/ 4785566 h 4975563"/>
              <a:gd name="connsiteX3" fmla="*/ 0 w 2438885"/>
              <a:gd name="connsiteY3" fmla="*/ 4975563 h 4975563"/>
              <a:gd name="connsiteX4" fmla="*/ 0 w 2438885"/>
              <a:gd name="connsiteY4" fmla="*/ 611564 h 4975563"/>
              <a:gd name="connsiteX5" fmla="*/ 406489 w 2438885"/>
              <a:gd name="connsiteY5" fmla="*/ 178123 h 4975563"/>
              <a:gd name="connsiteX6" fmla="*/ 2438885 w 2438885"/>
              <a:gd name="connsiteY6" fmla="*/ 0 h 4975563"/>
            </a:gdLst>
            <a:ahLst/>
            <a:cxnLst/>
            <a:rect l="l" t="t" r="r" b="b"/>
            <a:pathLst>
              <a:path w="2438885" h="4975563">
                <a:moveTo>
                  <a:pt x="2438885" y="0"/>
                </a:moveTo>
                <a:lnTo>
                  <a:pt x="2438885" y="4352125"/>
                </a:lnTo>
                <a:cubicBezTo>
                  <a:pt x="2438885" y="4591508"/>
                  <a:pt x="2256894" y="4785566"/>
                  <a:pt x="2032396" y="4785566"/>
                </a:cubicBezTo>
                <a:lnTo>
                  <a:pt x="0" y="4975563"/>
                </a:lnTo>
                <a:lnTo>
                  <a:pt x="0" y="611564"/>
                </a:lnTo>
                <a:cubicBezTo>
                  <a:pt x="0" y="372181"/>
                  <a:pt x="181991" y="178123"/>
                  <a:pt x="406489" y="178123"/>
                </a:cubicBezTo>
                <a:lnTo>
                  <a:pt x="2438885" y="0"/>
                </a:lnTo>
                <a:close/>
              </a:path>
            </a:pathLst>
          </a:custGeom>
          <a:noFill/>
          <a:ln>
            <a:noFill/>
          </a:ln>
        </p:spPr>
      </p:pic>
      <p:pic>
        <p:nvPicPr>
          <p:cNvPr id="4" name="图片"/>
          <p:cNvPicPr>
            <a:picLocks noChangeAspect="1"/>
          </p:cNvPicPr>
          <p:nvPr/>
        </p:nvPicPr>
        <p:blipFill>
          <a:blip r:embed="rId2">
            <a:alphaModFix amt="100000"/>
          </a:blip>
          <a:srcRect l="33671" r="33671"/>
          <a:stretch>
            <a:fillRect/>
          </a:stretch>
        </p:blipFill>
        <p:spPr>
          <a:xfrm>
            <a:off x="7137996" y="2246536"/>
            <a:ext cx="1895617" cy="3867244"/>
          </a:xfrm>
          <a:custGeom>
            <a:avLst/>
            <a:gdLst>
              <a:gd name="connsiteX0" fmla="*/ 0 w 1895617"/>
              <a:gd name="connsiteY0" fmla="*/ 0 h 3867244"/>
              <a:gd name="connsiteX1" fmla="*/ 1579675 w 1895617"/>
              <a:gd name="connsiteY1" fmla="*/ 138446 h 3867244"/>
              <a:gd name="connsiteX2" fmla="*/ 1895617 w 1895617"/>
              <a:gd name="connsiteY2" fmla="*/ 475336 h 3867244"/>
              <a:gd name="connsiteX3" fmla="*/ 1895617 w 1895617"/>
              <a:gd name="connsiteY3" fmla="*/ 3867244 h 3867244"/>
              <a:gd name="connsiteX4" fmla="*/ 315942 w 1895617"/>
              <a:gd name="connsiteY4" fmla="*/ 3719569 h 3867244"/>
              <a:gd name="connsiteX5" fmla="*/ 0 w 1895617"/>
              <a:gd name="connsiteY5" fmla="*/ 3382678 h 3867244"/>
              <a:gd name="connsiteX6" fmla="*/ 0 w 1895617"/>
              <a:gd name="connsiteY6" fmla="*/ 0 h 3867244"/>
            </a:gdLst>
            <a:ahLst/>
            <a:cxnLst/>
            <a:rect l="l" t="t" r="r" b="b"/>
            <a:pathLst>
              <a:path w="1895617" h="3867244">
                <a:moveTo>
                  <a:pt x="0" y="0"/>
                </a:moveTo>
                <a:lnTo>
                  <a:pt x="1579675" y="138446"/>
                </a:lnTo>
                <a:cubicBezTo>
                  <a:pt x="1754165" y="138446"/>
                  <a:pt x="1895617" y="289277"/>
                  <a:pt x="1895617" y="475336"/>
                </a:cubicBezTo>
                <a:lnTo>
                  <a:pt x="1895617" y="3867244"/>
                </a:lnTo>
                <a:lnTo>
                  <a:pt x="315942" y="3719569"/>
                </a:lnTo>
                <a:cubicBezTo>
                  <a:pt x="141452" y="3719569"/>
                  <a:pt x="0" y="3568738"/>
                  <a:pt x="0" y="3382678"/>
                </a:cubicBezTo>
                <a:lnTo>
                  <a:pt x="0" y="0"/>
                </a:lnTo>
                <a:close/>
              </a:path>
            </a:pathLst>
          </a:custGeom>
          <a:noFill/>
          <a:ln>
            <a:noFill/>
          </a:ln>
        </p:spPr>
      </p:pic>
      <p:sp>
        <p:nvSpPr>
          <p:cNvPr id="5" name="标题 1"/>
          <p:cNvSpPr txBox="1"/>
          <p:nvPr/>
        </p:nvSpPr>
        <p:spPr>
          <a:xfrm>
            <a:off x="660400" y="1847207"/>
            <a:ext cx="306480" cy="306480"/>
          </a:xfrm>
          <a:prstGeom prst="ellipse">
            <a:avLst/>
          </a:prstGeom>
          <a:solidFill>
            <a:schemeClr val="accent1">
              <a:alpha val="31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724250" y="1911057"/>
            <a:ext cx="178780" cy="17878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237414" y="2158605"/>
            <a:ext cx="5397500" cy="1107796"/>
          </a:xfrm>
          <a:prstGeom prst="rect">
            <a:avLst/>
          </a:prstGeom>
          <a:noFill/>
          <a:ln cap="sq">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实验班与对照班的竞赛成绩前后测对比显示，实验组平均分与高分段占比显著提升，数据差异具有统计学显著性。这一结果有力证实，基于科学思维的教学策略能有效深化学生对复杂物理情境的理解，显著增强其解决高难度竞赛试题的实战能力。</a:t>
            </a:r>
            <a:endParaRPr kumimoji="1" lang="zh-CN" altLang="en-US"/>
          </a:p>
        </p:txBody>
      </p:sp>
      <p:sp>
        <p:nvSpPr>
          <p:cNvPr id="8" name="标题 1"/>
          <p:cNvSpPr txBox="1"/>
          <p:nvPr/>
        </p:nvSpPr>
        <p:spPr>
          <a:xfrm>
            <a:off x="1237413" y="1658495"/>
            <a:ext cx="4593586" cy="421804"/>
          </a:xfrm>
          <a:prstGeom prst="rect">
            <a:avLst/>
          </a:prstGeom>
          <a:noFill/>
          <a:ln cap="sq">
            <a:noFill/>
          </a:ln>
        </p:spPr>
        <p:txBody>
          <a:bodyPr vert="horz" wrap="square" lIns="0" tIns="0" rIns="0" bIns="0" rtlCol="0" anchor="b"/>
          <a:lstStyle/>
          <a:p>
            <a:pPr algn="l">
              <a:lnSpc>
                <a:spcPct val="130000"/>
              </a:lnSpc>
            </a:pPr>
            <a:r>
              <a:rPr kumimoji="1" lang="en-US" altLang="zh-CN" sz="2000">
                <a:ln w="12700">
                  <a:noFill/>
                </a:ln>
                <a:solidFill>
                  <a:srgbClr val="000000">
                    <a:alpha val="100000"/>
                  </a:srgbClr>
                </a:solidFill>
                <a:latin typeface="Source Han Sans CN Bold Bold"/>
                <a:ea typeface="Source Han Sans CN Bold Bold"/>
                <a:cs typeface="Source Han Sans CN Bold Bold"/>
              </a:rPr>
              <a:t>成绩前后对比</a:t>
            </a:r>
            <a:endParaRPr kumimoji="1" lang="zh-CN" altLang="en-US"/>
          </a:p>
        </p:txBody>
      </p:sp>
      <p:sp>
        <p:nvSpPr>
          <p:cNvPr id="9" name="标题 1"/>
          <p:cNvSpPr txBox="1"/>
          <p:nvPr/>
        </p:nvSpPr>
        <p:spPr>
          <a:xfrm>
            <a:off x="660400" y="3372988"/>
            <a:ext cx="306480" cy="306480"/>
          </a:xfrm>
          <a:prstGeom prst="ellipse">
            <a:avLst/>
          </a:prstGeom>
          <a:solidFill>
            <a:schemeClr val="accent1">
              <a:alpha val="31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724250" y="3436838"/>
            <a:ext cx="178780" cy="17878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237414" y="3684386"/>
            <a:ext cx="5397500" cy="1107796"/>
          </a:xfrm>
          <a:prstGeom prst="rect">
            <a:avLst/>
          </a:prstGeom>
          <a:noFill/>
          <a:ln cap="sq">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依据SOLO分类理论对前后测数据进行剖析，结果显示学生思维结构呈现显著优化。实验班学生由单一的多点结构向关联结构乃至抽象拓展结构大幅跃迁，高分段人数明显增加，有力证实了针对性教学干预有效促进了思维层级的深化与重构。</a:t>
            </a:r>
            <a:endParaRPr kumimoji="1" lang="zh-CN" altLang="en-US"/>
          </a:p>
        </p:txBody>
      </p:sp>
      <p:sp>
        <p:nvSpPr>
          <p:cNvPr id="12" name="标题 1"/>
          <p:cNvSpPr txBox="1"/>
          <p:nvPr/>
        </p:nvSpPr>
        <p:spPr>
          <a:xfrm>
            <a:off x="1237413" y="3184276"/>
            <a:ext cx="4593586" cy="421804"/>
          </a:xfrm>
          <a:prstGeom prst="rect">
            <a:avLst/>
          </a:prstGeom>
          <a:noFill/>
          <a:ln cap="sq">
            <a:noFill/>
          </a:ln>
        </p:spPr>
        <p:txBody>
          <a:bodyPr vert="horz" wrap="square" lIns="0" tIns="0" rIns="0" bIns="0" rtlCol="0" anchor="b"/>
          <a:lstStyle/>
          <a:p>
            <a:pPr algn="l">
              <a:lnSpc>
                <a:spcPct val="130000"/>
              </a:lnSpc>
            </a:pPr>
            <a:r>
              <a:rPr kumimoji="1" lang="en-US" altLang="zh-CN" sz="2000">
                <a:ln w="12700">
                  <a:noFill/>
                </a:ln>
                <a:solidFill>
                  <a:srgbClr val="000000">
                    <a:alpha val="100000"/>
                  </a:srgbClr>
                </a:solidFill>
                <a:latin typeface="Source Han Sans CN Bold Bold"/>
                <a:ea typeface="Source Han Sans CN Bold Bold"/>
                <a:cs typeface="Source Han Sans CN Bold Bold"/>
              </a:rPr>
              <a:t>SOLO层次分析</a:t>
            </a:r>
            <a:endParaRPr kumimoji="1" lang="zh-CN" altLang="en-US"/>
          </a:p>
        </p:txBody>
      </p:sp>
      <p:sp>
        <p:nvSpPr>
          <p:cNvPr id="13" name="标题 1"/>
          <p:cNvSpPr txBox="1"/>
          <p:nvPr/>
        </p:nvSpPr>
        <p:spPr>
          <a:xfrm>
            <a:off x="660400" y="4898770"/>
            <a:ext cx="306480" cy="306480"/>
          </a:xfrm>
          <a:prstGeom prst="ellipse">
            <a:avLst/>
          </a:prstGeom>
          <a:solidFill>
            <a:schemeClr val="accent1">
              <a:alpha val="31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724250" y="4962620"/>
            <a:ext cx="178780" cy="17878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237414" y="5210168"/>
            <a:ext cx="5397500" cy="1107796"/>
          </a:xfrm>
          <a:prstGeom prst="rect">
            <a:avLst/>
          </a:prstGeom>
          <a:noFill/>
          <a:ln cap="sq">
            <a:noFill/>
          </a:ln>
        </p:spPr>
        <p:txBody>
          <a:bodyPr vert="horz" wrap="square" lIns="0" tIns="0" rIns="0" bIns="0" rtlCol="0" anchor="t">
            <a:spAutoFit/>
          </a:bodyPr>
          <a:lstStyle/>
          <a:p>
            <a:pPr algn="l">
              <a:lnSpc>
                <a:spcPct val="150000"/>
              </a:lnSpc>
            </a:pPr>
            <a:r>
              <a:rPr kumimoji="1" lang="en-US" altLang="zh-CN" sz="1200">
                <a:ln w="12700">
                  <a:noFill/>
                </a:ln>
                <a:solidFill>
                  <a:srgbClr val="000000">
                    <a:alpha val="100000"/>
                  </a:srgbClr>
                </a:solidFill>
                <a:latin typeface="Source Han Sans CN Normal"/>
                <a:ea typeface="Source Han Sans CN Normal"/>
                <a:cs typeface="Source Han Sans CN Normal"/>
              </a:rPr>
              <a:t>实验数据显示，不同基础学生的思维提升幅度呈现显著差异。基础薄弱的学生在模型建构与科学推理维度上进步更为明显，而基础扎实的学生则在质疑创新层面表现更为突出。这一结果证实了教学策略具有广泛的适应性，能够有效匹配各层级学生的认知发展需求，实现差异化提升。</a:t>
            </a:r>
            <a:endParaRPr kumimoji="1" lang="zh-CN" altLang="en-US"/>
          </a:p>
        </p:txBody>
      </p:sp>
      <p:sp>
        <p:nvSpPr>
          <p:cNvPr id="16" name="标题 1"/>
          <p:cNvSpPr txBox="1"/>
          <p:nvPr/>
        </p:nvSpPr>
        <p:spPr>
          <a:xfrm>
            <a:off x="1237413" y="4710058"/>
            <a:ext cx="4593586" cy="421804"/>
          </a:xfrm>
          <a:prstGeom prst="rect">
            <a:avLst/>
          </a:prstGeom>
          <a:noFill/>
          <a:ln cap="sq">
            <a:noFill/>
          </a:ln>
        </p:spPr>
        <p:txBody>
          <a:bodyPr vert="horz" wrap="square" lIns="0" tIns="0" rIns="0" bIns="0" rtlCol="0" anchor="b"/>
          <a:lstStyle/>
          <a:p>
            <a:pPr algn="l">
              <a:lnSpc>
                <a:spcPct val="130000"/>
              </a:lnSpc>
            </a:pPr>
            <a:r>
              <a:rPr kumimoji="1" lang="en-US" altLang="zh-CN" sz="2000">
                <a:ln w="12700">
                  <a:noFill/>
                </a:ln>
                <a:solidFill>
                  <a:srgbClr val="000000">
                    <a:alpha val="100000"/>
                  </a:srgbClr>
                </a:solidFill>
                <a:latin typeface="Source Han Sans CN Bold Bold"/>
                <a:ea typeface="Source Han Sans CN Bold Bold"/>
                <a:cs typeface="Source Han Sans CN Bold Bold"/>
              </a:rPr>
              <a:t>不同基础差异</a:t>
            </a:r>
            <a:endParaRPr kumimoji="1" lang="zh-CN" altLang="en-US"/>
          </a:p>
        </p:txBody>
      </p:sp>
      <p:sp>
        <p:nvSpPr>
          <p:cNvPr id="17"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实验数据的统计与分析</a:t>
            </a:r>
            <a:endParaRPr kumimoji="1" lang="zh-CN" altLang="en-US"/>
          </a:p>
        </p:txBody>
      </p:sp>
      <p:sp>
        <p:nvSpPr>
          <p:cNvPr id="18"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pic>
        <p:nvPicPr>
          <p:cNvPr id="2" name="图片"/>
          <p:cNvPicPr>
            <a:picLocks noChangeAspect="1"/>
          </p:cNvPicPr>
          <p:nvPr/>
        </p:nvPicPr>
        <p:blipFill>
          <a:blip r:embed="rId1">
            <a:alphaModFix amt="100000"/>
          </a:blip>
          <a:srcRect t="30247" b="30247"/>
          <a:stretch>
            <a:fillRect/>
          </a:stretch>
        </p:blipFill>
        <p:spPr>
          <a:xfrm>
            <a:off x="1054433" y="2919663"/>
            <a:ext cx="10070434" cy="2983832"/>
          </a:xfrm>
          <a:custGeom>
            <a:avLst/>
            <a:gdLst/>
            <a:ahLst/>
            <a:cxnLst/>
            <a:rect l="l" t="t" r="r" b="b"/>
            <a:pathLst>
              <a:path w="10070434" h="2983832">
                <a:moveTo>
                  <a:pt x="0" y="0"/>
                </a:moveTo>
                <a:lnTo>
                  <a:pt x="10070434" y="0"/>
                </a:lnTo>
                <a:lnTo>
                  <a:pt x="10070434" y="2983832"/>
                </a:lnTo>
                <a:lnTo>
                  <a:pt x="0" y="2983832"/>
                </a:lnTo>
                <a:close/>
              </a:path>
            </a:pathLst>
          </a:custGeom>
          <a:noFill/>
          <a:ln>
            <a:noFill/>
          </a:ln>
        </p:spPr>
      </p:pic>
      <p:sp>
        <p:nvSpPr>
          <p:cNvPr id="3" name="标题 1"/>
          <p:cNvSpPr txBox="1"/>
          <p:nvPr/>
        </p:nvSpPr>
        <p:spPr>
          <a:xfrm>
            <a:off x="1516635" y="1130300"/>
            <a:ext cx="4313662" cy="313690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687769" y="2675021"/>
            <a:ext cx="3975100" cy="1384745"/>
          </a:xfrm>
          <a:prstGeom prst="rect">
            <a:avLst/>
          </a:prstGeom>
          <a:noFill/>
          <a:ln cap="sq">
            <a:noFill/>
          </a:ln>
        </p:spPr>
        <p:txBody>
          <a:bodyPr vert="horz" wrap="square" lIns="0" tIns="0" rIns="0" bIns="0" rtlCol="0" anchor="t">
            <a:spAutoFit/>
          </a:bodyPr>
          <a:lstStyle/>
          <a:p>
            <a:pPr algn="ctr">
              <a:lnSpc>
                <a:spcPct val="150000"/>
              </a:lnSpc>
            </a:pPr>
            <a:r>
              <a:rPr kumimoji="1" lang="en-US" altLang="zh-CN" sz="1200">
                <a:ln w="12700">
                  <a:noFill/>
                </a:ln>
                <a:solidFill>
                  <a:srgbClr val="262626">
                    <a:alpha val="100000"/>
                  </a:srgbClr>
                </a:solidFill>
                <a:latin typeface="Source Han Sans CN Normal"/>
                <a:ea typeface="Source Han Sans CN Normal"/>
                <a:cs typeface="Source Han Sans CN Normal"/>
              </a:rPr>
              <a:t>实证数据显示，该教学策略显著提升了学生的科学思维水平。实验组不仅在竞赛成绩上表现优异，其思维结构更实现了向关联及抽象拓展层次的跨越。尤其在模型建构与科学推理维度，教学干预有效优化了学生的认知路径，验证了策略在培养拔尖创新人才方面的实效性。</a:t>
            </a:r>
            <a:endParaRPr kumimoji="1" lang="zh-CN" altLang="en-US"/>
          </a:p>
        </p:txBody>
      </p:sp>
      <p:sp>
        <p:nvSpPr>
          <p:cNvPr id="5" name="标题 1"/>
          <p:cNvSpPr txBox="1"/>
          <p:nvPr/>
        </p:nvSpPr>
        <p:spPr>
          <a:xfrm>
            <a:off x="3434506" y="1266801"/>
            <a:ext cx="477920" cy="41840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5258636" y="3589420"/>
            <a:ext cx="657230" cy="529390"/>
          </a:xfrm>
          <a:prstGeom prst="rect">
            <a:avLst/>
          </a:prstGeom>
          <a:noFill/>
          <a:ln>
            <a:noFill/>
          </a:ln>
        </p:spPr>
        <p:txBody>
          <a:bodyPr vert="horz" wrap="square" lIns="0" tIns="0" rIns="0" bIns="0" rtlCol="0" anchor="t"/>
          <a:lstStyle/>
          <a:p>
            <a:pPr algn="ctr">
              <a:lnSpc>
                <a:spcPct val="130000"/>
              </a:lnSpc>
            </a:pPr>
            <a:r>
              <a:rPr kumimoji="1" lang="en-US" altLang="zh-CN" sz="6000">
                <a:ln w="12700">
                  <a:solidFill>
                    <a:srgbClr val="0068BF">
                      <a:alpha val="100000"/>
                    </a:srgbClr>
                  </a:solidFill>
                </a:ln>
                <a:solidFill>
                  <a:srgbClr val="FFFFFF">
                    <a:alpha val="100000"/>
                  </a:srgbClr>
                </a:solidFill>
                <a:latin typeface="OPPOSans B"/>
                <a:ea typeface="OPPOSans B"/>
                <a:cs typeface="OPPOSans B"/>
              </a:rPr>
              <a:t>”</a:t>
            </a:r>
            <a:endParaRPr kumimoji="1" lang="zh-CN" altLang="en-US"/>
          </a:p>
        </p:txBody>
      </p:sp>
      <p:sp>
        <p:nvSpPr>
          <p:cNvPr id="7" name="标题 1"/>
          <p:cNvSpPr txBox="1"/>
          <p:nvPr/>
        </p:nvSpPr>
        <p:spPr>
          <a:xfrm>
            <a:off x="1700459" y="1200212"/>
            <a:ext cx="112297" cy="112297"/>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221867" y="1559117"/>
            <a:ext cx="160419" cy="160419"/>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558202" y="1130300"/>
            <a:ext cx="4313662" cy="313690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729339" y="2675021"/>
            <a:ext cx="3975100" cy="1384745"/>
          </a:xfrm>
          <a:prstGeom prst="rect">
            <a:avLst/>
          </a:prstGeom>
          <a:noFill/>
          <a:ln cap="sq">
            <a:noFill/>
          </a:ln>
        </p:spPr>
        <p:txBody>
          <a:bodyPr vert="horz" wrap="square" lIns="0" tIns="0" rIns="0" bIns="0" rtlCol="0" anchor="t">
            <a:spAutoFit/>
          </a:bodyPr>
          <a:lstStyle/>
          <a:p>
            <a:pPr algn="ctr">
              <a:lnSpc>
                <a:spcPct val="150000"/>
              </a:lnSpc>
            </a:pPr>
            <a:r>
              <a:rPr kumimoji="1" lang="en-US" altLang="zh-CN" sz="1200">
                <a:ln w="12700">
                  <a:noFill/>
                </a:ln>
                <a:solidFill>
                  <a:srgbClr val="262626">
                    <a:alpha val="100000"/>
                  </a:srgbClr>
                </a:solidFill>
                <a:latin typeface="Source Han Sans CN Normal"/>
                <a:ea typeface="Source Han Sans CN Normal"/>
                <a:cs typeface="Source Han Sans CN Normal"/>
              </a:rPr>
              <a:t>实施过程中发现，高认知负荷的模型建构任务易引发学生畏难情绪，导致干预效果边际递减。后续策略需细化分层教学机制，针对不同思维水平的学生设置差异化的最近发展区。优化教学案例的梯度设计，强化元认知策略的显性指导，促使学生在深度反思中实现科学思维的迭代升级。</a:t>
            </a:r>
            <a:endParaRPr kumimoji="1" lang="zh-CN" altLang="en-US"/>
          </a:p>
        </p:txBody>
      </p:sp>
      <p:sp>
        <p:nvSpPr>
          <p:cNvPr id="11" name="标题 1"/>
          <p:cNvSpPr txBox="1"/>
          <p:nvPr/>
        </p:nvSpPr>
        <p:spPr>
          <a:xfrm>
            <a:off x="8476073" y="1254949"/>
            <a:ext cx="477920" cy="442109"/>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300203" y="3589420"/>
            <a:ext cx="657230" cy="529390"/>
          </a:xfrm>
          <a:prstGeom prst="rect">
            <a:avLst/>
          </a:prstGeom>
          <a:noFill/>
          <a:ln>
            <a:noFill/>
          </a:ln>
        </p:spPr>
        <p:txBody>
          <a:bodyPr vert="horz" wrap="square" lIns="0" tIns="0" rIns="0" bIns="0" rtlCol="0" anchor="t"/>
          <a:lstStyle/>
          <a:p>
            <a:pPr algn="ctr">
              <a:lnSpc>
                <a:spcPct val="130000"/>
              </a:lnSpc>
            </a:pPr>
            <a:r>
              <a:rPr kumimoji="1" lang="en-US" altLang="zh-CN" sz="6000">
                <a:ln w="12700">
                  <a:solidFill>
                    <a:srgbClr val="0068BF">
                      <a:alpha val="100000"/>
                    </a:srgbClr>
                  </a:solidFill>
                </a:ln>
                <a:solidFill>
                  <a:srgbClr val="FFFFFF">
                    <a:alpha val="100000"/>
                  </a:srgbClr>
                </a:solidFill>
                <a:latin typeface="OPPOSans B"/>
                <a:ea typeface="OPPOSans B"/>
                <a:cs typeface="OPPOSans B"/>
              </a:rPr>
              <a:t>”</a:t>
            </a:r>
            <a:endParaRPr kumimoji="1" lang="zh-CN" altLang="en-US"/>
          </a:p>
        </p:txBody>
      </p:sp>
      <p:sp>
        <p:nvSpPr>
          <p:cNvPr id="13" name="标题 1"/>
          <p:cNvSpPr txBox="1"/>
          <p:nvPr/>
        </p:nvSpPr>
        <p:spPr>
          <a:xfrm>
            <a:off x="6742026" y="1200212"/>
            <a:ext cx="112297" cy="112297"/>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6263434" y="1559117"/>
            <a:ext cx="160419" cy="160419"/>
          </a:xfrm>
          <a:prstGeom prst="rect">
            <a:avLst/>
          </a:prstGeom>
          <a:solidFill>
            <a:schemeClr val="accent1">
              <a:lumMod val="40000"/>
              <a:lumOff val="6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687770" y="1867063"/>
            <a:ext cx="3971386" cy="723068"/>
          </a:xfrm>
          <a:prstGeom prst="rect">
            <a:avLst/>
          </a:prstGeom>
          <a:noFill/>
          <a:ln cap="sq">
            <a:noFill/>
          </a:ln>
        </p:spPr>
        <p:txBody>
          <a:bodyPr vert="horz" wrap="square" lIns="0" tIns="0" rIns="0" bIns="0" rtlCol="0" anchor="ctr"/>
          <a:lstStyle/>
          <a:p>
            <a:pPr algn="ctr">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策略有效性</a:t>
            </a:r>
            <a:endParaRPr kumimoji="1" lang="zh-CN" altLang="en-US"/>
          </a:p>
        </p:txBody>
      </p:sp>
      <p:sp>
        <p:nvSpPr>
          <p:cNvPr id="16" name="标题 1"/>
          <p:cNvSpPr txBox="1"/>
          <p:nvPr/>
        </p:nvSpPr>
        <p:spPr>
          <a:xfrm>
            <a:off x="6729340" y="1867063"/>
            <a:ext cx="3971386" cy="723068"/>
          </a:xfrm>
          <a:prstGeom prst="rect">
            <a:avLst/>
          </a:prstGeom>
          <a:noFill/>
          <a:ln cap="sq">
            <a:noFill/>
          </a:ln>
        </p:spPr>
        <p:txBody>
          <a:bodyPr vert="horz" wrap="square" lIns="0" tIns="0" rIns="0" bIns="0" rtlCol="0" anchor="ctr"/>
          <a:lstStyle/>
          <a:p>
            <a:pPr algn="ctr">
              <a:lnSpc>
                <a:spcPct val="130000"/>
              </a:lnSpc>
            </a:pPr>
            <a:r>
              <a:rPr kumimoji="1" lang="en-US" altLang="zh-CN" sz="2000">
                <a:ln w="12700">
                  <a:noFill/>
                </a:ln>
                <a:solidFill>
                  <a:srgbClr val="003C83">
                    <a:alpha val="100000"/>
                  </a:srgbClr>
                </a:solidFill>
                <a:latin typeface="Source Han Sans CN Bold Bold"/>
                <a:ea typeface="Source Han Sans CN Bold Bold"/>
                <a:cs typeface="Source Han Sans CN Bold Bold"/>
              </a:rPr>
              <a:t>实施反思</a:t>
            </a:r>
            <a:endParaRPr kumimoji="1" lang="zh-CN" altLang="en-US"/>
          </a:p>
        </p:txBody>
      </p:sp>
      <p:sp>
        <p:nvSpPr>
          <p:cNvPr id="17"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实验结论</a:t>
            </a:r>
            <a:endParaRPr kumimoji="1" lang="zh-CN" altLang="en-US"/>
          </a:p>
        </p:txBody>
      </p:sp>
      <p:sp>
        <p:nvSpPr>
          <p:cNvPr id="18"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0" y="6026524"/>
            <a:ext cx="970467" cy="831476"/>
          </a:xfrm>
          <a:custGeom>
            <a:avLst/>
            <a:gdLst>
              <a:gd name="idx" fmla="cos wd2 2700000"/>
              <a:gd name="idy" fmla="sin hd2 2700000"/>
              <a:gd name="il" fmla="+- hc 0 idx"/>
              <a:gd name="ir" fmla="+- hc idx 0"/>
              <a:gd name="it" fmla="+- vc 0 idy"/>
              <a:gd name="ib" fmla="+- vc idy 0"/>
            </a:gdLst>
            <a:ahLst/>
            <a:cxnLst/>
            <a:rect l="l" t="t" r="r" b="b"/>
            <a:pathLst>
              <a:path w="1528" h="1309">
                <a:moveTo>
                  <a:pt x="0" y="0"/>
                </a:moveTo>
                <a:lnTo>
                  <a:pt x="7" y="1"/>
                </a:lnTo>
                <a:cubicBezTo>
                  <a:pt x="737" y="93"/>
                  <a:pt x="1332" y="617"/>
                  <a:pt x="1528" y="1308"/>
                </a:cubicBezTo>
                <a:lnTo>
                  <a:pt x="1528" y="1309"/>
                </a:lnTo>
                <a:lnTo>
                  <a:pt x="0" y="1309"/>
                </a:lnTo>
                <a:lnTo>
                  <a:pt x="0" y="0"/>
                </a:ln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46460" y="0"/>
            <a:ext cx="1145540" cy="1145540"/>
          </a:xfrm>
          <a:custGeom>
            <a:avLst/>
            <a:gdLst>
              <a:gd name="connsiteX0" fmla="*/ 3201 w 1145540"/>
              <a:gd name="connsiteY0" fmla="*/ 0 h 1145540"/>
              <a:gd name="connsiteX1" fmla="*/ 298355 w 1145540"/>
              <a:gd name="connsiteY1" fmla="*/ 0 h 1145540"/>
              <a:gd name="connsiteX2" fmla="*/ 295154 w 1145540"/>
              <a:gd name="connsiteY2" fmla="*/ 31750 h 1145540"/>
              <a:gd name="connsiteX3" fmla="*/ 1113790 w 1145540"/>
              <a:gd name="connsiteY3" fmla="*/ 850386 h 1145540"/>
              <a:gd name="connsiteX4" fmla="*/ 1145540 w 1145540"/>
              <a:gd name="connsiteY4" fmla="*/ 848783 h 1145540"/>
              <a:gd name="connsiteX5" fmla="*/ 1145540 w 1145540"/>
              <a:gd name="connsiteY5" fmla="*/ 1143937 h 1145540"/>
              <a:gd name="connsiteX6" fmla="*/ 1113790 w 1145540"/>
              <a:gd name="connsiteY6" fmla="*/ 1145540 h 1145540"/>
              <a:gd name="connsiteX7" fmla="*/ 0 w 1145540"/>
              <a:gd name="connsiteY7" fmla="*/ 31750 h 1145540"/>
            </a:gdLst>
            <a:ahLst/>
            <a:cxnLst/>
            <a:rect l="l" t="t" r="r" b="b"/>
            <a:pathLst>
              <a:path w="1145540" h="1145540">
                <a:moveTo>
                  <a:pt x="3201" y="0"/>
                </a:moveTo>
                <a:lnTo>
                  <a:pt x="298355" y="0"/>
                </a:lnTo>
                <a:lnTo>
                  <a:pt x="295154" y="31750"/>
                </a:lnTo>
                <a:cubicBezTo>
                  <a:pt x="295154" y="483870"/>
                  <a:pt x="661670" y="850386"/>
                  <a:pt x="1113790" y="850386"/>
                </a:cubicBezTo>
                <a:lnTo>
                  <a:pt x="1145540" y="848783"/>
                </a:lnTo>
                <a:lnTo>
                  <a:pt x="1145540" y="1143937"/>
                </a:lnTo>
                <a:lnTo>
                  <a:pt x="1113790" y="1145540"/>
                </a:lnTo>
                <a:cubicBezTo>
                  <a:pt x="498661" y="1145540"/>
                  <a:pt x="0" y="646879"/>
                  <a:pt x="0" y="31750"/>
                </a:cubicBezTo>
                <a:close/>
              </a:path>
            </a:pathLst>
          </a:cu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1300" y="1440100"/>
            <a:ext cx="3978824" cy="3978824"/>
          </a:xfrm>
          <a:prstGeom prst="ellipse">
            <a:avLst/>
          </a:prstGeom>
          <a:gradFill>
            <a:gsLst>
              <a:gs pos="0">
                <a:schemeClr val="accent5"/>
              </a:gs>
              <a:gs pos="88000">
                <a:schemeClr val="accent1"/>
              </a:gs>
            </a:gsLst>
            <a:path path="circle">
              <a:fillToRect r="100000" b="100000"/>
            </a:path>
            <a:tileRect l="-100000" t="-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92150" y="1250950"/>
            <a:ext cx="4356100" cy="4356100"/>
          </a:xfrm>
          <a:prstGeom prst="ellipse">
            <a:avLst/>
          </a:prstGeom>
          <a:noFill/>
          <a:ln w="12700" cap="flat">
            <a:gradFill>
              <a:gsLst>
                <a:gs pos="33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39652" y="1698452"/>
            <a:ext cx="3460583" cy="3460583"/>
          </a:xfrm>
          <a:prstGeom prst="ellipse">
            <a:avLst/>
          </a:pr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7" name="图片"/>
          <p:cNvPicPr>
            <a:picLocks noChangeAspect="1"/>
          </p:cNvPicPr>
          <p:nvPr/>
        </p:nvPicPr>
        <p:blipFill>
          <a:blip r:embed="rId1">
            <a:alphaModFix amt="100000"/>
          </a:blip>
          <a:srcRect/>
          <a:stretch>
            <a:fillRect/>
          </a:stretch>
        </p:blipFill>
        <p:spPr>
          <a:xfrm>
            <a:off x="1247573" y="1806373"/>
            <a:ext cx="3245255" cy="3245255"/>
          </a:xfrm>
          <a:prstGeom prst="rect">
            <a:avLst/>
          </a:prstGeom>
          <a:noFill/>
          <a:ln>
            <a:noFill/>
          </a:ln>
        </p:spPr>
      </p:pic>
      <p:grpSp>
        <p:nvGrpSpPr>
          <p:cNvPr id="8" name="组合 7"/>
          <p:cNvGrpSpPr/>
          <p:nvPr/>
        </p:nvGrpSpPr>
        <p:grpSpPr>
          <a:xfrm>
            <a:off x="10805160" y="6017895"/>
            <a:ext cx="693420" cy="288290"/>
            <a:chOff x="10805160" y="6017895"/>
            <a:chExt cx="693420" cy="288290"/>
          </a:xfrm>
        </p:grpSpPr>
        <p:sp>
          <p:nvSpPr>
            <p:cNvPr id="9" name="标题 1"/>
            <p:cNvSpPr txBox="1"/>
            <p:nvPr/>
          </p:nvSpPr>
          <p:spPr>
            <a:xfrm>
              <a:off x="10806213"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0932050"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057887"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1183724"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1309561"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1435398" y="601789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805160"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0930997"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1056834"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182671"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1308508"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1434345" y="6130475"/>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10805687"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10931524"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11057361"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11183198"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11309035"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1434872" y="6243056"/>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6711315" y="2885813"/>
            <a:ext cx="4784725" cy="1686187"/>
          </a:xfrm>
          <a:prstGeom prst="rect">
            <a:avLst/>
          </a:prstGeom>
          <a:noFill/>
          <a:ln cap="sq">
            <a:noFill/>
          </a:ln>
        </p:spPr>
        <p:txBody>
          <a:bodyPr vert="horz" wrap="square" lIns="0" tIns="0" rIns="0" bIns="0" rtlCol="0" anchor="t"/>
          <a:lstStyle/>
          <a:p>
            <a:pPr algn="r">
              <a:lnSpc>
                <a:spcPct val="130000"/>
              </a:lnSpc>
            </a:pPr>
            <a:r>
              <a:rPr kumimoji="1" lang="en-US" altLang="zh-CN" sz="5300">
                <a:ln w="12700">
                  <a:noFill/>
                </a:ln>
                <a:solidFill>
                  <a:srgbClr val="003C83">
                    <a:alpha val="100000"/>
                  </a:srgbClr>
                </a:solidFill>
                <a:latin typeface="OPPOSans H"/>
                <a:ea typeface="OPPOSans H"/>
                <a:cs typeface="OPPOSans H"/>
              </a:rPr>
              <a:t>第六部分 结论</a:t>
            </a:r>
            <a:endParaRPr kumimoji="1" lang="zh-CN" altLang="en-US"/>
          </a:p>
        </p:txBody>
      </p:sp>
      <p:cxnSp>
        <p:nvCxnSpPr>
          <p:cNvPr id="28" name="线条 1"/>
          <p:cNvCxnSpPr/>
          <p:nvPr/>
        </p:nvCxnSpPr>
        <p:spPr>
          <a:xfrm flipH="1">
            <a:off x="6005830" y="4787017"/>
            <a:ext cx="5484495" cy="17145"/>
          </a:xfrm>
          <a:prstGeom prst="line">
            <a:avLst/>
          </a:prstGeom>
          <a:noFill/>
          <a:ln w="12700" cap="rnd">
            <a:solidFill>
              <a:schemeClr val="accent1"/>
            </a:solidFill>
            <a:miter/>
          </a:ln>
        </p:spPr>
      </p:cxnSp>
      <p:sp>
        <p:nvSpPr>
          <p:cNvPr id="29" name="标题 1"/>
          <p:cNvSpPr txBox="1"/>
          <p:nvPr/>
        </p:nvSpPr>
        <p:spPr>
          <a:xfrm>
            <a:off x="7550150" y="947956"/>
            <a:ext cx="3949700" cy="1816228"/>
          </a:xfrm>
          <a:prstGeom prst="rect">
            <a:avLst/>
          </a:prstGeom>
          <a:noFill/>
          <a:ln cap="sq">
            <a:noFill/>
          </a:ln>
        </p:spPr>
        <p:txBody>
          <a:bodyPr vert="horz" wrap="square" lIns="0" tIns="0" rIns="0" bIns="0" rtlCol="0" anchor="b"/>
          <a:lstStyle/>
          <a:p>
            <a:pPr algn="r">
              <a:lnSpc>
                <a:spcPct val="110000"/>
              </a:lnSpc>
            </a:pPr>
            <a:r>
              <a:rPr kumimoji="1" lang="en-US" altLang="zh-CN" sz="7200">
                <a:ln w="12700">
                  <a:noFill/>
                </a:ln>
                <a:solidFill>
                  <a:srgbClr val="2573C5">
                    <a:alpha val="25000"/>
                  </a:srgbClr>
                </a:solidFill>
                <a:latin typeface="OPPOSans H"/>
                <a:ea typeface="OPPOSans H"/>
                <a:cs typeface="OPPOSans H"/>
              </a:rPr>
              <a:t>06</a:t>
            </a:r>
            <a:endParaRPr kumimoji="1" lang="zh-CN" altLang="en-US"/>
          </a:p>
        </p:txBody>
      </p:sp>
      <p:grpSp>
        <p:nvGrpSpPr>
          <p:cNvPr id="30" name="组合 29"/>
          <p:cNvGrpSpPr/>
          <p:nvPr/>
        </p:nvGrpSpPr>
        <p:grpSpPr>
          <a:xfrm>
            <a:off x="699135" y="572770"/>
            <a:ext cx="693420" cy="288290"/>
            <a:chOff x="699135" y="572770"/>
            <a:chExt cx="693420" cy="288290"/>
          </a:xfrm>
        </p:grpSpPr>
        <p:sp>
          <p:nvSpPr>
            <p:cNvPr id="31" name="标题 1"/>
            <p:cNvSpPr txBox="1"/>
            <p:nvPr/>
          </p:nvSpPr>
          <p:spPr>
            <a:xfrm>
              <a:off x="700188"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26025"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951862"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1077699"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1203536"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329373" y="57277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699135"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824972"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950809"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1076646"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202483"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1328320" y="685350"/>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699662"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825499"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a:off x="951336"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a:off x="1077173"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1203010"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a:off x="1328847" y="797931"/>
              <a:ext cx="63182" cy="63129"/>
            </a:xfrm>
            <a:prstGeom prst="ellipse">
              <a:avLst/>
            </a:prstGeom>
            <a:gradFill>
              <a:gsLst>
                <a:gs pos="0">
                  <a:schemeClr val="accent5">
                    <a:alpha val="34000"/>
                  </a:schemeClr>
                </a:gs>
                <a:gs pos="100000">
                  <a:schemeClr val="accent1">
                    <a:alpha val="34000"/>
                  </a:schemeClr>
                </a:gs>
              </a:gsLst>
              <a:lin ang="270000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grpSp>
      <p:sp>
        <p:nvSpPr>
          <p:cNvPr id="49" name="标题 1"/>
          <p:cNvSpPr txBox="1"/>
          <p:nvPr/>
        </p:nvSpPr>
        <p:spPr>
          <a:xfrm>
            <a:off x="637540" y="10163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a:off x="5754370" y="5440680"/>
            <a:ext cx="2438400" cy="320040"/>
          </a:xfrm>
          <a:prstGeom prst="roundRect">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3986530" y="1584960"/>
            <a:ext cx="2438400" cy="320040"/>
          </a:xfrm>
          <a:prstGeom prst="roundRect">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7577257" y="1952487"/>
            <a:ext cx="3946741" cy="469126"/>
          </a:xfrm>
          <a:prstGeom prst="roundRect">
            <a:avLst>
              <a:gd name="adj" fmla="val 7678"/>
            </a:avLst>
          </a:prstGeom>
          <a:gradFill>
            <a:gsLst>
              <a:gs pos="0">
                <a:schemeClr val="accent1"/>
              </a:gs>
              <a:gs pos="100000">
                <a:schemeClr val="accent1">
                  <a:lumMod val="75000"/>
                </a:schemeClr>
              </a:gs>
            </a:gsLst>
            <a:lin ang="5400000" scaled="0"/>
          </a:gra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355698" y="2042436"/>
            <a:ext cx="3104984" cy="289229"/>
          </a:xfrm>
          <a:prstGeom prst="rect">
            <a:avLst/>
          </a:prstGeom>
          <a:noFill/>
          <a:ln>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研究限制</a:t>
            </a:r>
            <a:endParaRPr kumimoji="1" lang="zh-CN" altLang="en-US"/>
          </a:p>
        </p:txBody>
      </p:sp>
      <p:sp>
        <p:nvSpPr>
          <p:cNvPr id="6" name="标题 1"/>
          <p:cNvSpPr txBox="1"/>
          <p:nvPr/>
        </p:nvSpPr>
        <p:spPr>
          <a:xfrm>
            <a:off x="8355698" y="2548836"/>
            <a:ext cx="2984500" cy="3115675"/>
          </a:xfrm>
          <a:prstGeom prst="rect">
            <a:avLst/>
          </a:prstGeom>
          <a:noFill/>
          <a:ln>
            <a:noFill/>
          </a:ln>
        </p:spPr>
        <p:txBody>
          <a:bodyPr vert="horz" wrap="square" lIns="0" tIns="0" rIns="0" bIns="0" rtlCol="0" anchor="t">
            <a:spAutoFit/>
          </a:bodyPr>
          <a:lstStyle/>
          <a:p>
            <a:pPr algn="l">
              <a:lnSpc>
                <a:spcPct val="150000"/>
              </a:lnSpc>
            </a:pPr>
            <a:r>
              <a:rPr kumimoji="1" lang="en-US" altLang="zh-CN" sz="1500">
                <a:ln w="12700">
                  <a:noFill/>
                </a:ln>
                <a:solidFill>
                  <a:srgbClr val="262626">
                    <a:alpha val="100000"/>
                  </a:srgbClr>
                </a:solidFill>
                <a:latin typeface="Source Han Sans CN Normal"/>
                <a:ea typeface="Source Han Sans CN Normal"/>
                <a:cs typeface="Source Han Sans CN Normal"/>
              </a:rPr>
              <a:t>本研究受客观条件限制存在一定不足。样本仅选取自单所学校的竞赛班，容量较小，致使结论的普适性受到制约。教学干预周期仅为一个竞赛培训年度，缺乏对科学思维能力发展的长期纵向追踪。后续研究需扩大样本范围并延长观测周期，以进一步验证教学策略在不同教学环境中的适用性。</a:t>
            </a:r>
            <a:endParaRPr kumimoji="1" lang="zh-CN" altLang="en-US"/>
          </a:p>
        </p:txBody>
      </p:sp>
      <p:sp>
        <p:nvSpPr>
          <p:cNvPr id="7" name="标题 1"/>
          <p:cNvSpPr txBox="1"/>
          <p:nvPr/>
        </p:nvSpPr>
        <p:spPr>
          <a:xfrm flipH="1">
            <a:off x="660400" y="2461371"/>
            <a:ext cx="3946741" cy="469126"/>
          </a:xfrm>
          <a:prstGeom prst="roundRect">
            <a:avLst>
              <a:gd name="adj" fmla="val 7678"/>
            </a:avLst>
          </a:prstGeom>
          <a:gradFill>
            <a:gsLst>
              <a:gs pos="0">
                <a:schemeClr val="accent1"/>
              </a:gs>
              <a:gs pos="100000">
                <a:schemeClr val="accent1">
                  <a:lumMod val="75000"/>
                </a:schemeClr>
              </a:gs>
            </a:gsLst>
            <a:lin ang="5400000" scaled="0"/>
          </a:gra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723716" y="2551320"/>
            <a:ext cx="3104984" cy="289229"/>
          </a:xfrm>
          <a:prstGeom prst="rect">
            <a:avLst/>
          </a:prstGeom>
          <a:noFill/>
          <a:ln>
            <a:noFill/>
          </a:ln>
        </p:spPr>
        <p:txBody>
          <a:bodyPr vert="horz" wrap="square" lIns="0" tIns="0" rIns="0" bIns="0" rtlCol="0" anchor="ctr"/>
          <a:lstStyle/>
          <a:p>
            <a:pPr algn="r">
              <a:lnSpc>
                <a:spcPct val="110000"/>
              </a:lnSpc>
            </a:pPr>
            <a:r>
              <a:rPr kumimoji="1" lang="en-US" altLang="zh-CN" sz="2000">
                <a:ln w="12700">
                  <a:noFill/>
                </a:ln>
                <a:solidFill>
                  <a:srgbClr val="FFFFFF">
                    <a:alpha val="100000"/>
                  </a:srgbClr>
                </a:solidFill>
                <a:latin typeface="Source Han Sans CN Bold Bold"/>
                <a:ea typeface="Source Han Sans CN Bold Bold"/>
                <a:cs typeface="Source Han Sans CN Bold Bold"/>
              </a:rPr>
              <a:t>主要发现</a:t>
            </a:r>
            <a:endParaRPr kumimoji="1" lang="zh-CN" altLang="en-US"/>
          </a:p>
        </p:txBody>
      </p:sp>
      <p:sp>
        <p:nvSpPr>
          <p:cNvPr id="9" name="标题 1"/>
          <p:cNvSpPr txBox="1"/>
          <p:nvPr/>
        </p:nvSpPr>
        <p:spPr>
          <a:xfrm>
            <a:off x="842986" y="3057720"/>
            <a:ext cx="2984500" cy="3115675"/>
          </a:xfrm>
          <a:prstGeom prst="rect">
            <a:avLst/>
          </a:prstGeom>
          <a:noFill/>
          <a:ln>
            <a:noFill/>
          </a:ln>
        </p:spPr>
        <p:txBody>
          <a:bodyPr vert="horz" wrap="square" lIns="0" tIns="0" rIns="0" bIns="0" rtlCol="0" anchor="t">
            <a:spAutoFit/>
          </a:bodyPr>
          <a:lstStyle/>
          <a:p>
            <a:pPr algn="r">
              <a:lnSpc>
                <a:spcPct val="150000"/>
              </a:lnSpc>
            </a:pPr>
            <a:r>
              <a:rPr kumimoji="1" lang="en-US" altLang="zh-CN" sz="1500">
                <a:ln w="12700">
                  <a:noFill/>
                </a:ln>
                <a:solidFill>
                  <a:srgbClr val="262626">
                    <a:alpha val="100000"/>
                  </a:srgbClr>
                </a:solidFill>
                <a:latin typeface="Source Han Sans CN Normal"/>
                <a:ea typeface="Source Han Sans CN Normal"/>
                <a:cs typeface="Source Han Sans CN Normal"/>
              </a:rPr>
              <a:t>本研究构建了融合科学思维要素与SOLO分类理论的二维评价框架，揭示了复赛试题对高阶思维能力的考查趋势。基于此设计的“问题驱动—模型建构—论证反思—创新拓展”教学策略，经实证验证显著提升了学生的竞赛成绩与思维层次，实现了竞赛教学由技巧训练向思维培养的有效转型。</a:t>
            </a:r>
            <a:endParaRPr kumimoji="1" lang="zh-CN" altLang="en-US"/>
          </a:p>
        </p:txBody>
      </p:sp>
      <p:pic>
        <p:nvPicPr>
          <p:cNvPr id="10" name="图片"/>
          <p:cNvPicPr>
            <a:picLocks noChangeAspect="1"/>
          </p:cNvPicPr>
          <p:nvPr/>
        </p:nvPicPr>
        <p:blipFill>
          <a:blip r:embed="rId1">
            <a:alphaModFix amt="100000"/>
          </a:blip>
          <a:srcRect l="30043" r="30043"/>
          <a:stretch>
            <a:fillRect/>
          </a:stretch>
        </p:blipFill>
        <p:spPr>
          <a:xfrm>
            <a:off x="3986530" y="2018693"/>
            <a:ext cx="2035534" cy="3831314"/>
          </a:xfrm>
          <a:custGeom>
            <a:avLst/>
            <a:gdLst/>
            <a:ahLst/>
            <a:cxnLst/>
            <a:rect l="l" t="t" r="r" b="b"/>
            <a:pathLst>
              <a:path w="2035534" h="3831314">
                <a:moveTo>
                  <a:pt x="57158" y="0"/>
                </a:moveTo>
                <a:lnTo>
                  <a:pt x="1978376" y="0"/>
                </a:lnTo>
                <a:cubicBezTo>
                  <a:pt x="2009943" y="0"/>
                  <a:pt x="2035534" y="25591"/>
                  <a:pt x="2035534" y="57158"/>
                </a:cubicBezTo>
                <a:lnTo>
                  <a:pt x="2035534" y="3774156"/>
                </a:lnTo>
                <a:cubicBezTo>
                  <a:pt x="2035534" y="3805723"/>
                  <a:pt x="2009943" y="3831314"/>
                  <a:pt x="1978376" y="3831314"/>
                </a:cubicBezTo>
                <a:lnTo>
                  <a:pt x="57158" y="3831314"/>
                </a:lnTo>
                <a:cubicBezTo>
                  <a:pt x="25591" y="3831314"/>
                  <a:pt x="0" y="3805723"/>
                  <a:pt x="0" y="3774156"/>
                </a:cubicBezTo>
                <a:lnTo>
                  <a:pt x="0" y="57158"/>
                </a:lnTo>
                <a:cubicBezTo>
                  <a:pt x="0" y="25591"/>
                  <a:pt x="25591" y="0"/>
                  <a:pt x="57158" y="0"/>
                </a:cubicBezTo>
                <a:close/>
              </a:path>
            </a:pathLst>
          </a:custGeom>
          <a:noFill/>
          <a:ln>
            <a:noFill/>
          </a:ln>
        </p:spPr>
      </p:pic>
      <p:pic>
        <p:nvPicPr>
          <p:cNvPr id="11" name="图片"/>
          <p:cNvPicPr>
            <a:picLocks noChangeAspect="1"/>
          </p:cNvPicPr>
          <p:nvPr/>
        </p:nvPicPr>
        <p:blipFill>
          <a:blip r:embed="rId2">
            <a:alphaModFix amt="100000"/>
          </a:blip>
          <a:srcRect l="32335" r="32335"/>
          <a:stretch>
            <a:fillRect/>
          </a:stretch>
        </p:blipFill>
        <p:spPr>
          <a:xfrm>
            <a:off x="6157236" y="1509809"/>
            <a:ext cx="2035534" cy="3831314"/>
          </a:xfrm>
          <a:custGeom>
            <a:avLst/>
            <a:gdLst/>
            <a:ahLst/>
            <a:cxnLst/>
            <a:rect l="l" t="t" r="r" b="b"/>
            <a:pathLst>
              <a:path w="2035534" h="3831314">
                <a:moveTo>
                  <a:pt x="57158" y="0"/>
                </a:moveTo>
                <a:lnTo>
                  <a:pt x="1978376" y="0"/>
                </a:lnTo>
                <a:cubicBezTo>
                  <a:pt x="2009943" y="0"/>
                  <a:pt x="2035534" y="25591"/>
                  <a:pt x="2035534" y="57158"/>
                </a:cubicBezTo>
                <a:lnTo>
                  <a:pt x="2035534" y="3774156"/>
                </a:lnTo>
                <a:cubicBezTo>
                  <a:pt x="2035534" y="3805723"/>
                  <a:pt x="2009943" y="3831314"/>
                  <a:pt x="1978376" y="3831314"/>
                </a:cubicBezTo>
                <a:lnTo>
                  <a:pt x="57158" y="3831314"/>
                </a:lnTo>
                <a:cubicBezTo>
                  <a:pt x="25591" y="3831314"/>
                  <a:pt x="0" y="3805723"/>
                  <a:pt x="0" y="3774156"/>
                </a:cubicBezTo>
                <a:lnTo>
                  <a:pt x="0" y="57158"/>
                </a:lnTo>
                <a:cubicBezTo>
                  <a:pt x="0" y="25591"/>
                  <a:pt x="25591" y="0"/>
                  <a:pt x="57158" y="0"/>
                </a:cubicBezTo>
                <a:close/>
              </a:path>
            </a:pathLst>
          </a:custGeom>
          <a:noFill/>
          <a:ln>
            <a:noFill/>
          </a:ln>
        </p:spPr>
      </p:pic>
      <p:sp>
        <p:nvSpPr>
          <p:cNvPr id="12"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研究总结</a:t>
            </a:r>
            <a:endParaRPr kumimoji="1" lang="zh-CN" altLang="en-US"/>
          </a:p>
        </p:txBody>
      </p:sp>
      <p:sp>
        <p:nvSpPr>
          <p:cNvPr id="13"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矩形: 圆角 3"/>
          <p:cNvSpPr txBox="1"/>
          <p:nvPr/>
        </p:nvSpPr>
        <p:spPr>
          <a:xfrm>
            <a:off x="983432" y="1411303"/>
            <a:ext cx="10225136" cy="4883500"/>
          </a:xfrm>
          <a:prstGeom prst="roundRect">
            <a:avLst>
              <a:gd name="adj" fmla="val 7292"/>
            </a:avLst>
          </a:prstGeom>
          <a:solidFill>
            <a:schemeClr val="bg1"/>
          </a:solidFill>
          <a:ln w="12700" cap="sq">
            <a:solidFill>
              <a:schemeClr val="bg1"/>
            </a:solidFill>
            <a:miter/>
          </a:ln>
          <a:effectLst>
            <a:outerShdw blurRad="419100" sx="102000" sy="102000" algn="ctr" rotWithShape="0">
              <a:srgbClr val="000000">
                <a:alpha val="12000"/>
              </a:srgbClr>
            </a:outerShdw>
          </a:effectLst>
        </p:spPr>
        <p:txBody>
          <a:bodyPr vert="horz" wrap="square" lIns="91440" tIns="45720" rIns="91440" bIns="45720" rtlCol="0" anchor="ctr"/>
          <a:lstStyle/>
          <a:p>
            <a:pPr algn="ctr">
              <a:lnSpc>
                <a:spcPct val="110000"/>
              </a:lnSpc>
            </a:pPr>
            <a:endParaRPr kumimoji="1" lang="zh-CN" altLang="en-US"/>
          </a:p>
        </p:txBody>
      </p:sp>
      <p:sp>
        <p:nvSpPr>
          <p:cNvPr id="3" name="矩形: 圆顶角 4"/>
          <p:cNvSpPr txBox="1"/>
          <p:nvPr/>
        </p:nvSpPr>
        <p:spPr>
          <a:xfrm>
            <a:off x="983432" y="1320869"/>
            <a:ext cx="10225136" cy="522514"/>
          </a:xfrm>
          <a:prstGeom prst="round2SameRect">
            <a:avLst>
              <a:gd name="adj1" fmla="val 44716"/>
              <a:gd name="adj2" fmla="val 0"/>
            </a:avLst>
          </a:prstGeom>
          <a:gradFill>
            <a:gsLst>
              <a:gs pos="4673">
                <a:schemeClr val="accent1">
                  <a:lumMod val="20000"/>
                  <a:lumOff val="80000"/>
                </a:schemeClr>
              </a:gs>
              <a:gs pos="52000">
                <a:schemeClr val="accent1">
                  <a:lumMod val="5000"/>
                  <a:lumOff val="95000"/>
                </a:schemeClr>
              </a:gs>
              <a:gs pos="100000">
                <a:schemeClr val="accent1">
                  <a:lumMod val="30000"/>
                  <a:lumOff val="70000"/>
                </a:schemeClr>
              </a:gs>
            </a:gsLst>
            <a:lin ang="0" scaled="0"/>
          </a:gradFill>
          <a:ln w="12700" cap="sq">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4" name="椭圆 11"/>
          <p:cNvSpPr txBox="1"/>
          <p:nvPr/>
        </p:nvSpPr>
        <p:spPr>
          <a:xfrm>
            <a:off x="10805532" y="1526370"/>
            <a:ext cx="111512" cy="111512"/>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椭圆 12"/>
          <p:cNvSpPr txBox="1"/>
          <p:nvPr/>
        </p:nvSpPr>
        <p:spPr>
          <a:xfrm>
            <a:off x="10582507" y="1526370"/>
            <a:ext cx="111512" cy="111512"/>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椭圆 13"/>
          <p:cNvSpPr txBox="1"/>
          <p:nvPr/>
        </p:nvSpPr>
        <p:spPr>
          <a:xfrm>
            <a:off x="10359482" y="1526370"/>
            <a:ext cx="111512" cy="111512"/>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文本框 14"/>
          <p:cNvSpPr txBox="1"/>
          <p:nvPr/>
        </p:nvSpPr>
        <p:spPr>
          <a:xfrm>
            <a:off x="1429363" y="2457762"/>
            <a:ext cx="6057900" cy="1477060"/>
          </a:xfrm>
          <a:prstGeom prst="rect">
            <a:avLst/>
          </a:prstGeom>
          <a:noFill/>
          <a:ln>
            <a:noFill/>
          </a:ln>
        </p:spPr>
        <p:txBody>
          <a:bodyPr vert="horz" wrap="square" lIns="0" tIns="0" rIns="0" bIns="0" rtlCol="0" anchor="t">
            <a:spAutoFit/>
          </a:bodyPr>
          <a:lstStyle/>
          <a:p>
            <a:pPr algn="l">
              <a:lnSpc>
                <a:spcPct val="150000"/>
              </a:lnSpc>
            </a:pPr>
            <a:r>
              <a:rPr kumimoji="1" lang="en-US" altLang="zh-CN" sz="1600">
                <a:ln w="12700">
                  <a:noFill/>
                </a:ln>
                <a:solidFill>
                  <a:srgbClr val="262626">
                    <a:alpha val="100000"/>
                  </a:srgbClr>
                </a:solidFill>
                <a:latin typeface="Source Han Sans CN Normal"/>
                <a:ea typeface="Source Han Sans CN Normal"/>
                <a:cs typeface="Source Han Sans CN Normal"/>
              </a:rPr>
              <a:t>本研究仍存在局限。受限于样本规模，研究结论的普适性有待大样本数据进一步验证。在理论层面，对科学思维微观认知机制的剖析尚显浅显，缺乏跨学科视角的深度挖掘。实证研究时间跨度较短，未能对学生思维能力</a:t>
            </a:r>
            <a:endParaRPr kumimoji="1" lang="zh-CN" altLang="en-US"/>
          </a:p>
        </p:txBody>
      </p:sp>
      <p:sp>
        <p:nvSpPr>
          <p:cNvPr id="8" name="iSHEJI-14"/>
          <p:cNvSpPr txBox="1"/>
          <p:nvPr/>
        </p:nvSpPr>
        <p:spPr>
          <a:xfrm>
            <a:off x="1427414" y="2085340"/>
            <a:ext cx="6059199" cy="317924"/>
          </a:xfrm>
          <a:prstGeom prst="rect">
            <a:avLst/>
          </a:prstGeom>
          <a:noFill/>
          <a:ln>
            <a:noFill/>
          </a:ln>
        </p:spPr>
        <p:txBody>
          <a:bodyPr vert="horz" wrap="square" lIns="0" tIns="0" rIns="0" bIns="0" rtlCol="0" anchor="t"/>
          <a:lstStyle/>
          <a:p>
            <a:pPr algn="l">
              <a:lnSpc>
                <a:spcPct val="130000"/>
              </a:lnSpc>
            </a:pPr>
            <a:r>
              <a:rPr kumimoji="1" lang="en-US" altLang="zh-CN" sz="1900">
                <a:ln w="12700">
                  <a:noFill/>
                </a:ln>
                <a:solidFill>
                  <a:srgbClr val="003C83">
                    <a:alpha val="100000"/>
                  </a:srgbClr>
                </a:solidFill>
                <a:latin typeface="Source Han Sans CN Bold Bold"/>
                <a:ea typeface="Source Han Sans CN Bold Bold"/>
                <a:cs typeface="Source Han Sans CN Bold Bold"/>
              </a:rPr>
              <a:t>不足与问题</a:t>
            </a:r>
            <a:endParaRPr kumimoji="1" lang="zh-CN" altLang="en-US"/>
          </a:p>
        </p:txBody>
      </p:sp>
      <p:sp>
        <p:nvSpPr>
          <p:cNvPr id="9" name="矩形: 圆角 1"/>
          <p:cNvSpPr txBox="1"/>
          <p:nvPr/>
        </p:nvSpPr>
        <p:spPr>
          <a:xfrm>
            <a:off x="7880399" y="1991763"/>
            <a:ext cx="2988526" cy="1959520"/>
          </a:xfrm>
          <a:prstGeom prst="roundRect">
            <a:avLst>
              <a:gd name="adj" fmla="val 6592"/>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0" name="图片 2"/>
          <p:cNvPicPr>
            <a:picLocks noChangeAspect="1"/>
          </p:cNvPicPr>
          <p:nvPr/>
        </p:nvPicPr>
        <p:blipFill>
          <a:blip r:embed="rId1">
            <a:alphaModFix amt="100000"/>
          </a:blip>
          <a:srcRect l="6060" r="6060"/>
          <a:stretch>
            <a:fillRect/>
          </a:stretch>
        </p:blipFill>
        <p:spPr>
          <a:xfrm>
            <a:off x="7941731" y="2054334"/>
            <a:ext cx="2865863" cy="1834378"/>
          </a:xfrm>
          <a:custGeom>
            <a:avLst/>
            <a:gdLst>
              <a:gd name="connsiteX0" fmla="*/ 120922 w 2865863"/>
              <a:gd name="connsiteY0" fmla="*/ 0 h 1834378"/>
              <a:gd name="connsiteX1" fmla="*/ 2744941 w 2865863"/>
              <a:gd name="connsiteY1" fmla="*/ 0 h 1834378"/>
              <a:gd name="connsiteX2" fmla="*/ 2865863 w 2865863"/>
              <a:gd name="connsiteY2" fmla="*/ 120922 h 1834378"/>
              <a:gd name="connsiteX3" fmla="*/ 2865863 w 2865863"/>
              <a:gd name="connsiteY3" fmla="*/ 1713456 h 1834378"/>
              <a:gd name="connsiteX4" fmla="*/ 2744941 w 2865863"/>
              <a:gd name="connsiteY4" fmla="*/ 1834378 h 1834378"/>
              <a:gd name="connsiteX5" fmla="*/ 120922 w 2865863"/>
              <a:gd name="connsiteY5" fmla="*/ 1834378 h 1834378"/>
              <a:gd name="connsiteX6" fmla="*/ 0 w 2865863"/>
              <a:gd name="connsiteY6" fmla="*/ 1713456 h 1834378"/>
              <a:gd name="connsiteX7" fmla="*/ 0 w 2865863"/>
              <a:gd name="connsiteY7" fmla="*/ 120922 h 1834378"/>
              <a:gd name="connsiteX8" fmla="*/ 120922 w 2865863"/>
              <a:gd name="connsiteY8" fmla="*/ 0 h 1834378"/>
            </a:gdLst>
            <a:ahLst/>
            <a:cxnLst/>
            <a:rect l="l" t="t" r="r" b="b"/>
            <a:pathLst>
              <a:path w="2865863" h="1834378">
                <a:moveTo>
                  <a:pt x="120922" y="0"/>
                </a:moveTo>
                <a:lnTo>
                  <a:pt x="2744941" y="0"/>
                </a:lnTo>
                <a:cubicBezTo>
                  <a:pt x="2811724" y="0"/>
                  <a:pt x="2865863" y="54139"/>
                  <a:pt x="2865863" y="120922"/>
                </a:cubicBezTo>
                <a:lnTo>
                  <a:pt x="2865863" y="1713456"/>
                </a:lnTo>
                <a:cubicBezTo>
                  <a:pt x="2865863" y="1780239"/>
                  <a:pt x="2811724" y="1834378"/>
                  <a:pt x="2744941" y="1834378"/>
                </a:cubicBezTo>
                <a:lnTo>
                  <a:pt x="120922" y="1834378"/>
                </a:lnTo>
                <a:cubicBezTo>
                  <a:pt x="54139" y="1834378"/>
                  <a:pt x="0" y="1780239"/>
                  <a:pt x="0" y="1713456"/>
                </a:cubicBezTo>
                <a:lnTo>
                  <a:pt x="0" y="120922"/>
                </a:lnTo>
                <a:cubicBezTo>
                  <a:pt x="0" y="54139"/>
                  <a:pt x="54139" y="0"/>
                  <a:pt x="120922" y="0"/>
                </a:cubicBezTo>
                <a:close/>
              </a:path>
            </a:pathLst>
          </a:custGeom>
          <a:noFill/>
          <a:ln>
            <a:noFill/>
          </a:ln>
        </p:spPr>
      </p:pic>
      <p:sp>
        <p:nvSpPr>
          <p:cNvPr id="11" name="矩形: 圆角 5"/>
          <p:cNvSpPr txBox="1"/>
          <p:nvPr/>
        </p:nvSpPr>
        <p:spPr>
          <a:xfrm>
            <a:off x="7880399" y="4054738"/>
            <a:ext cx="2988526" cy="1959520"/>
          </a:xfrm>
          <a:prstGeom prst="roundRect">
            <a:avLst>
              <a:gd name="adj" fmla="val 6592"/>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2" name="图片 6"/>
          <p:cNvPicPr>
            <a:picLocks noChangeAspect="1"/>
          </p:cNvPicPr>
          <p:nvPr/>
        </p:nvPicPr>
        <p:blipFill>
          <a:blip r:embed="rId2">
            <a:alphaModFix amt="100000"/>
          </a:blip>
          <a:srcRect t="7328" b="7328"/>
          <a:stretch>
            <a:fillRect/>
          </a:stretch>
        </p:blipFill>
        <p:spPr>
          <a:xfrm>
            <a:off x="7941731" y="4117309"/>
            <a:ext cx="2865863" cy="1834378"/>
          </a:xfrm>
          <a:custGeom>
            <a:avLst/>
            <a:gdLst>
              <a:gd name="connsiteX0" fmla="*/ 120922 w 2865863"/>
              <a:gd name="connsiteY0" fmla="*/ 0 h 1834378"/>
              <a:gd name="connsiteX1" fmla="*/ 2744941 w 2865863"/>
              <a:gd name="connsiteY1" fmla="*/ 0 h 1834378"/>
              <a:gd name="connsiteX2" fmla="*/ 2865863 w 2865863"/>
              <a:gd name="connsiteY2" fmla="*/ 120922 h 1834378"/>
              <a:gd name="connsiteX3" fmla="*/ 2865863 w 2865863"/>
              <a:gd name="connsiteY3" fmla="*/ 1713456 h 1834378"/>
              <a:gd name="connsiteX4" fmla="*/ 2744941 w 2865863"/>
              <a:gd name="connsiteY4" fmla="*/ 1834378 h 1834378"/>
              <a:gd name="connsiteX5" fmla="*/ 120922 w 2865863"/>
              <a:gd name="connsiteY5" fmla="*/ 1834378 h 1834378"/>
              <a:gd name="connsiteX6" fmla="*/ 0 w 2865863"/>
              <a:gd name="connsiteY6" fmla="*/ 1713456 h 1834378"/>
              <a:gd name="connsiteX7" fmla="*/ 0 w 2865863"/>
              <a:gd name="connsiteY7" fmla="*/ 120922 h 1834378"/>
              <a:gd name="connsiteX8" fmla="*/ 120922 w 2865863"/>
              <a:gd name="connsiteY8" fmla="*/ 0 h 1834378"/>
            </a:gdLst>
            <a:ahLst/>
            <a:cxnLst/>
            <a:rect l="l" t="t" r="r" b="b"/>
            <a:pathLst>
              <a:path w="2865863" h="1834378">
                <a:moveTo>
                  <a:pt x="120922" y="0"/>
                </a:moveTo>
                <a:lnTo>
                  <a:pt x="2744941" y="0"/>
                </a:lnTo>
                <a:cubicBezTo>
                  <a:pt x="2811724" y="0"/>
                  <a:pt x="2865863" y="54139"/>
                  <a:pt x="2865863" y="120922"/>
                </a:cubicBezTo>
                <a:lnTo>
                  <a:pt x="2865863" y="1713456"/>
                </a:lnTo>
                <a:cubicBezTo>
                  <a:pt x="2865863" y="1780239"/>
                  <a:pt x="2811724" y="1834378"/>
                  <a:pt x="2744941" y="1834378"/>
                </a:cubicBezTo>
                <a:lnTo>
                  <a:pt x="120922" y="1834378"/>
                </a:lnTo>
                <a:cubicBezTo>
                  <a:pt x="54139" y="1834378"/>
                  <a:pt x="0" y="1780239"/>
                  <a:pt x="0" y="1713456"/>
                </a:cubicBezTo>
                <a:lnTo>
                  <a:pt x="0" y="120922"/>
                </a:lnTo>
                <a:cubicBezTo>
                  <a:pt x="0" y="54139"/>
                  <a:pt x="54139" y="0"/>
                  <a:pt x="120922" y="0"/>
                </a:cubicBezTo>
                <a:close/>
              </a:path>
            </a:pathLst>
          </a:custGeom>
          <a:noFill/>
          <a:ln>
            <a:noFill/>
          </a:ln>
        </p:spPr>
      </p:pic>
      <p:sp>
        <p:nvSpPr>
          <p:cNvPr id="13" name="标题占位符 1"/>
          <p:cNvSpPr txBox="1"/>
          <p:nvPr/>
        </p:nvSpPr>
        <p:spPr>
          <a:xfrm>
            <a:off x="785576" y="212919"/>
            <a:ext cx="9000000" cy="450000"/>
          </a:xfrm>
          <a:prstGeom prst="rect">
            <a:avLst/>
          </a:prstGeom>
          <a:noFill/>
          <a:ln>
            <a:noFill/>
          </a:ln>
        </p:spPr>
        <p:txBody>
          <a:bodyPr vert="horz" wrap="square" lIns="91440" tIns="45720" rIns="91440" bIns="45720" rtlCol="0" anchor="ctr"/>
          <a:lstStyle/>
          <a:p>
            <a:pPr algn="l">
              <a:lnSpc>
                <a:spcPct val="120000"/>
              </a:lnSpc>
            </a:pPr>
            <a:r>
              <a:rPr kumimoji="1" lang="en-US" altLang="zh-CN" sz="2900">
                <a:ln w="12700">
                  <a:noFill/>
                </a:ln>
                <a:solidFill>
                  <a:srgbClr val="000000">
                    <a:alpha val="100000"/>
                  </a:srgbClr>
                </a:solidFill>
                <a:latin typeface="Source Han Sans CN Bold Bold"/>
                <a:ea typeface="Source Han Sans CN Bold Bold"/>
                <a:cs typeface="Source Han Sans CN Bold Bold"/>
              </a:rPr>
              <a:t>未来展望</a:t>
            </a:r>
            <a:endParaRPr kumimoji="1" lang="zh-CN" altLang="en-US"/>
          </a:p>
        </p:txBody>
      </p:sp>
      <p:sp>
        <p:nvSpPr>
          <p:cNvPr id="14" name="流程图: 接点 2"/>
          <p:cNvSpPr txBox="1"/>
          <p:nvPr/>
        </p:nvSpPr>
        <p:spPr>
          <a:xfrm>
            <a:off x="263575" y="198691"/>
            <a:ext cx="432000" cy="432000"/>
          </a:xfrm>
          <a:prstGeom prst="flowChartConnector">
            <a:avLst/>
          </a:prstGeom>
          <a:gradFill>
            <a:gsLst>
              <a:gs pos="0">
                <a:schemeClr val="accent1">
                  <a:lumMod val="5000"/>
                  <a:lumOff val="95000"/>
                </a:schemeClr>
              </a:gs>
              <a:gs pos="61000">
                <a:schemeClr val="accent1"/>
              </a:gs>
            </a:gsLst>
            <a:lin ang="108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流程图: 接点 3"/>
          <p:cNvSpPr txBox="1"/>
          <p:nvPr/>
        </p:nvSpPr>
        <p:spPr>
          <a:xfrm>
            <a:off x="155575" y="90691"/>
            <a:ext cx="648000" cy="648000"/>
          </a:xfrm>
          <a:prstGeom prst="flowChartConnector">
            <a:avLst/>
          </a:prstGeom>
          <a:noFill/>
          <a:ln w="28575" cap="sq">
            <a:gradFill>
              <a:gsLst>
                <a:gs pos="0">
                  <a:schemeClr val="accent1">
                    <a:lumMod val="5000"/>
                    <a:lumOff val="95000"/>
                  </a:schemeClr>
                </a:gs>
                <a:gs pos="100000">
                  <a:schemeClr val="accent1">
                    <a:lumMod val="60000"/>
                    <a:lumOff val="40000"/>
                  </a:schemeClr>
                </a:gs>
              </a:gsLst>
              <a:lin ang="10800000" scaled="0"/>
            </a:grad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EFEFF">
            <a:alpha val="100000"/>
          </a:srgbClr>
        </a:solidFill>
        <a:effectLst/>
      </p:bgPr>
    </p:bg>
    <p:spTree>
      <p:nvGrpSpPr>
        <p:cNvPr id="1" name=""/>
        <p:cNvGrpSpPr/>
        <p:nvPr/>
      </p:nvGrpSpPr>
      <p:grpSpPr>
        <a:xfrm>
          <a:off x="0" y="0"/>
          <a:ext cx="0" cy="0"/>
          <a:chOff x="0" y="0"/>
          <a:chExt cx="0" cy="0"/>
        </a:xfrm>
      </p:grpSpPr>
      <p:sp>
        <p:nvSpPr>
          <p:cNvPr id="2" name="标题 1"/>
          <p:cNvSpPr txBox="1"/>
          <p:nvPr/>
        </p:nvSpPr>
        <p:spPr>
          <a:xfrm flipH="1">
            <a:off x="-288" y="0"/>
            <a:ext cx="4649758" cy="6858000"/>
          </a:xfrm>
          <a:custGeom>
            <a:avLst/>
            <a:gdLst>
              <a:gd name="connsiteX0" fmla="*/ 846 w 4649758"/>
              <a:gd name="connsiteY0" fmla="*/ 0 h 6858000"/>
              <a:gd name="connsiteX1" fmla="*/ 4649758 w 4649758"/>
              <a:gd name="connsiteY1" fmla="*/ 0 h 6858000"/>
              <a:gd name="connsiteX2" fmla="*/ 4649758 w 4649758"/>
              <a:gd name="connsiteY2" fmla="*/ 6858000 h 6858000"/>
              <a:gd name="connsiteX3" fmla="*/ 0 w 4649758"/>
              <a:gd name="connsiteY3" fmla="*/ 6858000 h 6858000"/>
              <a:gd name="connsiteX4" fmla="*/ 192080 w 4649758"/>
              <a:gd name="connsiteY4" fmla="*/ 6516879 h 6858000"/>
              <a:gd name="connsiteX5" fmla="*/ 943835 w 4649758"/>
              <a:gd name="connsiteY5" fmla="*/ 3429635 h 6858000"/>
              <a:gd name="connsiteX6" fmla="*/ 15451 w 4649758"/>
              <a:gd name="connsiteY6" fmla="*/ 23495 h 6858000"/>
            </a:gdLst>
            <a:ahLst/>
            <a:cxnLst/>
            <a:rect l="l" t="t" r="r" b="b"/>
            <a:pathLst>
              <a:path w="4649758" h="6858000">
                <a:moveTo>
                  <a:pt x="846" y="0"/>
                </a:moveTo>
                <a:lnTo>
                  <a:pt x="4649758" y="0"/>
                </a:lnTo>
                <a:lnTo>
                  <a:pt x="4649758" y="6858000"/>
                </a:lnTo>
                <a:lnTo>
                  <a:pt x="0" y="6858000"/>
                </a:lnTo>
                <a:lnTo>
                  <a:pt x="192080" y="6516879"/>
                </a:lnTo>
                <a:cubicBezTo>
                  <a:pt x="672547" y="5592892"/>
                  <a:pt x="943835" y="4543108"/>
                  <a:pt x="943835" y="3429635"/>
                </a:cubicBezTo>
                <a:cubicBezTo>
                  <a:pt x="943835" y="2186305"/>
                  <a:pt x="605375" y="1021715"/>
                  <a:pt x="15451" y="23495"/>
                </a:cubicBezTo>
                <a:close/>
              </a:path>
            </a:pathLst>
          </a:custGeom>
          <a:gradFill>
            <a:gsLst>
              <a:gs pos="0">
                <a:schemeClr val="accent5">
                  <a:alpha val="5000"/>
                </a:schemeClr>
              </a:gs>
              <a:gs pos="100000">
                <a:schemeClr val="accent1">
                  <a:alpha val="5000"/>
                </a:schemeClr>
              </a:gs>
            </a:gsLst>
            <a:lin ang="0" scaled="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7084059" y="307340"/>
            <a:ext cx="5107941" cy="6243320"/>
          </a:xfrm>
          <a:custGeom>
            <a:avLst/>
            <a:gdLst>
              <a:gd name="connsiteX0" fmla="*/ 1986280 w 5107940"/>
              <a:gd name="connsiteY0" fmla="*/ 0 h 6243320"/>
              <a:gd name="connsiteX1" fmla="*/ 5107940 w 5107940"/>
              <a:gd name="connsiteY1" fmla="*/ 3121660 h 6243320"/>
              <a:gd name="connsiteX2" fmla="*/ 1986280 w 5107940"/>
              <a:gd name="connsiteY2" fmla="*/ 6243320 h 6243320"/>
              <a:gd name="connsiteX3" fmla="*/ 615 w 5107940"/>
              <a:gd name="connsiteY3" fmla="*/ 5530485 h 6243320"/>
              <a:gd name="connsiteX4" fmla="*/ 0 w 5107940"/>
              <a:gd name="connsiteY4" fmla="*/ 5529926 h 6243320"/>
              <a:gd name="connsiteX5" fmla="*/ 0 w 5107940"/>
              <a:gd name="connsiteY5" fmla="*/ 713394 h 6243320"/>
              <a:gd name="connsiteX6" fmla="*/ 615 w 5107940"/>
              <a:gd name="connsiteY6" fmla="*/ 712836 h 6243320"/>
              <a:gd name="connsiteX7" fmla="*/ 1986280 w 5107940"/>
              <a:gd name="connsiteY7" fmla="*/ 0 h 6243320"/>
            </a:gdLst>
            <a:ahLst/>
            <a:cxnLst/>
            <a:rect l="l" t="t" r="r" b="b"/>
            <a:pathLst>
              <a:path w="5107940" h="6243320">
                <a:moveTo>
                  <a:pt x="1986280" y="0"/>
                </a:moveTo>
                <a:cubicBezTo>
                  <a:pt x="3710325" y="0"/>
                  <a:pt x="5107940" y="1397615"/>
                  <a:pt x="5107940" y="3121660"/>
                </a:cubicBezTo>
                <a:cubicBezTo>
                  <a:pt x="5107940" y="4845705"/>
                  <a:pt x="3710325" y="6243320"/>
                  <a:pt x="1986280" y="6243320"/>
                </a:cubicBezTo>
                <a:cubicBezTo>
                  <a:pt x="1232011" y="6243320"/>
                  <a:pt x="540222" y="5975808"/>
                  <a:pt x="615" y="5530485"/>
                </a:cubicBezTo>
                <a:lnTo>
                  <a:pt x="0" y="5529926"/>
                </a:lnTo>
                <a:lnTo>
                  <a:pt x="0" y="713394"/>
                </a:lnTo>
                <a:lnTo>
                  <a:pt x="615" y="712836"/>
                </a:lnTo>
                <a:cubicBezTo>
                  <a:pt x="540222" y="267512"/>
                  <a:pt x="1232011" y="0"/>
                  <a:pt x="1986280" y="0"/>
                </a:cubicBezTo>
                <a:close/>
              </a:path>
            </a:pathLst>
          </a:custGeom>
          <a:gradFill>
            <a:gsLst>
              <a:gs pos="12000">
                <a:schemeClr val="accent1"/>
              </a:gs>
              <a:gs pos="100000">
                <a:schemeClr val="accent5"/>
              </a:gs>
            </a:gsLst>
            <a:path path="circle">
              <a:fillToRect t="100000" r="100000"/>
            </a:path>
            <a:tileRect l="-100000" b="-100000"/>
          </a:gra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6713854" y="0"/>
            <a:ext cx="5478146" cy="6858000"/>
          </a:xfrm>
          <a:custGeom>
            <a:avLst/>
            <a:gdLst>
              <a:gd name="connsiteX0" fmla="*/ 1327778 w 5478145"/>
              <a:gd name="connsiteY0" fmla="*/ 0 h 6858000"/>
              <a:gd name="connsiteX1" fmla="*/ 2644783 w 5478145"/>
              <a:gd name="connsiteY1" fmla="*/ 0 h 6858000"/>
              <a:gd name="connsiteX2" fmla="*/ 2690013 w 5478145"/>
              <a:gd name="connsiteY2" fmla="*/ 8077 h 6858000"/>
              <a:gd name="connsiteX3" fmla="*/ 5478145 w 5478145"/>
              <a:gd name="connsiteY3" fmla="*/ 3429000 h 6858000"/>
              <a:gd name="connsiteX4" fmla="*/ 2690013 w 5478145"/>
              <a:gd name="connsiteY4" fmla="*/ 6849923 h 6858000"/>
              <a:gd name="connsiteX5" fmla="*/ 2644782 w 5478145"/>
              <a:gd name="connsiteY5" fmla="*/ 6858000 h 6858000"/>
              <a:gd name="connsiteX6" fmla="*/ 1327778 w 5478145"/>
              <a:gd name="connsiteY6" fmla="*/ 6858000 h 6858000"/>
              <a:gd name="connsiteX7" fmla="*/ 1282548 w 5478145"/>
              <a:gd name="connsiteY7" fmla="*/ 6849923 h 6858000"/>
              <a:gd name="connsiteX8" fmla="*/ 33945 w 5478145"/>
              <a:gd name="connsiteY8" fmla="*/ 6324510 h 6858000"/>
              <a:gd name="connsiteX9" fmla="*/ 0 w 5478145"/>
              <a:gd name="connsiteY9" fmla="*/ 6299126 h 6858000"/>
              <a:gd name="connsiteX10" fmla="*/ 0 w 5478145"/>
              <a:gd name="connsiteY10" fmla="*/ 558874 h 6858000"/>
              <a:gd name="connsiteX11" fmla="*/ 33945 w 5478145"/>
              <a:gd name="connsiteY11" fmla="*/ 533491 h 6858000"/>
              <a:gd name="connsiteX12" fmla="*/ 1282548 w 5478145"/>
              <a:gd name="connsiteY12" fmla="*/ 8077 h 6858000"/>
            </a:gdLst>
            <a:ahLst/>
            <a:cxnLst/>
            <a:rect l="l" t="t" r="r" b="b"/>
            <a:pathLst>
              <a:path w="5478145" h="6858000">
                <a:moveTo>
                  <a:pt x="1327778" y="0"/>
                </a:moveTo>
                <a:lnTo>
                  <a:pt x="2644783" y="0"/>
                </a:lnTo>
                <a:lnTo>
                  <a:pt x="2690013" y="8077"/>
                </a:lnTo>
                <a:cubicBezTo>
                  <a:pt x="4281197" y="333681"/>
                  <a:pt x="5478145" y="1741559"/>
                  <a:pt x="5478145" y="3429000"/>
                </a:cubicBezTo>
                <a:cubicBezTo>
                  <a:pt x="5478145" y="5116441"/>
                  <a:pt x="4281197" y="6524320"/>
                  <a:pt x="2690013" y="6849923"/>
                </a:cubicBezTo>
                <a:lnTo>
                  <a:pt x="2644782" y="6858000"/>
                </a:lnTo>
                <a:lnTo>
                  <a:pt x="1327778" y="6858000"/>
                </a:lnTo>
                <a:lnTo>
                  <a:pt x="1282548" y="6849923"/>
                </a:lnTo>
                <a:cubicBezTo>
                  <a:pt x="827924" y="6756893"/>
                  <a:pt x="405482" y="6575515"/>
                  <a:pt x="33945" y="6324510"/>
                </a:cubicBezTo>
                <a:lnTo>
                  <a:pt x="0" y="6299126"/>
                </a:lnTo>
                <a:lnTo>
                  <a:pt x="0" y="558874"/>
                </a:lnTo>
                <a:lnTo>
                  <a:pt x="33945" y="533491"/>
                </a:lnTo>
                <a:cubicBezTo>
                  <a:pt x="405482" y="282485"/>
                  <a:pt x="827924" y="101107"/>
                  <a:pt x="1282548" y="8077"/>
                </a:cubicBezTo>
                <a:close/>
              </a:path>
            </a:pathLst>
          </a:custGeom>
          <a:noFill/>
          <a:ln w="12700" cap="flat">
            <a:gradFill>
              <a:gsLst>
                <a:gs pos="30000">
                  <a:schemeClr val="accent5">
                    <a:alpha val="0"/>
                  </a:schemeClr>
                </a:gs>
                <a:gs pos="100000">
                  <a:schemeClr val="accent1"/>
                </a:gs>
              </a:gsLst>
              <a:lin ang="2700000" scaled="0"/>
            </a:gra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flipH="1">
            <a:off x="7457439" y="680720"/>
            <a:ext cx="4734561" cy="5496560"/>
          </a:xfrm>
          <a:custGeom>
            <a:avLst/>
            <a:gdLst>
              <a:gd name="connsiteX0" fmla="*/ 1986280 w 4734560"/>
              <a:gd name="connsiteY0" fmla="*/ 0 h 5496560"/>
              <a:gd name="connsiteX1" fmla="*/ 4734560 w 4734560"/>
              <a:gd name="connsiteY1" fmla="*/ 2748280 h 5496560"/>
              <a:gd name="connsiteX2" fmla="*/ 1986280 w 4734560"/>
              <a:gd name="connsiteY2" fmla="*/ 5496560 h 5496560"/>
              <a:gd name="connsiteX3" fmla="*/ 42953 w 4734560"/>
              <a:gd name="connsiteY3" fmla="*/ 4691608 h 5496560"/>
              <a:gd name="connsiteX4" fmla="*/ 0 w 4734560"/>
              <a:gd name="connsiteY4" fmla="*/ 4644348 h 5496560"/>
              <a:gd name="connsiteX5" fmla="*/ 0 w 4734560"/>
              <a:gd name="connsiteY5" fmla="*/ 852213 h 5496560"/>
              <a:gd name="connsiteX6" fmla="*/ 42953 w 4734560"/>
              <a:gd name="connsiteY6" fmla="*/ 804953 h 5496560"/>
              <a:gd name="connsiteX7" fmla="*/ 1986280 w 4734560"/>
              <a:gd name="connsiteY7" fmla="*/ 0 h 5496560"/>
            </a:gdLst>
            <a:ahLst/>
            <a:cxnLst/>
            <a:rect l="l" t="t" r="r" b="b"/>
            <a:pathLst>
              <a:path w="4734560" h="5496560">
                <a:moveTo>
                  <a:pt x="1986280" y="0"/>
                </a:moveTo>
                <a:cubicBezTo>
                  <a:pt x="3504113" y="0"/>
                  <a:pt x="4734560" y="1230447"/>
                  <a:pt x="4734560" y="2748280"/>
                </a:cubicBezTo>
                <a:cubicBezTo>
                  <a:pt x="4734560" y="4266113"/>
                  <a:pt x="3504113" y="5496560"/>
                  <a:pt x="1986280" y="5496560"/>
                </a:cubicBezTo>
                <a:cubicBezTo>
                  <a:pt x="1227364" y="5496560"/>
                  <a:pt x="540294" y="5188949"/>
                  <a:pt x="42953" y="4691608"/>
                </a:cubicBezTo>
                <a:lnTo>
                  <a:pt x="0" y="4644348"/>
                </a:lnTo>
                <a:lnTo>
                  <a:pt x="0" y="852213"/>
                </a:lnTo>
                <a:lnTo>
                  <a:pt x="42953" y="804953"/>
                </a:lnTo>
                <a:cubicBezTo>
                  <a:pt x="540294" y="307612"/>
                  <a:pt x="1227364" y="0"/>
                  <a:pt x="1986280" y="0"/>
                </a:cubicBezTo>
                <a:close/>
              </a:path>
            </a:pathLst>
          </a:custGeom>
          <a:solidFill>
            <a:schemeClr val="bg1"/>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pic>
        <p:nvPicPr>
          <p:cNvPr id="6" name="图片"/>
          <p:cNvPicPr>
            <a:picLocks noChangeAspect="1"/>
          </p:cNvPicPr>
          <p:nvPr/>
        </p:nvPicPr>
        <p:blipFill>
          <a:blip r:embed="rId1">
            <a:alphaModFix amt="100000"/>
          </a:blip>
          <a:srcRect l="28136" r="13130"/>
          <a:stretch>
            <a:fillRect/>
          </a:stretch>
        </p:blipFill>
        <p:spPr>
          <a:xfrm flipH="1">
            <a:off x="7609204" y="830580"/>
            <a:ext cx="4582796" cy="5196840"/>
          </a:xfrm>
          <a:custGeom>
            <a:avLst/>
            <a:gdLst/>
            <a:ahLst/>
            <a:cxnLst/>
            <a:rect l="l" t="t" r="r" b="b"/>
            <a:pathLst>
              <a:path w="4582796" h="5196840">
                <a:moveTo>
                  <a:pt x="1984426" y="0"/>
                </a:moveTo>
                <a:cubicBezTo>
                  <a:pt x="3419467" y="0"/>
                  <a:pt x="4582796" y="1163352"/>
                  <a:pt x="4582796" y="2598420"/>
                </a:cubicBezTo>
                <a:cubicBezTo>
                  <a:pt x="4582796" y="4033488"/>
                  <a:pt x="3419467" y="5196840"/>
                  <a:pt x="1984426" y="5196840"/>
                </a:cubicBezTo>
                <a:cubicBezTo>
                  <a:pt x="1266906" y="5196840"/>
                  <a:pt x="617314" y="4906002"/>
                  <a:pt x="147102" y="4435781"/>
                </a:cubicBezTo>
                <a:lnTo>
                  <a:pt x="0" y="4273925"/>
                </a:lnTo>
                <a:lnTo>
                  <a:pt x="0" y="922915"/>
                </a:lnTo>
                <a:lnTo>
                  <a:pt x="147102" y="761060"/>
                </a:lnTo>
                <a:cubicBezTo>
                  <a:pt x="617314" y="290838"/>
                  <a:pt x="1266906" y="0"/>
                  <a:pt x="1984426" y="0"/>
                </a:cubicBezTo>
                <a:close/>
              </a:path>
            </a:pathLst>
          </a:custGeom>
          <a:noFill/>
          <a:ln>
            <a:noFill/>
          </a:ln>
        </p:spPr>
      </p:pic>
      <p:sp>
        <p:nvSpPr>
          <p:cNvPr id="7" name="标题 1"/>
          <p:cNvSpPr txBox="1"/>
          <p:nvPr/>
        </p:nvSpPr>
        <p:spPr>
          <a:xfrm>
            <a:off x="688340" y="1543050"/>
            <a:ext cx="5881589" cy="3388995"/>
          </a:xfrm>
          <a:prstGeom prst="rect">
            <a:avLst/>
          </a:prstGeom>
          <a:noFill/>
          <a:ln>
            <a:noFill/>
          </a:ln>
        </p:spPr>
        <p:txBody>
          <a:bodyPr vert="horz" wrap="square" lIns="0" tIns="0" rIns="0" bIns="0" rtlCol="0" anchor="ctr"/>
          <a:lstStyle/>
          <a:p>
            <a:pPr algn="l">
              <a:lnSpc>
                <a:spcPct val="130000"/>
              </a:lnSpc>
            </a:pPr>
            <a:r>
              <a:rPr kumimoji="1" lang="en-US" altLang="zh-CN" sz="5400">
                <a:ln w="12700">
                  <a:noFill/>
                </a:ln>
                <a:solidFill>
                  <a:srgbClr val="404040">
                    <a:alpha val="100000"/>
                  </a:srgbClr>
                </a:solidFill>
                <a:latin typeface="OPPOSans H"/>
                <a:ea typeface="OPPOSans H"/>
                <a:cs typeface="OPPOSans H"/>
              </a:rPr>
              <a:t>谢谢大家</a:t>
            </a:r>
            <a:endParaRPr kumimoji="1" lang="zh-CN" altLang="en-US"/>
          </a:p>
        </p:txBody>
      </p:sp>
      <p:sp>
        <p:nvSpPr>
          <p:cNvPr id="8" name="标题 1"/>
          <p:cNvSpPr txBox="1"/>
          <p:nvPr/>
        </p:nvSpPr>
        <p:spPr>
          <a:xfrm>
            <a:off x="688340" y="5101590"/>
            <a:ext cx="2449830" cy="455930"/>
          </a:xfrm>
          <a:prstGeom prst="roundRect">
            <a:avLst>
              <a:gd name="adj" fmla="val 50000"/>
            </a:avLst>
          </a:prstGeom>
          <a:gradFill>
            <a:gsLst>
              <a:gs pos="0">
                <a:schemeClr val="accent5"/>
              </a:gs>
              <a:gs pos="80000">
                <a:schemeClr val="accent1"/>
              </a:gs>
            </a:gsLst>
            <a:lin ang="2700000" scaled="0"/>
          </a:gradFill>
          <a:ln w="12700" cap="flat">
            <a:noFill/>
            <a:miter/>
          </a:ln>
        </p:spPr>
        <p:txBody>
          <a:bodyPr vert="horz" wrap="square" lIns="91440" tIns="45720" rIns="91440" bIns="45720" rtlCol="0" anchor="ct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XXX</a:t>
            </a:r>
            <a:endParaRPr kumimoji="1" lang="zh-CN" altLang="en-US"/>
          </a:p>
        </p:txBody>
      </p:sp>
      <p:sp>
        <p:nvSpPr>
          <p:cNvPr id="9" name="标题 1"/>
          <p:cNvSpPr txBox="1"/>
          <p:nvPr/>
        </p:nvSpPr>
        <p:spPr>
          <a:xfrm>
            <a:off x="3541395" y="5101590"/>
            <a:ext cx="2665730" cy="455930"/>
          </a:xfrm>
          <a:prstGeom prst="roundRect">
            <a:avLst>
              <a:gd name="adj" fmla="val 50000"/>
            </a:avLst>
          </a:prstGeom>
          <a:gradFill>
            <a:gsLst>
              <a:gs pos="0">
                <a:schemeClr val="accent5"/>
              </a:gs>
              <a:gs pos="80000">
                <a:schemeClr val="accent1"/>
              </a:gs>
            </a:gsLst>
            <a:lin ang="2700000" scaled="0"/>
          </a:gradFill>
          <a:ln w="12700" cap="flat">
            <a:noFill/>
            <a:miter/>
          </a:ln>
        </p:spPr>
        <p:txBody>
          <a:bodyPr vert="horz" wrap="square" lIns="91440" tIns="45720" rIns="91440" bIns="45720" rtlCol="0" anchor="ct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2026.03</a:t>
            </a:r>
            <a:endParaRPr kumimoji="1" lang="zh-CN" altLang="en-US"/>
          </a:p>
        </p:txBody>
      </p:sp>
      <p:sp>
        <p:nvSpPr>
          <p:cNvPr id="10" name="标题 1"/>
          <p:cNvSpPr txBox="1"/>
          <p:nvPr/>
        </p:nvSpPr>
        <p:spPr>
          <a:xfrm>
            <a:off x="5715" y="5938520"/>
            <a:ext cx="2395335" cy="919480"/>
          </a:xfrm>
          <a:custGeom>
            <a:avLst/>
            <a:gdLst>
              <a:gd name="connsiteX0" fmla="*/ 465455 w 1926590"/>
              <a:gd name="connsiteY0" fmla="*/ 0 h 1624330"/>
              <a:gd name="connsiteX1" fmla="*/ 1926590 w 1926590"/>
              <a:gd name="connsiteY1" fmla="*/ 1461135 h 1624330"/>
              <a:gd name="connsiteX2" fmla="*/ 1919047 w 1926590"/>
              <a:gd name="connsiteY2" fmla="*/ 1610528 h 1624330"/>
              <a:gd name="connsiteX3" fmla="*/ 1916940 w 1926590"/>
              <a:gd name="connsiteY3" fmla="*/ 1624330 h 1624330"/>
              <a:gd name="connsiteX4" fmla="*/ 0 w 1926590"/>
              <a:gd name="connsiteY4" fmla="*/ 1624330 h 1624330"/>
              <a:gd name="connsiteX5" fmla="*/ 0 w 1926590"/>
              <a:gd name="connsiteY5" fmla="*/ 77021 h 1624330"/>
              <a:gd name="connsiteX6" fmla="*/ 30958 w 1926590"/>
              <a:gd name="connsiteY6" fmla="*/ 65690 h 1624330"/>
              <a:gd name="connsiteX7" fmla="*/ 465455 w 1926590"/>
              <a:gd name="connsiteY7" fmla="*/ 0 h 1624330"/>
            </a:gdLst>
            <a:ahLst/>
            <a:cxnLst/>
            <a:rect l="l" t="t" r="r" b="b"/>
            <a:pathLst>
              <a:path w="3772" h="1448">
                <a:moveTo>
                  <a:pt x="1047" y="0"/>
                </a:moveTo>
                <a:cubicBezTo>
                  <a:pt x="2168" y="0"/>
                  <a:pt x="3158" y="561"/>
                  <a:pt x="3751" y="1417"/>
                </a:cubicBezTo>
                <a:lnTo>
                  <a:pt x="3772" y="1448"/>
                </a:lnTo>
                <a:lnTo>
                  <a:pt x="0" y="1448"/>
                </a:lnTo>
                <a:lnTo>
                  <a:pt x="0" y="173"/>
                </a:lnTo>
                <a:lnTo>
                  <a:pt x="70" y="148"/>
                </a:lnTo>
                <a:cubicBezTo>
                  <a:pt x="379" y="52"/>
                  <a:pt x="707" y="0"/>
                  <a:pt x="1047" y="0"/>
                </a:cubicBezTo>
                <a:close/>
              </a:path>
            </a:pathLst>
          </a:custGeom>
          <a:solidFill>
            <a:schemeClr val="accent1"/>
          </a:solidFill>
          <a:ln w="12700" cap="flat">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88340" y="1003601"/>
            <a:ext cx="1008207" cy="125904"/>
          </a:xfrm>
          <a:custGeom>
            <a:avLst/>
            <a:gdLst>
              <a:gd name="connsiteX0" fmla="*/ 364221 w 889364"/>
              <a:gd name="connsiteY0" fmla="*/ 22034 h 111063"/>
              <a:gd name="connsiteX1" fmla="*/ 335464 w 889364"/>
              <a:gd name="connsiteY1" fmla="*/ 22034 h 111063"/>
              <a:gd name="connsiteX2" fmla="*/ 330844 w 889364"/>
              <a:gd name="connsiteY2" fmla="*/ 26516 h 111063"/>
              <a:gd name="connsiteX3" fmla="*/ 330844 w 889364"/>
              <a:gd name="connsiteY3" fmla="*/ 26585 h 111063"/>
              <a:gd name="connsiteX4" fmla="*/ 330844 w 889364"/>
              <a:gd name="connsiteY4" fmla="*/ 49136 h 111063"/>
              <a:gd name="connsiteX5" fmla="*/ 335395 w 889364"/>
              <a:gd name="connsiteY5" fmla="*/ 53688 h 111063"/>
              <a:gd name="connsiteX6" fmla="*/ 335464 w 889364"/>
              <a:gd name="connsiteY6" fmla="*/ 53687 h 111063"/>
              <a:gd name="connsiteX7" fmla="*/ 363669 w 889364"/>
              <a:gd name="connsiteY7" fmla="*/ 53687 h 111063"/>
              <a:gd name="connsiteX8" fmla="*/ 380082 w 889364"/>
              <a:gd name="connsiteY8" fmla="*/ 38378 h 111063"/>
              <a:gd name="connsiteX9" fmla="*/ 364852 w 889364"/>
              <a:gd name="connsiteY9" fmla="*/ 22043 h 111063"/>
              <a:gd name="connsiteX10" fmla="*/ 364221 w 889364"/>
              <a:gd name="connsiteY10" fmla="*/ 22034 h 111063"/>
              <a:gd name="connsiteX11" fmla="*/ 835436 w 889364"/>
              <a:gd name="connsiteY11" fmla="*/ 21345 h 111063"/>
              <a:gd name="connsiteX12" fmla="*/ 835436 w 889364"/>
              <a:gd name="connsiteY12" fmla="*/ 21414 h 111063"/>
              <a:gd name="connsiteX13" fmla="*/ 799714 w 889364"/>
              <a:gd name="connsiteY13" fmla="*/ 56997 h 111063"/>
              <a:gd name="connsiteX14" fmla="*/ 835298 w 889364"/>
              <a:gd name="connsiteY14" fmla="*/ 92719 h 111063"/>
              <a:gd name="connsiteX15" fmla="*/ 871020 w 889364"/>
              <a:gd name="connsiteY15" fmla="*/ 57135 h 111063"/>
              <a:gd name="connsiteX16" fmla="*/ 871020 w 889364"/>
              <a:gd name="connsiteY16" fmla="*/ 57066 h 111063"/>
              <a:gd name="connsiteX17" fmla="*/ 835436 w 889364"/>
              <a:gd name="connsiteY17" fmla="*/ 21345 h 111063"/>
              <a:gd name="connsiteX18" fmla="*/ 605520 w 889364"/>
              <a:gd name="connsiteY18" fmla="*/ 19549 h 111063"/>
              <a:gd name="connsiteX19" fmla="*/ 605104 w 889364"/>
              <a:gd name="connsiteY19" fmla="*/ 19552 h 111063"/>
              <a:gd name="connsiteX20" fmla="*/ 569797 w 889364"/>
              <a:gd name="connsiteY20" fmla="*/ 55548 h 111063"/>
              <a:gd name="connsiteX21" fmla="*/ 605794 w 889364"/>
              <a:gd name="connsiteY21" fmla="*/ 90854 h 111063"/>
              <a:gd name="connsiteX22" fmla="*/ 641102 w 889364"/>
              <a:gd name="connsiteY22" fmla="*/ 55136 h 111063"/>
              <a:gd name="connsiteX23" fmla="*/ 605520 w 889364"/>
              <a:gd name="connsiteY23" fmla="*/ 19549 h 111063"/>
              <a:gd name="connsiteX24" fmla="*/ 145267 w 889364"/>
              <a:gd name="connsiteY24" fmla="*/ 19413 h 111063"/>
              <a:gd name="connsiteX25" fmla="*/ 145267 w 889364"/>
              <a:gd name="connsiteY25" fmla="*/ 19689 h 111063"/>
              <a:gd name="connsiteX26" fmla="*/ 109407 w 889364"/>
              <a:gd name="connsiteY26" fmla="*/ 55411 h 111063"/>
              <a:gd name="connsiteX27" fmla="*/ 145129 w 889364"/>
              <a:gd name="connsiteY27" fmla="*/ 91271 h 111063"/>
              <a:gd name="connsiteX28" fmla="*/ 180989 w 889364"/>
              <a:gd name="connsiteY28" fmla="*/ 55548 h 111063"/>
              <a:gd name="connsiteX29" fmla="*/ 180989 w 889364"/>
              <a:gd name="connsiteY29" fmla="*/ 55411 h 111063"/>
              <a:gd name="connsiteX30" fmla="*/ 145406 w 889364"/>
              <a:gd name="connsiteY30" fmla="*/ 19413 h 111063"/>
              <a:gd name="connsiteX31" fmla="*/ 145267 w 889364"/>
              <a:gd name="connsiteY31" fmla="*/ 19413 h 111063"/>
              <a:gd name="connsiteX32" fmla="*/ 316982 w 889364"/>
              <a:gd name="connsiteY32" fmla="*/ 3345 h 111063"/>
              <a:gd name="connsiteX33" fmla="*/ 363462 w 889364"/>
              <a:gd name="connsiteY33" fmla="*/ 3345 h 111063"/>
              <a:gd name="connsiteX34" fmla="*/ 388013 w 889364"/>
              <a:gd name="connsiteY34" fmla="*/ 13000 h 111063"/>
              <a:gd name="connsiteX35" fmla="*/ 398909 w 889364"/>
              <a:gd name="connsiteY35" fmla="*/ 36654 h 111063"/>
              <a:gd name="connsiteX36" fmla="*/ 382565 w 889364"/>
              <a:gd name="connsiteY36" fmla="*/ 67341 h 111063"/>
              <a:gd name="connsiteX37" fmla="*/ 380910 w 889364"/>
              <a:gd name="connsiteY37" fmla="*/ 73065 h 111063"/>
              <a:gd name="connsiteX38" fmla="*/ 394288 w 889364"/>
              <a:gd name="connsiteY38" fmla="*/ 101133 h 111063"/>
              <a:gd name="connsiteX39" fmla="*/ 392742 w 889364"/>
              <a:gd name="connsiteY39" fmla="*/ 107381 h 111063"/>
              <a:gd name="connsiteX40" fmla="*/ 390150 w 889364"/>
              <a:gd name="connsiteY40" fmla="*/ 108029 h 111063"/>
              <a:gd name="connsiteX41" fmla="*/ 380289 w 889364"/>
              <a:gd name="connsiteY41" fmla="*/ 107408 h 111063"/>
              <a:gd name="connsiteX42" fmla="*/ 376220 w 889364"/>
              <a:gd name="connsiteY42" fmla="*/ 104788 h 111063"/>
              <a:gd name="connsiteX43" fmla="*/ 361945 w 889364"/>
              <a:gd name="connsiteY43" fmla="*/ 74927 h 111063"/>
              <a:gd name="connsiteX44" fmla="*/ 357877 w 889364"/>
              <a:gd name="connsiteY44" fmla="*/ 72376 h 111063"/>
              <a:gd name="connsiteX45" fmla="*/ 335464 w 889364"/>
              <a:gd name="connsiteY45" fmla="*/ 72376 h 111063"/>
              <a:gd name="connsiteX46" fmla="*/ 330844 w 889364"/>
              <a:gd name="connsiteY46" fmla="*/ 76858 h 111063"/>
              <a:gd name="connsiteX47" fmla="*/ 330844 w 889364"/>
              <a:gd name="connsiteY47" fmla="*/ 76927 h 111063"/>
              <a:gd name="connsiteX48" fmla="*/ 330844 w 889364"/>
              <a:gd name="connsiteY48" fmla="*/ 102788 h 111063"/>
              <a:gd name="connsiteX49" fmla="*/ 326362 w 889364"/>
              <a:gd name="connsiteY49" fmla="*/ 107408 h 111063"/>
              <a:gd name="connsiteX50" fmla="*/ 326292 w 889364"/>
              <a:gd name="connsiteY50" fmla="*/ 107408 h 111063"/>
              <a:gd name="connsiteX51" fmla="*/ 316982 w 889364"/>
              <a:gd name="connsiteY51" fmla="*/ 107408 h 111063"/>
              <a:gd name="connsiteX52" fmla="*/ 312431 w 889364"/>
              <a:gd name="connsiteY52" fmla="*/ 102788 h 111063"/>
              <a:gd name="connsiteX53" fmla="*/ 312431 w 889364"/>
              <a:gd name="connsiteY53" fmla="*/ 7897 h 111063"/>
              <a:gd name="connsiteX54" fmla="*/ 316982 w 889364"/>
              <a:gd name="connsiteY54" fmla="*/ 3345 h 111063"/>
              <a:gd name="connsiteX55" fmla="*/ 212367 w 889364"/>
              <a:gd name="connsiteY55" fmla="*/ 3345 h 111063"/>
              <a:gd name="connsiteX56" fmla="*/ 221884 w 889364"/>
              <a:gd name="connsiteY56" fmla="*/ 3345 h 111063"/>
              <a:gd name="connsiteX57" fmla="*/ 226436 w 889364"/>
              <a:gd name="connsiteY57" fmla="*/ 7897 h 111063"/>
              <a:gd name="connsiteX58" fmla="*/ 226436 w 889364"/>
              <a:gd name="connsiteY58" fmla="*/ 59342 h 111063"/>
              <a:gd name="connsiteX59" fmla="*/ 254087 w 889364"/>
              <a:gd name="connsiteY59" fmla="*/ 89826 h 111063"/>
              <a:gd name="connsiteX60" fmla="*/ 284570 w 889364"/>
              <a:gd name="connsiteY60" fmla="*/ 62174 h 111063"/>
              <a:gd name="connsiteX61" fmla="*/ 284570 w 889364"/>
              <a:gd name="connsiteY61" fmla="*/ 59342 h 111063"/>
              <a:gd name="connsiteX62" fmla="*/ 284570 w 889364"/>
              <a:gd name="connsiteY62" fmla="*/ 7897 h 111063"/>
              <a:gd name="connsiteX63" fmla="*/ 289122 w 889364"/>
              <a:gd name="connsiteY63" fmla="*/ 3345 h 111063"/>
              <a:gd name="connsiteX64" fmla="*/ 298638 w 889364"/>
              <a:gd name="connsiteY64" fmla="*/ 3345 h 111063"/>
              <a:gd name="connsiteX65" fmla="*/ 303190 w 889364"/>
              <a:gd name="connsiteY65" fmla="*/ 7897 h 111063"/>
              <a:gd name="connsiteX66" fmla="*/ 303190 w 889364"/>
              <a:gd name="connsiteY66" fmla="*/ 59687 h 111063"/>
              <a:gd name="connsiteX67" fmla="*/ 255606 w 889364"/>
              <a:gd name="connsiteY67" fmla="*/ 107408 h 111063"/>
              <a:gd name="connsiteX68" fmla="*/ 255537 w 889364"/>
              <a:gd name="connsiteY68" fmla="*/ 107408 h 111063"/>
              <a:gd name="connsiteX69" fmla="*/ 207816 w 889364"/>
              <a:gd name="connsiteY69" fmla="*/ 59687 h 111063"/>
              <a:gd name="connsiteX70" fmla="*/ 207816 w 889364"/>
              <a:gd name="connsiteY70" fmla="*/ 7897 h 111063"/>
              <a:gd name="connsiteX71" fmla="*/ 212367 w 889364"/>
              <a:gd name="connsiteY71" fmla="*/ 3345 h 111063"/>
              <a:gd name="connsiteX72" fmla="*/ 83271 w 889364"/>
              <a:gd name="connsiteY72" fmla="*/ 3345 h 111063"/>
              <a:gd name="connsiteX73" fmla="*/ 92236 w 889364"/>
              <a:gd name="connsiteY73" fmla="*/ 3345 h 111063"/>
              <a:gd name="connsiteX74" fmla="*/ 96539 w 889364"/>
              <a:gd name="connsiteY74" fmla="*/ 8132 h 111063"/>
              <a:gd name="connsiteX75" fmla="*/ 95891 w 889364"/>
              <a:gd name="connsiteY75" fmla="*/ 10241 h 111063"/>
              <a:gd name="connsiteX76" fmla="*/ 58789 w 889364"/>
              <a:gd name="connsiteY76" fmla="*/ 61549 h 111063"/>
              <a:gd name="connsiteX77" fmla="*/ 57548 w 889364"/>
              <a:gd name="connsiteY77" fmla="*/ 65479 h 111063"/>
              <a:gd name="connsiteX78" fmla="*/ 57548 w 889364"/>
              <a:gd name="connsiteY78" fmla="*/ 102857 h 111063"/>
              <a:gd name="connsiteX79" fmla="*/ 52997 w 889364"/>
              <a:gd name="connsiteY79" fmla="*/ 107408 h 111063"/>
              <a:gd name="connsiteX80" fmla="*/ 43411 w 889364"/>
              <a:gd name="connsiteY80" fmla="*/ 107408 h 111063"/>
              <a:gd name="connsiteX81" fmla="*/ 38860 w 889364"/>
              <a:gd name="connsiteY81" fmla="*/ 102857 h 111063"/>
              <a:gd name="connsiteX82" fmla="*/ 38860 w 889364"/>
              <a:gd name="connsiteY82" fmla="*/ 65479 h 111063"/>
              <a:gd name="connsiteX83" fmla="*/ 37618 w 889364"/>
              <a:gd name="connsiteY83" fmla="*/ 61549 h 111063"/>
              <a:gd name="connsiteX84" fmla="*/ 655 w 889364"/>
              <a:gd name="connsiteY84" fmla="*/ 10586 h 111063"/>
              <a:gd name="connsiteX85" fmla="*/ 2201 w 889364"/>
              <a:gd name="connsiteY85" fmla="*/ 4338 h 111063"/>
              <a:gd name="connsiteX86" fmla="*/ 4310 w 889364"/>
              <a:gd name="connsiteY86" fmla="*/ 3690 h 111063"/>
              <a:gd name="connsiteX87" fmla="*/ 13551 w 889364"/>
              <a:gd name="connsiteY87" fmla="*/ 3690 h 111063"/>
              <a:gd name="connsiteX88" fmla="*/ 16999 w 889364"/>
              <a:gd name="connsiteY88" fmla="*/ 5276 h 111063"/>
              <a:gd name="connsiteX89" fmla="*/ 44583 w 889364"/>
              <a:gd name="connsiteY89" fmla="*/ 44239 h 111063"/>
              <a:gd name="connsiteX90" fmla="*/ 48307 w 889364"/>
              <a:gd name="connsiteY90" fmla="*/ 46101 h 111063"/>
              <a:gd name="connsiteX91" fmla="*/ 51962 w 889364"/>
              <a:gd name="connsiteY91" fmla="*/ 44239 h 111063"/>
              <a:gd name="connsiteX92" fmla="*/ 79547 w 889364"/>
              <a:gd name="connsiteY92" fmla="*/ 5276 h 111063"/>
              <a:gd name="connsiteX93" fmla="*/ 83271 w 889364"/>
              <a:gd name="connsiteY93" fmla="*/ 3345 h 111063"/>
              <a:gd name="connsiteX94" fmla="*/ 835160 w 889364"/>
              <a:gd name="connsiteY94" fmla="*/ 2932 h 111063"/>
              <a:gd name="connsiteX95" fmla="*/ 889364 w 889364"/>
              <a:gd name="connsiteY95" fmla="*/ 56860 h 111063"/>
              <a:gd name="connsiteX96" fmla="*/ 889364 w 889364"/>
              <a:gd name="connsiteY96" fmla="*/ 56997 h 111063"/>
              <a:gd name="connsiteX97" fmla="*/ 835436 w 889364"/>
              <a:gd name="connsiteY97" fmla="*/ 111063 h 111063"/>
              <a:gd name="connsiteX98" fmla="*/ 835436 w 889364"/>
              <a:gd name="connsiteY98" fmla="*/ 111063 h 111063"/>
              <a:gd name="connsiteX99" fmla="*/ 781232 w 889364"/>
              <a:gd name="connsiteY99" fmla="*/ 57136 h 111063"/>
              <a:gd name="connsiteX100" fmla="*/ 835160 w 889364"/>
              <a:gd name="connsiteY100" fmla="*/ 2932 h 111063"/>
              <a:gd name="connsiteX101" fmla="*/ 467387 w 889364"/>
              <a:gd name="connsiteY101" fmla="*/ 2449 h 111063"/>
              <a:gd name="connsiteX102" fmla="*/ 477317 w 889364"/>
              <a:gd name="connsiteY102" fmla="*/ 2449 h 111063"/>
              <a:gd name="connsiteX103" fmla="*/ 481869 w 889364"/>
              <a:gd name="connsiteY103" fmla="*/ 7001 h 111063"/>
              <a:gd name="connsiteX104" fmla="*/ 481869 w 889364"/>
              <a:gd name="connsiteY104" fmla="*/ 85271 h 111063"/>
              <a:gd name="connsiteX105" fmla="*/ 486420 w 889364"/>
              <a:gd name="connsiteY105" fmla="*/ 89823 h 111063"/>
              <a:gd name="connsiteX106" fmla="*/ 542762 w 889364"/>
              <a:gd name="connsiteY106" fmla="*/ 89823 h 111063"/>
              <a:gd name="connsiteX107" fmla="*/ 547314 w 889364"/>
              <a:gd name="connsiteY107" fmla="*/ 94374 h 111063"/>
              <a:gd name="connsiteX108" fmla="*/ 547314 w 889364"/>
              <a:gd name="connsiteY108" fmla="*/ 103546 h 111063"/>
              <a:gd name="connsiteX109" fmla="*/ 542901 w 889364"/>
              <a:gd name="connsiteY109" fmla="*/ 108097 h 111063"/>
              <a:gd name="connsiteX110" fmla="*/ 542762 w 889364"/>
              <a:gd name="connsiteY110" fmla="*/ 108097 h 111063"/>
              <a:gd name="connsiteX111" fmla="*/ 467387 w 889364"/>
              <a:gd name="connsiteY111" fmla="*/ 108097 h 111063"/>
              <a:gd name="connsiteX112" fmla="*/ 462836 w 889364"/>
              <a:gd name="connsiteY112" fmla="*/ 103685 h 111063"/>
              <a:gd name="connsiteX113" fmla="*/ 462836 w 889364"/>
              <a:gd name="connsiteY113" fmla="*/ 103546 h 111063"/>
              <a:gd name="connsiteX114" fmla="*/ 462836 w 889364"/>
              <a:gd name="connsiteY114" fmla="*/ 7001 h 111063"/>
              <a:gd name="connsiteX115" fmla="*/ 467387 w 889364"/>
              <a:gd name="connsiteY115" fmla="*/ 2449 h 111063"/>
              <a:gd name="connsiteX116" fmla="*/ 605104 w 889364"/>
              <a:gd name="connsiteY116" fmla="*/ 1070 h 111063"/>
              <a:gd name="connsiteX117" fmla="*/ 659170 w 889364"/>
              <a:gd name="connsiteY117" fmla="*/ 55136 h 111063"/>
              <a:gd name="connsiteX118" fmla="*/ 605104 w 889364"/>
              <a:gd name="connsiteY118" fmla="*/ 109201 h 111063"/>
              <a:gd name="connsiteX119" fmla="*/ 551038 w 889364"/>
              <a:gd name="connsiteY119" fmla="*/ 55136 h 111063"/>
              <a:gd name="connsiteX120" fmla="*/ 605104 w 889364"/>
              <a:gd name="connsiteY120" fmla="*/ 1070 h 111063"/>
              <a:gd name="connsiteX121" fmla="*/ 145819 w 889364"/>
              <a:gd name="connsiteY121" fmla="*/ 933 h 111063"/>
              <a:gd name="connsiteX122" fmla="*/ 199747 w 889364"/>
              <a:gd name="connsiteY122" fmla="*/ 55135 h 111063"/>
              <a:gd name="connsiteX123" fmla="*/ 145544 w 889364"/>
              <a:gd name="connsiteY123" fmla="*/ 109339 h 111063"/>
              <a:gd name="connsiteX124" fmla="*/ 145267 w 889364"/>
              <a:gd name="connsiteY124" fmla="*/ 109338 h 111063"/>
              <a:gd name="connsiteX125" fmla="*/ 91340 w 889364"/>
              <a:gd name="connsiteY125" fmla="*/ 54860 h 111063"/>
              <a:gd name="connsiteX126" fmla="*/ 145819 w 889364"/>
              <a:gd name="connsiteY126" fmla="*/ 933 h 111063"/>
              <a:gd name="connsiteX127" fmla="*/ 722685 w 889364"/>
              <a:gd name="connsiteY127" fmla="*/ 35 h 111063"/>
              <a:gd name="connsiteX128" fmla="*/ 722684 w 889364"/>
              <a:gd name="connsiteY128" fmla="*/ 35 h 111063"/>
              <a:gd name="connsiteX129" fmla="*/ 755028 w 889364"/>
              <a:gd name="connsiteY129" fmla="*/ 10793 h 111063"/>
              <a:gd name="connsiteX130" fmla="*/ 762682 w 889364"/>
              <a:gd name="connsiteY130" fmla="*/ 17689 h 111063"/>
              <a:gd name="connsiteX131" fmla="*/ 762822 w 889364"/>
              <a:gd name="connsiteY131" fmla="*/ 17886 h 111063"/>
              <a:gd name="connsiteX132" fmla="*/ 761579 w 889364"/>
              <a:gd name="connsiteY132" fmla="*/ 24103 h 111063"/>
              <a:gd name="connsiteX133" fmla="*/ 753855 w 889364"/>
              <a:gd name="connsiteY133" fmla="*/ 29482 h 111063"/>
              <a:gd name="connsiteX134" fmla="*/ 748062 w 889364"/>
              <a:gd name="connsiteY134" fmla="*/ 28999 h 111063"/>
              <a:gd name="connsiteX135" fmla="*/ 745994 w 889364"/>
              <a:gd name="connsiteY135" fmla="*/ 27068 h 111063"/>
              <a:gd name="connsiteX136" fmla="*/ 745580 w 889364"/>
              <a:gd name="connsiteY136" fmla="*/ 26654 h 111063"/>
              <a:gd name="connsiteX137" fmla="*/ 722822 w 889364"/>
              <a:gd name="connsiteY137" fmla="*/ 18448 h 111063"/>
              <a:gd name="connsiteX138" fmla="*/ 721305 w 889364"/>
              <a:gd name="connsiteY138" fmla="*/ 18448 h 111063"/>
              <a:gd name="connsiteX139" fmla="*/ 718823 w 889364"/>
              <a:gd name="connsiteY139" fmla="*/ 18448 h 111063"/>
              <a:gd name="connsiteX140" fmla="*/ 712478 w 889364"/>
              <a:gd name="connsiteY140" fmla="*/ 19758 h 111063"/>
              <a:gd name="connsiteX141" fmla="*/ 687871 w 889364"/>
              <a:gd name="connsiteY141" fmla="*/ 46150 h 111063"/>
              <a:gd name="connsiteX142" fmla="*/ 714892 w 889364"/>
              <a:gd name="connsiteY142" fmla="*/ 88720 h 111063"/>
              <a:gd name="connsiteX143" fmla="*/ 717788 w 889364"/>
              <a:gd name="connsiteY143" fmla="*/ 89271 h 111063"/>
              <a:gd name="connsiteX144" fmla="*/ 718685 w 889364"/>
              <a:gd name="connsiteY144" fmla="*/ 89271 h 111063"/>
              <a:gd name="connsiteX145" fmla="*/ 725581 w 889364"/>
              <a:gd name="connsiteY145" fmla="*/ 89271 h 111063"/>
              <a:gd name="connsiteX146" fmla="*/ 730891 w 889364"/>
              <a:gd name="connsiteY146" fmla="*/ 88513 h 111063"/>
              <a:gd name="connsiteX147" fmla="*/ 731856 w 889364"/>
              <a:gd name="connsiteY147" fmla="*/ 88513 h 111063"/>
              <a:gd name="connsiteX148" fmla="*/ 732822 w 889364"/>
              <a:gd name="connsiteY148" fmla="*/ 88513 h 111063"/>
              <a:gd name="connsiteX149" fmla="*/ 736891 w 889364"/>
              <a:gd name="connsiteY149" fmla="*/ 87064 h 111063"/>
              <a:gd name="connsiteX150" fmla="*/ 737718 w 889364"/>
              <a:gd name="connsiteY150" fmla="*/ 87064 h 111063"/>
              <a:gd name="connsiteX151" fmla="*/ 738477 w 889364"/>
              <a:gd name="connsiteY151" fmla="*/ 86720 h 111063"/>
              <a:gd name="connsiteX152" fmla="*/ 739304 w 889364"/>
              <a:gd name="connsiteY152" fmla="*/ 86306 h 111063"/>
              <a:gd name="connsiteX153" fmla="*/ 741166 w 889364"/>
              <a:gd name="connsiteY153" fmla="*/ 85340 h 111063"/>
              <a:gd name="connsiteX154" fmla="*/ 741718 w 889364"/>
              <a:gd name="connsiteY154" fmla="*/ 85340 h 111063"/>
              <a:gd name="connsiteX155" fmla="*/ 753924 w 889364"/>
              <a:gd name="connsiteY155" fmla="*/ 69962 h 111063"/>
              <a:gd name="connsiteX156" fmla="*/ 753235 w 889364"/>
              <a:gd name="connsiteY156" fmla="*/ 66307 h 111063"/>
              <a:gd name="connsiteX157" fmla="*/ 750269 w 889364"/>
              <a:gd name="connsiteY157" fmla="*/ 65066 h 111063"/>
              <a:gd name="connsiteX158" fmla="*/ 730339 w 889364"/>
              <a:gd name="connsiteY158" fmla="*/ 65066 h 111063"/>
              <a:gd name="connsiteX159" fmla="*/ 725788 w 889364"/>
              <a:gd name="connsiteY159" fmla="*/ 60514 h 111063"/>
              <a:gd name="connsiteX160" fmla="*/ 725788 w 889364"/>
              <a:gd name="connsiteY160" fmla="*/ 51205 h 111063"/>
              <a:gd name="connsiteX161" fmla="*/ 730339 w 889364"/>
              <a:gd name="connsiteY161" fmla="*/ 46653 h 111063"/>
              <a:gd name="connsiteX162" fmla="*/ 771716 w 889364"/>
              <a:gd name="connsiteY162" fmla="*/ 46653 h 111063"/>
              <a:gd name="connsiteX163" fmla="*/ 772130 w 889364"/>
              <a:gd name="connsiteY163" fmla="*/ 46653 h 111063"/>
              <a:gd name="connsiteX164" fmla="*/ 774569 w 889364"/>
              <a:gd name="connsiteY164" fmla="*/ 47498 h 111063"/>
              <a:gd name="connsiteX165" fmla="*/ 775578 w 889364"/>
              <a:gd name="connsiteY165" fmla="*/ 53756 h 111063"/>
              <a:gd name="connsiteX166" fmla="*/ 775578 w 889364"/>
              <a:gd name="connsiteY166" fmla="*/ 58377 h 111063"/>
              <a:gd name="connsiteX167" fmla="*/ 757441 w 889364"/>
              <a:gd name="connsiteY167" fmla="*/ 98719 h 111063"/>
              <a:gd name="connsiteX168" fmla="*/ 755717 w 889364"/>
              <a:gd name="connsiteY168" fmla="*/ 100167 h 111063"/>
              <a:gd name="connsiteX169" fmla="*/ 754821 w 889364"/>
              <a:gd name="connsiteY169" fmla="*/ 100926 h 111063"/>
              <a:gd name="connsiteX170" fmla="*/ 753097 w 889364"/>
              <a:gd name="connsiteY170" fmla="*/ 102167 h 111063"/>
              <a:gd name="connsiteX171" fmla="*/ 752200 w 889364"/>
              <a:gd name="connsiteY171" fmla="*/ 102788 h 111063"/>
              <a:gd name="connsiteX172" fmla="*/ 750476 w 889364"/>
              <a:gd name="connsiteY172" fmla="*/ 103891 h 111063"/>
              <a:gd name="connsiteX173" fmla="*/ 750131 w 889364"/>
              <a:gd name="connsiteY173" fmla="*/ 103891 h 111063"/>
              <a:gd name="connsiteX174" fmla="*/ 749235 w 889364"/>
              <a:gd name="connsiteY174" fmla="*/ 104443 h 111063"/>
              <a:gd name="connsiteX175" fmla="*/ 747442 w 889364"/>
              <a:gd name="connsiteY175" fmla="*/ 105477 h 111063"/>
              <a:gd name="connsiteX176" fmla="*/ 747028 w 889364"/>
              <a:gd name="connsiteY176" fmla="*/ 105477 h 111063"/>
              <a:gd name="connsiteX177" fmla="*/ 744132 w 889364"/>
              <a:gd name="connsiteY177" fmla="*/ 106856 h 111063"/>
              <a:gd name="connsiteX178" fmla="*/ 743649 w 889364"/>
              <a:gd name="connsiteY178" fmla="*/ 106856 h 111063"/>
              <a:gd name="connsiteX179" fmla="*/ 741787 w 889364"/>
              <a:gd name="connsiteY179" fmla="*/ 107546 h 111063"/>
              <a:gd name="connsiteX180" fmla="*/ 740890 w 889364"/>
              <a:gd name="connsiteY180" fmla="*/ 107546 h 111063"/>
              <a:gd name="connsiteX181" fmla="*/ 740339 w 889364"/>
              <a:gd name="connsiteY181" fmla="*/ 107546 h 111063"/>
              <a:gd name="connsiteX182" fmla="*/ 738822 w 889364"/>
              <a:gd name="connsiteY182" fmla="*/ 108098 h 111063"/>
              <a:gd name="connsiteX183" fmla="*/ 738201 w 889364"/>
              <a:gd name="connsiteY183" fmla="*/ 108098 h 111063"/>
              <a:gd name="connsiteX184" fmla="*/ 737304 w 889364"/>
              <a:gd name="connsiteY184" fmla="*/ 108098 h 111063"/>
              <a:gd name="connsiteX185" fmla="*/ 736684 w 889364"/>
              <a:gd name="connsiteY185" fmla="*/ 108098 h 111063"/>
              <a:gd name="connsiteX186" fmla="*/ 735236 w 889364"/>
              <a:gd name="connsiteY186" fmla="*/ 108098 h 111063"/>
              <a:gd name="connsiteX187" fmla="*/ 734546 w 889364"/>
              <a:gd name="connsiteY187" fmla="*/ 108098 h 111063"/>
              <a:gd name="connsiteX188" fmla="*/ 733718 w 889364"/>
              <a:gd name="connsiteY188" fmla="*/ 108098 h 111063"/>
              <a:gd name="connsiteX189" fmla="*/ 732960 w 889364"/>
              <a:gd name="connsiteY189" fmla="*/ 108098 h 111063"/>
              <a:gd name="connsiteX190" fmla="*/ 731581 w 889364"/>
              <a:gd name="connsiteY190" fmla="*/ 108098 h 111063"/>
              <a:gd name="connsiteX191" fmla="*/ 730822 w 889364"/>
              <a:gd name="connsiteY191" fmla="*/ 108098 h 111063"/>
              <a:gd name="connsiteX192" fmla="*/ 729994 w 889364"/>
              <a:gd name="connsiteY192" fmla="*/ 108098 h 111063"/>
              <a:gd name="connsiteX193" fmla="*/ 729098 w 889364"/>
              <a:gd name="connsiteY193" fmla="*/ 108098 h 111063"/>
              <a:gd name="connsiteX194" fmla="*/ 727857 w 889364"/>
              <a:gd name="connsiteY194" fmla="*/ 108098 h 111063"/>
              <a:gd name="connsiteX195" fmla="*/ 722685 w 889364"/>
              <a:gd name="connsiteY195" fmla="*/ 108098 h 111063"/>
              <a:gd name="connsiteX196" fmla="*/ 718823 w 889364"/>
              <a:gd name="connsiteY196" fmla="*/ 108098 h 111063"/>
              <a:gd name="connsiteX197" fmla="*/ 666722 w 889364"/>
              <a:gd name="connsiteY197" fmla="*/ 52136 h 111063"/>
              <a:gd name="connsiteX198" fmla="*/ 722685 w 889364"/>
              <a:gd name="connsiteY198" fmla="*/ 35 h 111063"/>
            </a:gdLst>
            <a:ahLst/>
            <a:cxnLst/>
            <a:rect l="l" t="t" r="r" b="b"/>
            <a:pathLst>
              <a:path w="889364" h="111063">
                <a:moveTo>
                  <a:pt x="364221" y="22034"/>
                </a:moveTo>
                <a:lnTo>
                  <a:pt x="335464" y="22034"/>
                </a:lnTo>
                <a:cubicBezTo>
                  <a:pt x="332951" y="21996"/>
                  <a:pt x="330882" y="24002"/>
                  <a:pt x="330844" y="26516"/>
                </a:cubicBezTo>
                <a:cubicBezTo>
                  <a:pt x="330844" y="26539"/>
                  <a:pt x="330844" y="26562"/>
                  <a:pt x="330844" y="26585"/>
                </a:cubicBezTo>
                <a:lnTo>
                  <a:pt x="330844" y="49136"/>
                </a:lnTo>
                <a:cubicBezTo>
                  <a:pt x="330843" y="51649"/>
                  <a:pt x="332881" y="53687"/>
                  <a:pt x="335395" y="53688"/>
                </a:cubicBezTo>
                <a:cubicBezTo>
                  <a:pt x="335418" y="53688"/>
                  <a:pt x="335441" y="53687"/>
                  <a:pt x="335464" y="53687"/>
                </a:cubicBezTo>
                <a:lnTo>
                  <a:pt x="363669" y="53687"/>
                </a:lnTo>
                <a:cubicBezTo>
                  <a:pt x="372347" y="53776"/>
                  <a:pt x="379568" y="47040"/>
                  <a:pt x="380082" y="38378"/>
                </a:cubicBezTo>
                <a:cubicBezTo>
                  <a:pt x="380387" y="29661"/>
                  <a:pt x="373568" y="22348"/>
                  <a:pt x="364852" y="22043"/>
                </a:cubicBezTo>
                <a:cubicBezTo>
                  <a:pt x="364641" y="22036"/>
                  <a:pt x="364431" y="22033"/>
                  <a:pt x="364221" y="22034"/>
                </a:cubicBezTo>
                <a:close/>
                <a:moveTo>
                  <a:pt x="835436" y="21345"/>
                </a:moveTo>
                <a:lnTo>
                  <a:pt x="835436" y="21414"/>
                </a:lnTo>
                <a:cubicBezTo>
                  <a:pt x="815745" y="21375"/>
                  <a:pt x="799752" y="37307"/>
                  <a:pt x="799714" y="56997"/>
                </a:cubicBezTo>
                <a:cubicBezTo>
                  <a:pt x="799676" y="76688"/>
                  <a:pt x="815607" y="92681"/>
                  <a:pt x="835298" y="92719"/>
                </a:cubicBezTo>
                <a:cubicBezTo>
                  <a:pt x="854989" y="92757"/>
                  <a:pt x="870982" y="76826"/>
                  <a:pt x="871020" y="57135"/>
                </a:cubicBezTo>
                <a:cubicBezTo>
                  <a:pt x="871020" y="57112"/>
                  <a:pt x="871020" y="57089"/>
                  <a:pt x="871020" y="57066"/>
                </a:cubicBezTo>
                <a:cubicBezTo>
                  <a:pt x="871020" y="37392"/>
                  <a:pt x="855111" y="21421"/>
                  <a:pt x="835436" y="21345"/>
                </a:cubicBezTo>
                <a:close/>
                <a:moveTo>
                  <a:pt x="605520" y="19549"/>
                </a:moveTo>
                <a:cubicBezTo>
                  <a:pt x="605381" y="19549"/>
                  <a:pt x="605243" y="19550"/>
                  <a:pt x="605104" y="19552"/>
                </a:cubicBezTo>
                <a:cubicBezTo>
                  <a:pt x="585414" y="19742"/>
                  <a:pt x="569607" y="35858"/>
                  <a:pt x="569797" y="55548"/>
                </a:cubicBezTo>
                <a:cubicBezTo>
                  <a:pt x="569988" y="75237"/>
                  <a:pt x="586104" y="91045"/>
                  <a:pt x="605794" y="90854"/>
                </a:cubicBezTo>
                <a:cubicBezTo>
                  <a:pt x="625375" y="90665"/>
                  <a:pt x="641139" y="74718"/>
                  <a:pt x="641102" y="55136"/>
                </a:cubicBezTo>
                <a:cubicBezTo>
                  <a:pt x="641103" y="35483"/>
                  <a:pt x="625173" y="19551"/>
                  <a:pt x="605520" y="19549"/>
                </a:cubicBezTo>
                <a:close/>
                <a:moveTo>
                  <a:pt x="145267" y="19413"/>
                </a:moveTo>
                <a:lnTo>
                  <a:pt x="145267" y="19689"/>
                </a:lnTo>
                <a:cubicBezTo>
                  <a:pt x="125500" y="19651"/>
                  <a:pt x="109445" y="35644"/>
                  <a:pt x="109407" y="55411"/>
                </a:cubicBezTo>
                <a:cubicBezTo>
                  <a:pt x="109369" y="75178"/>
                  <a:pt x="125362" y="91232"/>
                  <a:pt x="145129" y="91271"/>
                </a:cubicBezTo>
                <a:cubicBezTo>
                  <a:pt x="164896" y="91309"/>
                  <a:pt x="180951" y="75315"/>
                  <a:pt x="180989" y="55548"/>
                </a:cubicBezTo>
                <a:cubicBezTo>
                  <a:pt x="180989" y="55503"/>
                  <a:pt x="180989" y="55457"/>
                  <a:pt x="180989" y="55411"/>
                </a:cubicBezTo>
                <a:cubicBezTo>
                  <a:pt x="181104" y="35644"/>
                  <a:pt x="165172" y="19528"/>
                  <a:pt x="145406" y="19413"/>
                </a:cubicBezTo>
                <a:cubicBezTo>
                  <a:pt x="145360" y="19413"/>
                  <a:pt x="145313" y="19413"/>
                  <a:pt x="145267" y="19413"/>
                </a:cubicBezTo>
                <a:close/>
                <a:moveTo>
                  <a:pt x="316982" y="3345"/>
                </a:moveTo>
                <a:lnTo>
                  <a:pt x="363462" y="3345"/>
                </a:lnTo>
                <a:cubicBezTo>
                  <a:pt x="372574" y="3334"/>
                  <a:pt x="381350" y="6785"/>
                  <a:pt x="388013" y="13000"/>
                </a:cubicBezTo>
                <a:cubicBezTo>
                  <a:pt x="394653" y="19116"/>
                  <a:pt x="398575" y="27632"/>
                  <a:pt x="398909" y="36654"/>
                </a:cubicBezTo>
                <a:cubicBezTo>
                  <a:pt x="399394" y="49082"/>
                  <a:pt x="393149" y="60809"/>
                  <a:pt x="382565" y="67341"/>
                </a:cubicBezTo>
                <a:cubicBezTo>
                  <a:pt x="380614" y="68533"/>
                  <a:pt x="379896" y="71017"/>
                  <a:pt x="380910" y="73065"/>
                </a:cubicBezTo>
                <a:lnTo>
                  <a:pt x="394288" y="101133"/>
                </a:lnTo>
                <a:cubicBezTo>
                  <a:pt x="395587" y="103285"/>
                  <a:pt x="394894" y="106082"/>
                  <a:pt x="392742" y="107381"/>
                </a:cubicBezTo>
                <a:cubicBezTo>
                  <a:pt x="391962" y="107851"/>
                  <a:pt x="391060" y="108077"/>
                  <a:pt x="390150" y="108029"/>
                </a:cubicBezTo>
                <a:lnTo>
                  <a:pt x="380289" y="107408"/>
                </a:lnTo>
                <a:cubicBezTo>
                  <a:pt x="378542" y="107388"/>
                  <a:pt x="376961" y="106369"/>
                  <a:pt x="376220" y="104788"/>
                </a:cubicBezTo>
                <a:lnTo>
                  <a:pt x="361945" y="74927"/>
                </a:lnTo>
                <a:cubicBezTo>
                  <a:pt x="361198" y="73361"/>
                  <a:pt x="359613" y="72367"/>
                  <a:pt x="357877" y="72376"/>
                </a:cubicBezTo>
                <a:lnTo>
                  <a:pt x="335464" y="72376"/>
                </a:lnTo>
                <a:cubicBezTo>
                  <a:pt x="332951" y="72337"/>
                  <a:pt x="330882" y="74344"/>
                  <a:pt x="330844" y="76858"/>
                </a:cubicBezTo>
                <a:cubicBezTo>
                  <a:pt x="330844" y="76881"/>
                  <a:pt x="330844" y="76904"/>
                  <a:pt x="330844" y="76927"/>
                </a:cubicBezTo>
                <a:lnTo>
                  <a:pt x="330844" y="102788"/>
                </a:lnTo>
                <a:cubicBezTo>
                  <a:pt x="330882" y="105301"/>
                  <a:pt x="328875" y="107369"/>
                  <a:pt x="326362" y="107408"/>
                </a:cubicBezTo>
                <a:cubicBezTo>
                  <a:pt x="326339" y="107408"/>
                  <a:pt x="326315" y="107408"/>
                  <a:pt x="326292" y="107408"/>
                </a:cubicBezTo>
                <a:lnTo>
                  <a:pt x="316982" y="107408"/>
                </a:lnTo>
                <a:cubicBezTo>
                  <a:pt x="314458" y="107370"/>
                  <a:pt x="312431" y="105313"/>
                  <a:pt x="312431" y="102788"/>
                </a:cubicBezTo>
                <a:lnTo>
                  <a:pt x="312431" y="7897"/>
                </a:lnTo>
                <a:cubicBezTo>
                  <a:pt x="312468" y="5398"/>
                  <a:pt x="314484" y="3382"/>
                  <a:pt x="316982" y="3345"/>
                </a:cubicBezTo>
                <a:close/>
                <a:moveTo>
                  <a:pt x="212367" y="3345"/>
                </a:moveTo>
                <a:lnTo>
                  <a:pt x="221884" y="3345"/>
                </a:lnTo>
                <a:cubicBezTo>
                  <a:pt x="224398" y="3345"/>
                  <a:pt x="226436" y="5383"/>
                  <a:pt x="226436" y="7897"/>
                </a:cubicBezTo>
                <a:lnTo>
                  <a:pt x="226436" y="59342"/>
                </a:lnTo>
                <a:cubicBezTo>
                  <a:pt x="225653" y="75395"/>
                  <a:pt x="238033" y="89043"/>
                  <a:pt x="254087" y="89826"/>
                </a:cubicBezTo>
                <a:cubicBezTo>
                  <a:pt x="270140" y="90608"/>
                  <a:pt x="283788" y="78228"/>
                  <a:pt x="284570" y="62174"/>
                </a:cubicBezTo>
                <a:cubicBezTo>
                  <a:pt x="284616" y="61231"/>
                  <a:pt x="284616" y="60286"/>
                  <a:pt x="284570" y="59342"/>
                </a:cubicBezTo>
                <a:lnTo>
                  <a:pt x="284570" y="7897"/>
                </a:lnTo>
                <a:cubicBezTo>
                  <a:pt x="284607" y="5398"/>
                  <a:pt x="286624" y="3382"/>
                  <a:pt x="289122" y="3345"/>
                </a:cubicBezTo>
                <a:lnTo>
                  <a:pt x="298638" y="3345"/>
                </a:lnTo>
                <a:cubicBezTo>
                  <a:pt x="301152" y="3345"/>
                  <a:pt x="303190" y="5383"/>
                  <a:pt x="303190" y="7897"/>
                </a:cubicBezTo>
                <a:lnTo>
                  <a:pt x="303190" y="59687"/>
                </a:lnTo>
                <a:cubicBezTo>
                  <a:pt x="303228" y="86004"/>
                  <a:pt x="281924" y="107370"/>
                  <a:pt x="255606" y="107408"/>
                </a:cubicBezTo>
                <a:cubicBezTo>
                  <a:pt x="255583" y="107408"/>
                  <a:pt x="255560" y="107408"/>
                  <a:pt x="255537" y="107408"/>
                </a:cubicBezTo>
                <a:cubicBezTo>
                  <a:pt x="229182" y="107408"/>
                  <a:pt x="207816" y="86043"/>
                  <a:pt x="207816" y="59687"/>
                </a:cubicBezTo>
                <a:lnTo>
                  <a:pt x="207816" y="7897"/>
                </a:lnTo>
                <a:cubicBezTo>
                  <a:pt x="207816" y="5383"/>
                  <a:pt x="209854" y="3345"/>
                  <a:pt x="212367" y="3345"/>
                </a:cubicBezTo>
                <a:close/>
                <a:moveTo>
                  <a:pt x="83271" y="3345"/>
                </a:moveTo>
                <a:lnTo>
                  <a:pt x="92236" y="3345"/>
                </a:lnTo>
                <a:cubicBezTo>
                  <a:pt x="94746" y="3479"/>
                  <a:pt x="96672" y="5622"/>
                  <a:pt x="96539" y="8132"/>
                </a:cubicBezTo>
                <a:cubicBezTo>
                  <a:pt x="96499" y="8878"/>
                  <a:pt x="96276" y="9602"/>
                  <a:pt x="95891" y="10241"/>
                </a:cubicBezTo>
                <a:lnTo>
                  <a:pt x="58789" y="61549"/>
                </a:lnTo>
                <a:cubicBezTo>
                  <a:pt x="57959" y="62689"/>
                  <a:pt x="57523" y="64069"/>
                  <a:pt x="57548" y="65479"/>
                </a:cubicBezTo>
                <a:lnTo>
                  <a:pt x="57548" y="102857"/>
                </a:lnTo>
                <a:cubicBezTo>
                  <a:pt x="57511" y="105355"/>
                  <a:pt x="55495" y="107371"/>
                  <a:pt x="52997" y="107408"/>
                </a:cubicBezTo>
                <a:lnTo>
                  <a:pt x="43411" y="107408"/>
                </a:lnTo>
                <a:cubicBezTo>
                  <a:pt x="40913" y="107371"/>
                  <a:pt x="38897" y="105355"/>
                  <a:pt x="38860" y="102857"/>
                </a:cubicBezTo>
                <a:lnTo>
                  <a:pt x="38860" y="65479"/>
                </a:lnTo>
                <a:cubicBezTo>
                  <a:pt x="38885" y="64069"/>
                  <a:pt x="38449" y="62689"/>
                  <a:pt x="37618" y="61549"/>
                </a:cubicBezTo>
                <a:lnTo>
                  <a:pt x="655" y="10586"/>
                </a:lnTo>
                <a:cubicBezTo>
                  <a:pt x="-644" y="8434"/>
                  <a:pt x="49" y="5636"/>
                  <a:pt x="2201" y="4338"/>
                </a:cubicBezTo>
                <a:cubicBezTo>
                  <a:pt x="2840" y="3952"/>
                  <a:pt x="3564" y="3730"/>
                  <a:pt x="4310" y="3690"/>
                </a:cubicBezTo>
                <a:lnTo>
                  <a:pt x="13551" y="3690"/>
                </a:lnTo>
                <a:cubicBezTo>
                  <a:pt x="14876" y="3691"/>
                  <a:pt x="16135" y="4270"/>
                  <a:pt x="16999" y="5276"/>
                </a:cubicBezTo>
                <a:lnTo>
                  <a:pt x="44583" y="44239"/>
                </a:lnTo>
                <a:cubicBezTo>
                  <a:pt x="45459" y="45416"/>
                  <a:pt x="46841" y="46107"/>
                  <a:pt x="48307" y="46101"/>
                </a:cubicBezTo>
                <a:cubicBezTo>
                  <a:pt x="49755" y="46107"/>
                  <a:pt x="51116" y="45414"/>
                  <a:pt x="51962" y="44239"/>
                </a:cubicBezTo>
                <a:lnTo>
                  <a:pt x="79547" y="5276"/>
                </a:lnTo>
                <a:cubicBezTo>
                  <a:pt x="80400" y="4065"/>
                  <a:pt x="81789" y="3344"/>
                  <a:pt x="83271" y="3345"/>
                </a:cubicBezTo>
                <a:close/>
                <a:moveTo>
                  <a:pt x="835160" y="2932"/>
                </a:moveTo>
                <a:cubicBezTo>
                  <a:pt x="865020" y="2856"/>
                  <a:pt x="889288" y="27000"/>
                  <a:pt x="889364" y="56860"/>
                </a:cubicBezTo>
                <a:cubicBezTo>
                  <a:pt x="889364" y="56906"/>
                  <a:pt x="889364" y="56952"/>
                  <a:pt x="889364" y="56997"/>
                </a:cubicBezTo>
                <a:cubicBezTo>
                  <a:pt x="889326" y="86788"/>
                  <a:pt x="865226" y="110949"/>
                  <a:pt x="835436" y="111063"/>
                </a:cubicBezTo>
                <a:lnTo>
                  <a:pt x="835436" y="111063"/>
                </a:lnTo>
                <a:cubicBezTo>
                  <a:pt x="805576" y="111139"/>
                  <a:pt x="781308" y="86995"/>
                  <a:pt x="781232" y="57136"/>
                </a:cubicBezTo>
                <a:cubicBezTo>
                  <a:pt x="781156" y="27276"/>
                  <a:pt x="805300" y="3008"/>
                  <a:pt x="835160" y="2932"/>
                </a:cubicBezTo>
                <a:close/>
                <a:moveTo>
                  <a:pt x="467387" y="2449"/>
                </a:moveTo>
                <a:lnTo>
                  <a:pt x="477317" y="2449"/>
                </a:lnTo>
                <a:cubicBezTo>
                  <a:pt x="479831" y="2449"/>
                  <a:pt x="481869" y="4487"/>
                  <a:pt x="481869" y="7001"/>
                </a:cubicBezTo>
                <a:lnTo>
                  <a:pt x="481869" y="85271"/>
                </a:lnTo>
                <a:cubicBezTo>
                  <a:pt x="481869" y="87785"/>
                  <a:pt x="483907" y="89823"/>
                  <a:pt x="486420" y="89823"/>
                </a:cubicBezTo>
                <a:lnTo>
                  <a:pt x="542762" y="89823"/>
                </a:lnTo>
                <a:cubicBezTo>
                  <a:pt x="545276" y="89823"/>
                  <a:pt x="547314" y="91861"/>
                  <a:pt x="547314" y="94374"/>
                </a:cubicBezTo>
                <a:lnTo>
                  <a:pt x="547314" y="103546"/>
                </a:lnTo>
                <a:cubicBezTo>
                  <a:pt x="547352" y="106021"/>
                  <a:pt x="545376" y="108059"/>
                  <a:pt x="542901" y="108097"/>
                </a:cubicBezTo>
                <a:cubicBezTo>
                  <a:pt x="542855" y="108098"/>
                  <a:pt x="542808" y="108098"/>
                  <a:pt x="542762" y="108097"/>
                </a:cubicBezTo>
                <a:lnTo>
                  <a:pt x="467387" y="108097"/>
                </a:lnTo>
                <a:cubicBezTo>
                  <a:pt x="464912" y="108136"/>
                  <a:pt x="462874" y="106160"/>
                  <a:pt x="462836" y="103685"/>
                </a:cubicBezTo>
                <a:cubicBezTo>
                  <a:pt x="462835" y="103639"/>
                  <a:pt x="462835" y="103592"/>
                  <a:pt x="462836" y="103546"/>
                </a:cubicBezTo>
                <a:lnTo>
                  <a:pt x="462836" y="7001"/>
                </a:lnTo>
                <a:cubicBezTo>
                  <a:pt x="462836" y="4487"/>
                  <a:pt x="464873" y="2449"/>
                  <a:pt x="467387" y="2449"/>
                </a:cubicBezTo>
                <a:close/>
                <a:moveTo>
                  <a:pt x="605104" y="1070"/>
                </a:moveTo>
                <a:cubicBezTo>
                  <a:pt x="634964" y="1070"/>
                  <a:pt x="659170" y="25276"/>
                  <a:pt x="659170" y="55136"/>
                </a:cubicBezTo>
                <a:cubicBezTo>
                  <a:pt x="659170" y="84995"/>
                  <a:pt x="634964" y="109201"/>
                  <a:pt x="605104" y="109201"/>
                </a:cubicBezTo>
                <a:cubicBezTo>
                  <a:pt x="575244" y="109201"/>
                  <a:pt x="551038" y="84995"/>
                  <a:pt x="551038" y="55136"/>
                </a:cubicBezTo>
                <a:cubicBezTo>
                  <a:pt x="551038" y="25276"/>
                  <a:pt x="575244" y="1070"/>
                  <a:pt x="605104" y="1070"/>
                </a:cubicBezTo>
                <a:close/>
                <a:moveTo>
                  <a:pt x="145819" y="933"/>
                </a:moveTo>
                <a:cubicBezTo>
                  <a:pt x="175647" y="1085"/>
                  <a:pt x="199747" y="25307"/>
                  <a:pt x="199747" y="55135"/>
                </a:cubicBezTo>
                <a:cubicBezTo>
                  <a:pt x="199747" y="85071"/>
                  <a:pt x="175480" y="109339"/>
                  <a:pt x="145544" y="109339"/>
                </a:cubicBezTo>
                <a:cubicBezTo>
                  <a:pt x="145452" y="109339"/>
                  <a:pt x="145359" y="109339"/>
                  <a:pt x="145267" y="109338"/>
                </a:cubicBezTo>
                <a:cubicBezTo>
                  <a:pt x="115332" y="109186"/>
                  <a:pt x="91187" y="84795"/>
                  <a:pt x="91340" y="54860"/>
                </a:cubicBezTo>
                <a:cubicBezTo>
                  <a:pt x="91492" y="24924"/>
                  <a:pt x="115883" y="780"/>
                  <a:pt x="145819" y="933"/>
                </a:cubicBezTo>
                <a:close/>
                <a:moveTo>
                  <a:pt x="722685" y="35"/>
                </a:moveTo>
                <a:lnTo>
                  <a:pt x="722684" y="35"/>
                </a:lnTo>
                <a:cubicBezTo>
                  <a:pt x="734342" y="50"/>
                  <a:pt x="745684" y="3823"/>
                  <a:pt x="755028" y="10793"/>
                </a:cubicBezTo>
                <a:cubicBezTo>
                  <a:pt x="757785" y="12853"/>
                  <a:pt x="760347" y="15161"/>
                  <a:pt x="762682" y="17689"/>
                </a:cubicBezTo>
                <a:cubicBezTo>
                  <a:pt x="762731" y="17754"/>
                  <a:pt x="762777" y="17820"/>
                  <a:pt x="762822" y="17886"/>
                </a:cubicBezTo>
                <a:cubicBezTo>
                  <a:pt x="764195" y="19946"/>
                  <a:pt x="763639" y="22729"/>
                  <a:pt x="761579" y="24103"/>
                </a:cubicBezTo>
                <a:lnTo>
                  <a:pt x="753855" y="29482"/>
                </a:lnTo>
                <a:cubicBezTo>
                  <a:pt x="752076" y="30795"/>
                  <a:pt x="749600" y="30588"/>
                  <a:pt x="748062" y="28999"/>
                </a:cubicBezTo>
                <a:lnTo>
                  <a:pt x="745994" y="27068"/>
                </a:lnTo>
                <a:lnTo>
                  <a:pt x="745580" y="26654"/>
                </a:lnTo>
                <a:cubicBezTo>
                  <a:pt x="739194" y="21330"/>
                  <a:pt x="731137" y="18424"/>
                  <a:pt x="722822" y="18448"/>
                </a:cubicBezTo>
                <a:lnTo>
                  <a:pt x="721305" y="18448"/>
                </a:lnTo>
                <a:lnTo>
                  <a:pt x="718823" y="18448"/>
                </a:lnTo>
                <a:cubicBezTo>
                  <a:pt x="716670" y="18678"/>
                  <a:pt x="714546" y="19117"/>
                  <a:pt x="712478" y="19758"/>
                </a:cubicBezTo>
                <a:cubicBezTo>
                  <a:pt x="700101" y="23449"/>
                  <a:pt x="690688" y="33545"/>
                  <a:pt x="687871" y="46150"/>
                </a:cubicBezTo>
                <a:cubicBezTo>
                  <a:pt x="683577" y="65367"/>
                  <a:pt x="695675" y="84426"/>
                  <a:pt x="714892" y="88720"/>
                </a:cubicBezTo>
                <a:lnTo>
                  <a:pt x="717788" y="89271"/>
                </a:lnTo>
                <a:lnTo>
                  <a:pt x="718685" y="89271"/>
                </a:lnTo>
                <a:lnTo>
                  <a:pt x="725581" y="89271"/>
                </a:lnTo>
                <a:cubicBezTo>
                  <a:pt x="727367" y="89149"/>
                  <a:pt x="729142" y="88895"/>
                  <a:pt x="730891" y="88513"/>
                </a:cubicBezTo>
                <a:lnTo>
                  <a:pt x="731856" y="88513"/>
                </a:lnTo>
                <a:lnTo>
                  <a:pt x="732822" y="88513"/>
                </a:lnTo>
                <a:lnTo>
                  <a:pt x="736891" y="87064"/>
                </a:lnTo>
                <a:lnTo>
                  <a:pt x="737718" y="87064"/>
                </a:lnTo>
                <a:lnTo>
                  <a:pt x="738477" y="86720"/>
                </a:lnTo>
                <a:lnTo>
                  <a:pt x="739304" y="86306"/>
                </a:lnTo>
                <a:lnTo>
                  <a:pt x="741166" y="85340"/>
                </a:lnTo>
                <a:lnTo>
                  <a:pt x="741718" y="85340"/>
                </a:lnTo>
                <a:cubicBezTo>
                  <a:pt x="746983" y="81290"/>
                  <a:pt x="751174" y="76009"/>
                  <a:pt x="753924" y="69962"/>
                </a:cubicBezTo>
                <a:cubicBezTo>
                  <a:pt x="754363" y="68708"/>
                  <a:pt x="754100" y="67315"/>
                  <a:pt x="753235" y="66307"/>
                </a:cubicBezTo>
                <a:cubicBezTo>
                  <a:pt x="752463" y="65497"/>
                  <a:pt x="751388" y="65047"/>
                  <a:pt x="750269" y="65066"/>
                </a:cubicBezTo>
                <a:lnTo>
                  <a:pt x="730339" y="65066"/>
                </a:lnTo>
                <a:cubicBezTo>
                  <a:pt x="727825" y="65066"/>
                  <a:pt x="725788" y="63028"/>
                  <a:pt x="725788" y="60514"/>
                </a:cubicBezTo>
                <a:lnTo>
                  <a:pt x="725788" y="51205"/>
                </a:lnTo>
                <a:cubicBezTo>
                  <a:pt x="725788" y="48691"/>
                  <a:pt x="727825" y="46653"/>
                  <a:pt x="730339" y="46653"/>
                </a:cubicBezTo>
                <a:lnTo>
                  <a:pt x="771716" y="46653"/>
                </a:lnTo>
                <a:lnTo>
                  <a:pt x="772130" y="46653"/>
                </a:lnTo>
                <a:cubicBezTo>
                  <a:pt x="773008" y="46689"/>
                  <a:pt x="773856" y="46983"/>
                  <a:pt x="774569" y="47498"/>
                </a:cubicBezTo>
                <a:cubicBezTo>
                  <a:pt x="776576" y="48947"/>
                  <a:pt x="777028" y="51749"/>
                  <a:pt x="775578" y="53756"/>
                </a:cubicBezTo>
                <a:lnTo>
                  <a:pt x="775578" y="58377"/>
                </a:lnTo>
                <a:cubicBezTo>
                  <a:pt x="775697" y="73824"/>
                  <a:pt x="769074" y="88555"/>
                  <a:pt x="757441" y="98719"/>
                </a:cubicBezTo>
                <a:lnTo>
                  <a:pt x="755717" y="100167"/>
                </a:lnTo>
                <a:lnTo>
                  <a:pt x="754821" y="100926"/>
                </a:lnTo>
                <a:cubicBezTo>
                  <a:pt x="754279" y="101383"/>
                  <a:pt x="753702" y="101798"/>
                  <a:pt x="753097" y="102167"/>
                </a:cubicBezTo>
                <a:lnTo>
                  <a:pt x="752200" y="102788"/>
                </a:lnTo>
                <a:lnTo>
                  <a:pt x="750476" y="103891"/>
                </a:lnTo>
                <a:lnTo>
                  <a:pt x="750131" y="103891"/>
                </a:lnTo>
                <a:lnTo>
                  <a:pt x="749235" y="104443"/>
                </a:lnTo>
                <a:lnTo>
                  <a:pt x="747442" y="105477"/>
                </a:lnTo>
                <a:lnTo>
                  <a:pt x="747028" y="105477"/>
                </a:lnTo>
                <a:lnTo>
                  <a:pt x="744132" y="106856"/>
                </a:lnTo>
                <a:lnTo>
                  <a:pt x="743649" y="106856"/>
                </a:lnTo>
                <a:lnTo>
                  <a:pt x="741787" y="107546"/>
                </a:lnTo>
                <a:lnTo>
                  <a:pt x="740890" y="107546"/>
                </a:lnTo>
                <a:lnTo>
                  <a:pt x="740339" y="107546"/>
                </a:lnTo>
                <a:lnTo>
                  <a:pt x="738822" y="108098"/>
                </a:lnTo>
                <a:lnTo>
                  <a:pt x="738201" y="108098"/>
                </a:lnTo>
                <a:lnTo>
                  <a:pt x="737304" y="108098"/>
                </a:lnTo>
                <a:lnTo>
                  <a:pt x="736684" y="108098"/>
                </a:lnTo>
                <a:lnTo>
                  <a:pt x="735236" y="108098"/>
                </a:lnTo>
                <a:lnTo>
                  <a:pt x="734546" y="108098"/>
                </a:lnTo>
                <a:lnTo>
                  <a:pt x="733718" y="108098"/>
                </a:lnTo>
                <a:lnTo>
                  <a:pt x="732960" y="108098"/>
                </a:lnTo>
                <a:lnTo>
                  <a:pt x="731581" y="108098"/>
                </a:lnTo>
                <a:lnTo>
                  <a:pt x="730822" y="108098"/>
                </a:lnTo>
                <a:lnTo>
                  <a:pt x="729994" y="108098"/>
                </a:lnTo>
                <a:lnTo>
                  <a:pt x="729098" y="108098"/>
                </a:lnTo>
                <a:lnTo>
                  <a:pt x="727857" y="108098"/>
                </a:lnTo>
                <a:lnTo>
                  <a:pt x="722685" y="108098"/>
                </a:lnTo>
                <a:cubicBezTo>
                  <a:pt x="721398" y="108144"/>
                  <a:pt x="720110" y="108144"/>
                  <a:pt x="718823" y="108098"/>
                </a:cubicBezTo>
                <a:cubicBezTo>
                  <a:pt x="688982" y="107031"/>
                  <a:pt x="665656" y="81976"/>
                  <a:pt x="666722" y="52136"/>
                </a:cubicBezTo>
                <a:cubicBezTo>
                  <a:pt x="667788" y="22295"/>
                  <a:pt x="692844" y="-1031"/>
                  <a:pt x="722685" y="35"/>
                </a:cubicBezTo>
                <a:close/>
              </a:path>
            </a:pathLst>
          </a:custGeom>
          <a:solidFill>
            <a:schemeClr val="accent1"/>
          </a:solidFill>
          <a:ln w="48068" cap="flat">
            <a:noFill/>
            <a:miter/>
          </a:ln>
        </p:spPr>
        <p:txBody>
          <a:bodyPr vert="horz" wrap="square" lIns="91440" tIns="45720" rIns="91440" bIns="45720" rtlCol="0" anchor="ctr"/>
          <a:lstStyle/>
          <a:p>
            <a:pPr algn="l">
              <a:lnSpc>
                <a:spcPct val="110000"/>
              </a:lnSpc>
            </a:pPr>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003C83"/>
      </a:accent1>
      <a:accent2>
        <a:srgbClr val="015CB7"/>
      </a:accent2>
      <a:accent3>
        <a:srgbClr val="2573C5"/>
      </a:accent3>
      <a:accent4>
        <a:srgbClr val="3785D8"/>
      </a:accent4>
      <a:accent5>
        <a:srgbClr val="3D90E9"/>
      </a:accent5>
      <a:accent6>
        <a:srgbClr val="1D7ADC"/>
      </a:accent6>
      <a:hlink>
        <a:srgbClr val="000000"/>
      </a:hlink>
      <a:folHlink>
        <a:srgbClr val="00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6348</Words>
  <Application>WPS 表格</Application>
  <PresentationFormat/>
  <Paragraphs>300</Paragraphs>
  <Slides>27</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27</vt:i4>
      </vt:variant>
    </vt:vector>
  </HeadingPairs>
  <TitlesOfParts>
    <vt:vector size="52" baseType="lpstr">
      <vt:lpstr>Arial</vt:lpstr>
      <vt:lpstr>宋体</vt:lpstr>
      <vt:lpstr>Wingdings</vt:lpstr>
      <vt:lpstr>OPPOSans H</vt:lpstr>
      <vt:lpstr>Thonburi</vt:lpstr>
      <vt:lpstr>OPPOSans R</vt:lpstr>
      <vt:lpstr>Source Han Sans CN Bold Bold</vt:lpstr>
      <vt:lpstr>Source Han Sans CN Normal</vt:lpstr>
      <vt:lpstr>等线</vt:lpstr>
      <vt:lpstr>汉仪中等线KW</vt:lpstr>
      <vt:lpstr>宋体</vt:lpstr>
      <vt:lpstr>汉仪书宋二KW</vt:lpstr>
      <vt:lpstr>微软雅黑</vt:lpstr>
      <vt:lpstr>汉仪旗黑</vt:lpstr>
      <vt:lpstr>Arial Unicode MS</vt:lpstr>
      <vt:lpstr>Calibri</vt:lpstr>
      <vt:lpstr>Helvetica Neue</vt:lpstr>
      <vt:lpstr>OPPOSans B</vt:lpstr>
      <vt:lpstr>OPPOSans B</vt:lpstr>
      <vt:lpstr>OPPOSans H</vt:lpstr>
      <vt:lpstr>OPPOSans R</vt:lpstr>
      <vt:lpstr>Source Han Sans CN Bold Bold</vt:lpstr>
      <vt:lpstr>Source Han Sans CN Normal</vt:lpstr>
      <vt:lpstr>苹方-简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且听风吟</cp:lastModifiedBy>
  <cp:revision>1</cp:revision>
  <dcterms:created xsi:type="dcterms:W3CDTF">2026-07-13T00:25:29Z</dcterms:created>
  <dcterms:modified xsi:type="dcterms:W3CDTF">2026-07-13T00:25:29Z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D2ED03944AF52E6B7830546A0CD0A021_43</vt:lpwstr>
  </property>
  <property fmtid="{D5CDD505-2E9C-101B-9397-08002B2CF9AE}" pid="3" name="KSOProductBuildVer">
    <vt:lpwstr>2052-12.1.26026.26026</vt:lpwstr>
  </property>
</Properties>
</file>